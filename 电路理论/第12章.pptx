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ctiveX/activeX1.bin" ContentType="application/vnd.ms-office.activeX"/>
  <Override PartName="/ppt/activeX/activeX1.xml" ContentType="application/vnd.ms-office.activeX+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3"/>
  </p:notesMasterIdLst>
  <p:sldIdLst>
    <p:sldId id="339" r:id="rId3"/>
    <p:sldId id="336" r:id="rId4"/>
    <p:sldId id="263" r:id="rId5"/>
    <p:sldId id="264" r:id="rId6"/>
    <p:sldId id="259" r:id="rId7"/>
    <p:sldId id="340" r:id="rId8"/>
    <p:sldId id="260" r:id="rId9"/>
    <p:sldId id="261" r:id="rId10"/>
    <p:sldId id="262" r:id="rId11"/>
    <p:sldId id="265" r:id="rId12"/>
    <p:sldId id="266" r:id="rId13"/>
    <p:sldId id="274" r:id="rId14"/>
    <p:sldId id="327" r:id="rId15"/>
    <p:sldId id="278" r:id="rId16"/>
    <p:sldId id="296" r:id="rId17"/>
    <p:sldId id="335" r:id="rId18"/>
    <p:sldId id="326" r:id="rId19"/>
    <p:sldId id="328" r:id="rId20"/>
    <p:sldId id="268" r:id="rId21"/>
    <p:sldId id="269" r:id="rId22"/>
    <p:sldId id="270" r:id="rId23"/>
    <p:sldId id="271" r:id="rId24"/>
    <p:sldId id="272" r:id="rId25"/>
    <p:sldId id="279" r:id="rId26"/>
    <p:sldId id="329" r:id="rId27"/>
    <p:sldId id="276" r:id="rId28"/>
    <p:sldId id="277" r:id="rId29"/>
    <p:sldId id="330" r:id="rId30"/>
    <p:sldId id="331" r:id="rId31"/>
    <p:sldId id="282" r:id="rId32"/>
    <p:sldId id="283" r:id="rId33"/>
    <p:sldId id="285" r:id="rId34"/>
    <p:sldId id="286" r:id="rId35"/>
    <p:sldId id="287" r:id="rId36"/>
    <p:sldId id="288" r:id="rId37"/>
    <p:sldId id="290" r:id="rId38"/>
    <p:sldId id="291" r:id="rId39"/>
    <p:sldId id="289" r:id="rId40"/>
    <p:sldId id="292" r:id="rId41"/>
    <p:sldId id="293" r:id="rId42"/>
    <p:sldId id="294" r:id="rId43"/>
    <p:sldId id="295" r:id="rId44"/>
    <p:sldId id="297" r:id="rId45"/>
    <p:sldId id="298" r:id="rId46"/>
    <p:sldId id="299" r:id="rId47"/>
    <p:sldId id="300" r:id="rId48"/>
    <p:sldId id="301" r:id="rId49"/>
    <p:sldId id="302" r:id="rId50"/>
    <p:sldId id="303" r:id="rId51"/>
    <p:sldId id="310" r:id="rId52"/>
    <p:sldId id="304" r:id="rId53"/>
    <p:sldId id="311" r:id="rId54"/>
    <p:sldId id="305" r:id="rId55"/>
    <p:sldId id="306" r:id="rId56"/>
    <p:sldId id="312" r:id="rId57"/>
    <p:sldId id="333" r:id="rId58"/>
    <p:sldId id="307" r:id="rId59"/>
    <p:sldId id="308" r:id="rId60"/>
    <p:sldId id="309" r:id="rId61"/>
    <p:sldId id="313" r:id="rId62"/>
    <p:sldId id="314" r:id="rId63"/>
    <p:sldId id="324" r:id="rId64"/>
    <p:sldId id="315" r:id="rId65"/>
    <p:sldId id="316" r:id="rId66"/>
    <p:sldId id="317" r:id="rId67"/>
    <p:sldId id="318" r:id="rId68"/>
    <p:sldId id="320" r:id="rId69"/>
    <p:sldId id="321" r:id="rId70"/>
    <p:sldId id="322" r:id="rId71"/>
    <p:sldId id="319" r:id="rId72"/>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sz="3200" b="1" i="0" u="none" kern="1200" baseline="0">
        <a:solidFill>
          <a:srgbClr val="FFFF00"/>
        </a:solidFill>
        <a:latin typeface="Arial" panose="020B0604020202020204" pitchFamily="34" charset="0"/>
        <a:ea typeface="楷体_GB2312" pitchFamily="49" charset="-122"/>
        <a:cs typeface="+mn-cs"/>
      </a:defRPr>
    </a:lvl1pPr>
    <a:lvl2pPr marL="457200" lvl="1" indent="0" algn="l" defTabSz="914400" rtl="0" eaLnBrk="1" fontAlgn="base" latinLnBrk="0" hangingPunct="1">
      <a:lnSpc>
        <a:spcPct val="100000"/>
      </a:lnSpc>
      <a:spcBef>
        <a:spcPct val="0"/>
      </a:spcBef>
      <a:spcAft>
        <a:spcPct val="0"/>
      </a:spcAft>
      <a:buNone/>
      <a:defRPr sz="3200" b="1" i="0" u="none" kern="1200" baseline="0">
        <a:solidFill>
          <a:srgbClr val="FFFF00"/>
        </a:solidFill>
        <a:latin typeface="Arial" panose="020B0604020202020204" pitchFamily="34"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3200" b="1" i="0" u="none" kern="1200" baseline="0">
        <a:solidFill>
          <a:srgbClr val="FFFF00"/>
        </a:solidFill>
        <a:latin typeface="Arial" panose="020B0604020202020204" pitchFamily="34"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3200" b="1" i="0" u="none" kern="1200" baseline="0">
        <a:solidFill>
          <a:srgbClr val="FFFF00"/>
        </a:solidFill>
        <a:latin typeface="Arial" panose="020B0604020202020204" pitchFamily="34"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3200" b="1" i="0" u="none" kern="1200" baseline="0">
        <a:solidFill>
          <a:srgbClr val="FFFF00"/>
        </a:solidFill>
        <a:latin typeface="Arial" panose="020B0604020202020204" pitchFamily="34" charset="0"/>
        <a:ea typeface="楷体_GB2312" pitchFamily="49" charset="-122"/>
        <a:cs typeface="+mn-cs"/>
      </a:defRPr>
    </a:lvl5pPr>
    <a:lvl6pPr marL="2286000" lvl="5" indent="0" algn="l" defTabSz="914400" rtl="0" eaLnBrk="1" fontAlgn="base" latinLnBrk="0" hangingPunct="1">
      <a:lnSpc>
        <a:spcPct val="100000"/>
      </a:lnSpc>
      <a:spcBef>
        <a:spcPct val="0"/>
      </a:spcBef>
      <a:spcAft>
        <a:spcPct val="0"/>
      </a:spcAft>
      <a:buNone/>
      <a:defRPr sz="3200" b="1" i="0" u="none" kern="1200" baseline="0">
        <a:solidFill>
          <a:srgbClr val="FFFF00"/>
        </a:solidFill>
        <a:latin typeface="Arial" panose="020B0604020202020204" pitchFamily="34" charset="0"/>
        <a:ea typeface="楷体_GB2312" pitchFamily="49" charset="-122"/>
        <a:cs typeface="+mn-cs"/>
      </a:defRPr>
    </a:lvl6pPr>
    <a:lvl7pPr marL="2743200" lvl="6" indent="0" algn="l" defTabSz="914400" rtl="0" eaLnBrk="1" fontAlgn="base" latinLnBrk="0" hangingPunct="1">
      <a:lnSpc>
        <a:spcPct val="100000"/>
      </a:lnSpc>
      <a:spcBef>
        <a:spcPct val="0"/>
      </a:spcBef>
      <a:spcAft>
        <a:spcPct val="0"/>
      </a:spcAft>
      <a:buNone/>
      <a:defRPr sz="3200" b="1" i="0" u="none" kern="1200" baseline="0">
        <a:solidFill>
          <a:srgbClr val="FFFF00"/>
        </a:solidFill>
        <a:latin typeface="Arial" panose="020B0604020202020204" pitchFamily="34" charset="0"/>
        <a:ea typeface="楷体_GB2312" pitchFamily="49" charset="-122"/>
        <a:cs typeface="+mn-cs"/>
      </a:defRPr>
    </a:lvl7pPr>
    <a:lvl8pPr marL="3200400" lvl="7" indent="0" algn="l" defTabSz="914400" rtl="0" eaLnBrk="1" fontAlgn="base" latinLnBrk="0" hangingPunct="1">
      <a:lnSpc>
        <a:spcPct val="100000"/>
      </a:lnSpc>
      <a:spcBef>
        <a:spcPct val="0"/>
      </a:spcBef>
      <a:spcAft>
        <a:spcPct val="0"/>
      </a:spcAft>
      <a:buNone/>
      <a:defRPr sz="3200" b="1" i="0" u="none" kern="1200" baseline="0">
        <a:solidFill>
          <a:srgbClr val="FFFF00"/>
        </a:solidFill>
        <a:latin typeface="Arial" panose="020B0604020202020204" pitchFamily="34" charset="0"/>
        <a:ea typeface="楷体_GB2312" pitchFamily="49" charset="-122"/>
        <a:cs typeface="+mn-cs"/>
      </a:defRPr>
    </a:lvl8pPr>
    <a:lvl9pPr marL="3657600" lvl="8" indent="0" algn="l" defTabSz="914400" rtl="0" eaLnBrk="1" fontAlgn="base" latinLnBrk="0" hangingPunct="1">
      <a:lnSpc>
        <a:spcPct val="100000"/>
      </a:lnSpc>
      <a:spcBef>
        <a:spcPct val="0"/>
      </a:spcBef>
      <a:spcAft>
        <a:spcPct val="0"/>
      </a:spcAft>
      <a:buNone/>
      <a:defRPr sz="3200" b="1" i="0" u="none" kern="1200" baseline="0">
        <a:solidFill>
          <a:srgbClr val="FFFF00"/>
        </a:solidFill>
        <a:latin typeface="Arial" panose="020B0604020202020204" pitchFamily="34" charset="0"/>
        <a:ea typeface="楷体_GB2312"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99FF"/>
    <a:srgbClr val="66FF33"/>
    <a:srgbClr val="FF9900"/>
    <a:srgbClr val="FFCC00"/>
    <a:srgbClr val="FFFF00"/>
    <a:srgbClr val="FF3300"/>
    <a:srgbClr val="000099"/>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6841"/>
    <p:restoredTop sz="93481"/>
  </p:normalViewPr>
  <p:slideViewPr>
    <p:cSldViewPr showGuides="1">
      <p:cViewPr varScale="1">
        <p:scale>
          <a:sx n="101" d="100"/>
          <a:sy n="101" d="100"/>
        </p:scale>
        <p:origin x="-1914" y="-78"/>
      </p:cViewPr>
      <p:guideLst>
        <p:guide orient="horz" pos="2160"/>
        <p:guide pos="2880"/>
      </p:guideLst>
    </p:cSldViewPr>
  </p:slid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6" Type="http://schemas.openxmlformats.org/officeDocument/2006/relationships/tableStyles" Target="tableStyles.xml"/><Relationship Id="rId75" Type="http://schemas.openxmlformats.org/officeDocument/2006/relationships/viewProps" Target="viewProps.xml"/><Relationship Id="rId74" Type="http://schemas.openxmlformats.org/officeDocument/2006/relationships/presProps" Target="presProps.xml"/><Relationship Id="rId73" Type="http://schemas.openxmlformats.org/officeDocument/2006/relationships/notesMaster" Target="notesMasters/notesMaster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activeX1.xml><?xml version="1.0" encoding="utf-8"?>
<ax:ocx xmlns:ax="http://schemas.microsoft.com/office/2006/activeX" xmlns:r="http://schemas.openxmlformats.org/officeDocument/2006/relationships" ax:classid="{00000000-0000-0000-0000-000000000000}" ax:persistence="persistStorage" r:id="rId1"/>
</file>

<file path=ppt/drawings/_rels/vmlDrawing1.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6" Type="http://schemas.openxmlformats.org/officeDocument/2006/relationships/image" Target="../media/image14.wmf"/><Relationship Id="rId5" Type="http://schemas.openxmlformats.org/officeDocument/2006/relationships/image" Target="../media/image13.wmf"/><Relationship Id="rId4" Type="http://schemas.openxmlformats.org/officeDocument/2006/relationships/image" Target="../media/image12.wmf"/><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6" Type="http://schemas.openxmlformats.org/officeDocument/2006/relationships/image" Target="../media/image22.wmf"/><Relationship Id="rId5" Type="http://schemas.openxmlformats.org/officeDocument/2006/relationships/image" Target="../media/image21.wmf"/><Relationship Id="rId4" Type="http://schemas.openxmlformats.org/officeDocument/2006/relationships/image" Target="../media/image20.wmf"/><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6" Type="http://schemas.openxmlformats.org/officeDocument/2006/relationships/image" Target="../media/image29.wmf"/><Relationship Id="rId5" Type="http://schemas.openxmlformats.org/officeDocument/2006/relationships/image" Target="../media/image28.wmf"/><Relationship Id="rId4" Type="http://schemas.openxmlformats.org/officeDocument/2006/relationships/image" Target="../media/image27.wmf"/><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9.vml.rels><?xml version="1.0" encoding="UTF-8" standalone="yes"?>
<Relationships xmlns="http://schemas.openxmlformats.org/package/2006/relationships"><Relationship Id="rId6" Type="http://schemas.openxmlformats.org/officeDocument/2006/relationships/image" Target="../media/image26.wmf"/><Relationship Id="rId5" Type="http://schemas.openxmlformats.org/officeDocument/2006/relationships/image" Target="../media/image25.wmf"/><Relationship Id="rId4" Type="http://schemas.openxmlformats.org/officeDocument/2006/relationships/image" Target="../media/image24.wmf"/><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10.vml.rels><?xml version="1.0" encoding="UTF-8" standalone="yes"?>
<Relationships xmlns="http://schemas.openxmlformats.org/package/2006/relationships"><Relationship Id="rId9" Type="http://schemas.openxmlformats.org/officeDocument/2006/relationships/image" Target="../media/image37.wmf"/><Relationship Id="rId8" Type="http://schemas.openxmlformats.org/officeDocument/2006/relationships/image" Target="../media/image36.wmf"/><Relationship Id="rId7" Type="http://schemas.openxmlformats.org/officeDocument/2006/relationships/image" Target="../media/image35.wmf"/><Relationship Id="rId6" Type="http://schemas.openxmlformats.org/officeDocument/2006/relationships/image" Target="../media/image34.wmf"/><Relationship Id="rId5" Type="http://schemas.openxmlformats.org/officeDocument/2006/relationships/image" Target="../media/image33.wmf"/><Relationship Id="rId4" Type="http://schemas.openxmlformats.org/officeDocument/2006/relationships/image" Target="../media/image32.wmf"/><Relationship Id="rId3" Type="http://schemas.openxmlformats.org/officeDocument/2006/relationships/image" Target="../media/image19.wmf"/><Relationship Id="rId2" Type="http://schemas.openxmlformats.org/officeDocument/2006/relationships/image" Target="../media/image18.wmf"/><Relationship Id="rId15" Type="http://schemas.openxmlformats.org/officeDocument/2006/relationships/image" Target="../media/image26.wmf"/><Relationship Id="rId14" Type="http://schemas.openxmlformats.org/officeDocument/2006/relationships/image" Target="../media/image25.wmf"/><Relationship Id="rId13" Type="http://schemas.openxmlformats.org/officeDocument/2006/relationships/image" Target="../media/image24.wmf"/><Relationship Id="rId12" Type="http://schemas.openxmlformats.org/officeDocument/2006/relationships/image" Target="../media/image40.wmf"/><Relationship Id="rId11" Type="http://schemas.openxmlformats.org/officeDocument/2006/relationships/image" Target="../media/image39.wmf"/><Relationship Id="rId10" Type="http://schemas.openxmlformats.org/officeDocument/2006/relationships/image" Target="../media/image38.wmf"/><Relationship Id="rId1" Type="http://schemas.openxmlformats.org/officeDocument/2006/relationships/image" Target="../media/image17.wmf"/></Relationships>
</file>

<file path=ppt/drawings/_rels/vmlDrawing11.vml.rels><?xml version="1.0" encoding="UTF-8" standalone="yes"?>
<Relationships xmlns="http://schemas.openxmlformats.org/package/2006/relationships"><Relationship Id="rId9" Type="http://schemas.openxmlformats.org/officeDocument/2006/relationships/image" Target="../media/image49.wmf"/><Relationship Id="rId8" Type="http://schemas.openxmlformats.org/officeDocument/2006/relationships/image" Target="../media/image48.wmf"/><Relationship Id="rId7" Type="http://schemas.openxmlformats.org/officeDocument/2006/relationships/image" Target="../media/image47.wmf"/><Relationship Id="rId6" Type="http://schemas.openxmlformats.org/officeDocument/2006/relationships/image" Target="../media/image46.wmf"/><Relationship Id="rId5" Type="http://schemas.openxmlformats.org/officeDocument/2006/relationships/image" Target="../media/image45.wmf"/><Relationship Id="rId4" Type="http://schemas.openxmlformats.org/officeDocument/2006/relationships/image" Target="../media/image44.wmf"/><Relationship Id="rId3" Type="http://schemas.openxmlformats.org/officeDocument/2006/relationships/image" Target="../media/image43.wmf"/><Relationship Id="rId2" Type="http://schemas.openxmlformats.org/officeDocument/2006/relationships/image" Target="../media/image42.wmf"/><Relationship Id="rId10" Type="http://schemas.openxmlformats.org/officeDocument/2006/relationships/image" Target="../media/image50.wmf"/><Relationship Id="rId1" Type="http://schemas.openxmlformats.org/officeDocument/2006/relationships/image" Target="../media/image41.wmf"/></Relationships>
</file>

<file path=ppt/drawings/_rels/vmlDrawing12.vml.rels><?xml version="1.0" encoding="UTF-8" standalone="yes"?>
<Relationships xmlns="http://schemas.openxmlformats.org/package/2006/relationships"><Relationship Id="rId9" Type="http://schemas.openxmlformats.org/officeDocument/2006/relationships/image" Target="../media/image38.wmf"/><Relationship Id="rId8" Type="http://schemas.openxmlformats.org/officeDocument/2006/relationships/image" Target="../media/image36.wmf"/><Relationship Id="rId7" Type="http://schemas.openxmlformats.org/officeDocument/2006/relationships/image" Target="../media/image35.wmf"/><Relationship Id="rId6" Type="http://schemas.openxmlformats.org/officeDocument/2006/relationships/image" Target="../media/image34.wmf"/><Relationship Id="rId5" Type="http://schemas.openxmlformats.org/officeDocument/2006/relationships/image" Target="../media/image19.wmf"/><Relationship Id="rId4" Type="http://schemas.openxmlformats.org/officeDocument/2006/relationships/image" Target="../media/image18.wmf"/><Relationship Id="rId3" Type="http://schemas.openxmlformats.org/officeDocument/2006/relationships/image" Target="../media/image17.wmf"/><Relationship Id="rId2" Type="http://schemas.openxmlformats.org/officeDocument/2006/relationships/image" Target="../media/image52.wmf"/><Relationship Id="rId11" Type="http://schemas.openxmlformats.org/officeDocument/2006/relationships/image" Target="../media/image40.wmf"/><Relationship Id="rId10" Type="http://schemas.openxmlformats.org/officeDocument/2006/relationships/image" Target="../media/image39.wmf"/><Relationship Id="rId1" Type="http://schemas.openxmlformats.org/officeDocument/2006/relationships/image" Target="../media/image51.wmf"/></Relationships>
</file>

<file path=ppt/drawings/_rels/vmlDrawing13.vml.rels><?xml version="1.0" encoding="UTF-8" standalone="yes"?>
<Relationships xmlns="http://schemas.openxmlformats.org/package/2006/relationships"><Relationship Id="rId9" Type="http://schemas.openxmlformats.org/officeDocument/2006/relationships/image" Target="../media/image61.wmf"/><Relationship Id="rId8" Type="http://schemas.openxmlformats.org/officeDocument/2006/relationships/image" Target="../media/image60.wmf"/><Relationship Id="rId7" Type="http://schemas.openxmlformats.org/officeDocument/2006/relationships/image" Target="../media/image59.wmf"/><Relationship Id="rId6" Type="http://schemas.openxmlformats.org/officeDocument/2006/relationships/image" Target="../media/image58.wmf"/><Relationship Id="rId5" Type="http://schemas.openxmlformats.org/officeDocument/2006/relationships/image" Target="../media/image57.wmf"/><Relationship Id="rId4" Type="http://schemas.openxmlformats.org/officeDocument/2006/relationships/image" Target="../media/image56.wmf"/><Relationship Id="rId3" Type="http://schemas.openxmlformats.org/officeDocument/2006/relationships/image" Target="../media/image55.wmf"/><Relationship Id="rId2" Type="http://schemas.openxmlformats.org/officeDocument/2006/relationships/image" Target="../media/image54.wmf"/><Relationship Id="rId14" Type="http://schemas.openxmlformats.org/officeDocument/2006/relationships/image" Target="../media/image66.wmf"/><Relationship Id="rId13" Type="http://schemas.openxmlformats.org/officeDocument/2006/relationships/image" Target="../media/image65.wmf"/><Relationship Id="rId12" Type="http://schemas.openxmlformats.org/officeDocument/2006/relationships/image" Target="../media/image64.wmf"/><Relationship Id="rId11" Type="http://schemas.openxmlformats.org/officeDocument/2006/relationships/image" Target="../media/image63.wmf"/><Relationship Id="rId10" Type="http://schemas.openxmlformats.org/officeDocument/2006/relationships/image" Target="../media/image62.wmf"/><Relationship Id="rId1" Type="http://schemas.openxmlformats.org/officeDocument/2006/relationships/image" Target="../media/image53.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image" Target="../media/image67.wmf"/></Relationships>
</file>

<file path=ppt/drawings/_rels/vmlDrawing15.vml.rels><?xml version="1.0" encoding="UTF-8" standalone="yes"?>
<Relationships xmlns="http://schemas.openxmlformats.org/package/2006/relationships"><Relationship Id="rId9" Type="http://schemas.openxmlformats.org/officeDocument/2006/relationships/image" Target="../media/image40.wmf"/><Relationship Id="rId8" Type="http://schemas.openxmlformats.org/officeDocument/2006/relationships/image" Target="../media/image39.wmf"/><Relationship Id="rId7" Type="http://schemas.openxmlformats.org/officeDocument/2006/relationships/image" Target="../media/image38.wmf"/><Relationship Id="rId6" Type="http://schemas.openxmlformats.org/officeDocument/2006/relationships/image" Target="../media/image26.wmf"/><Relationship Id="rId5" Type="http://schemas.openxmlformats.org/officeDocument/2006/relationships/image" Target="../media/image25.wmf"/><Relationship Id="rId4" Type="http://schemas.openxmlformats.org/officeDocument/2006/relationships/image" Target="../media/image24.wmf"/><Relationship Id="rId3" Type="http://schemas.openxmlformats.org/officeDocument/2006/relationships/image" Target="../media/image36.wmf"/><Relationship Id="rId2" Type="http://schemas.openxmlformats.org/officeDocument/2006/relationships/image" Target="../media/image35.wmf"/><Relationship Id="rId11" Type="http://schemas.openxmlformats.org/officeDocument/2006/relationships/image" Target="../media/image70.wmf"/><Relationship Id="rId10" Type="http://schemas.openxmlformats.org/officeDocument/2006/relationships/image" Target="../media/image69.wmf"/><Relationship Id="rId1" Type="http://schemas.openxmlformats.org/officeDocument/2006/relationships/image" Target="../media/image34.wmf"/></Relationships>
</file>

<file path=ppt/drawings/_rels/vmlDrawing16.vml.rels><?xml version="1.0" encoding="UTF-8" standalone="yes"?>
<Relationships xmlns="http://schemas.openxmlformats.org/package/2006/relationships"><Relationship Id="rId9" Type="http://schemas.openxmlformats.org/officeDocument/2006/relationships/image" Target="../media/image79.wmf"/><Relationship Id="rId8" Type="http://schemas.openxmlformats.org/officeDocument/2006/relationships/image" Target="../media/image78.wmf"/><Relationship Id="rId7" Type="http://schemas.openxmlformats.org/officeDocument/2006/relationships/image" Target="../media/image77.wmf"/><Relationship Id="rId6" Type="http://schemas.openxmlformats.org/officeDocument/2006/relationships/image" Target="../media/image76.wmf"/><Relationship Id="rId5" Type="http://schemas.openxmlformats.org/officeDocument/2006/relationships/image" Target="../media/image75.wmf"/><Relationship Id="rId4" Type="http://schemas.openxmlformats.org/officeDocument/2006/relationships/image" Target="../media/image74.wmf"/><Relationship Id="rId3" Type="http://schemas.openxmlformats.org/officeDocument/2006/relationships/image" Target="../media/image73.wmf"/><Relationship Id="rId2" Type="http://schemas.openxmlformats.org/officeDocument/2006/relationships/image" Target="../media/image72.wmf"/><Relationship Id="rId12" Type="http://schemas.openxmlformats.org/officeDocument/2006/relationships/image" Target="../media/image82.wmf"/><Relationship Id="rId11" Type="http://schemas.openxmlformats.org/officeDocument/2006/relationships/image" Target="../media/image81.wmf"/><Relationship Id="rId10" Type="http://schemas.openxmlformats.org/officeDocument/2006/relationships/image" Target="../media/image80.wmf"/><Relationship Id="rId1" Type="http://schemas.openxmlformats.org/officeDocument/2006/relationships/image" Target="../media/image71.wmf"/></Relationships>
</file>

<file path=ppt/drawings/_rels/vmlDrawing17.vml.rels><?xml version="1.0" encoding="UTF-8" standalone="yes"?>
<Relationships xmlns="http://schemas.openxmlformats.org/package/2006/relationships"><Relationship Id="rId7" Type="http://schemas.openxmlformats.org/officeDocument/2006/relationships/image" Target="../media/image86.wmf"/><Relationship Id="rId6" Type="http://schemas.openxmlformats.org/officeDocument/2006/relationships/image" Target="../media/image85.wmf"/><Relationship Id="rId5" Type="http://schemas.openxmlformats.org/officeDocument/2006/relationships/image" Target="../media/image84.wmf"/><Relationship Id="rId4" Type="http://schemas.openxmlformats.org/officeDocument/2006/relationships/image" Target="../media/image83.wmf"/><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18.vml.rels><?xml version="1.0" encoding="UTF-8" standalone="yes"?>
<Relationships xmlns="http://schemas.openxmlformats.org/package/2006/relationships"><Relationship Id="rId9" Type="http://schemas.openxmlformats.org/officeDocument/2006/relationships/image" Target="../media/image92.wmf"/><Relationship Id="rId8" Type="http://schemas.openxmlformats.org/officeDocument/2006/relationships/image" Target="../media/image91.wmf"/><Relationship Id="rId7" Type="http://schemas.openxmlformats.org/officeDocument/2006/relationships/image" Target="../media/image90.wmf"/><Relationship Id="rId6" Type="http://schemas.openxmlformats.org/officeDocument/2006/relationships/image" Target="../media/image89.wmf"/><Relationship Id="rId5" Type="http://schemas.openxmlformats.org/officeDocument/2006/relationships/image" Target="../media/image88.wmf"/><Relationship Id="rId4" Type="http://schemas.openxmlformats.org/officeDocument/2006/relationships/image" Target="../media/image87.wmf"/><Relationship Id="rId3" Type="http://schemas.openxmlformats.org/officeDocument/2006/relationships/image" Target="../media/image26.wmf"/><Relationship Id="rId2" Type="http://schemas.openxmlformats.org/officeDocument/2006/relationships/image" Target="../media/image25.wmf"/><Relationship Id="rId15" Type="http://schemas.openxmlformats.org/officeDocument/2006/relationships/image" Target="../media/image98.wmf"/><Relationship Id="rId14" Type="http://schemas.openxmlformats.org/officeDocument/2006/relationships/image" Target="../media/image97.wmf"/><Relationship Id="rId13" Type="http://schemas.openxmlformats.org/officeDocument/2006/relationships/image" Target="../media/image96.wmf"/><Relationship Id="rId12" Type="http://schemas.openxmlformats.org/officeDocument/2006/relationships/image" Target="../media/image95.wmf"/><Relationship Id="rId11" Type="http://schemas.openxmlformats.org/officeDocument/2006/relationships/image" Target="../media/image94.wmf"/><Relationship Id="rId10" Type="http://schemas.openxmlformats.org/officeDocument/2006/relationships/image" Target="../media/image93.wmf"/><Relationship Id="rId1" Type="http://schemas.openxmlformats.org/officeDocument/2006/relationships/image" Target="../media/image24.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100.wmf"/><Relationship Id="rId7" Type="http://schemas.openxmlformats.org/officeDocument/2006/relationships/image" Target="../media/image85.wmf"/><Relationship Id="rId6" Type="http://schemas.openxmlformats.org/officeDocument/2006/relationships/image" Target="../media/image84.wmf"/><Relationship Id="rId5" Type="http://schemas.openxmlformats.org/officeDocument/2006/relationships/image" Target="../media/image83.wmf"/><Relationship Id="rId4" Type="http://schemas.openxmlformats.org/officeDocument/2006/relationships/image" Target="../media/image19.wmf"/><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99.wmf"/></Relationships>
</file>

<file path=ppt/drawings/_rels/vmlDrawing20.vml.rels><?xml version="1.0" encoding="UTF-8" standalone="yes"?>
<Relationships xmlns="http://schemas.openxmlformats.org/package/2006/relationships"><Relationship Id="rId9" Type="http://schemas.openxmlformats.org/officeDocument/2006/relationships/image" Target="../media/image85.wmf"/><Relationship Id="rId8" Type="http://schemas.openxmlformats.org/officeDocument/2006/relationships/image" Target="../media/image84.wmf"/><Relationship Id="rId7" Type="http://schemas.openxmlformats.org/officeDocument/2006/relationships/image" Target="../media/image83.wmf"/><Relationship Id="rId6" Type="http://schemas.openxmlformats.org/officeDocument/2006/relationships/image" Target="../media/image19.wmf"/><Relationship Id="rId5" Type="http://schemas.openxmlformats.org/officeDocument/2006/relationships/image" Target="../media/image18.wmf"/><Relationship Id="rId4" Type="http://schemas.openxmlformats.org/officeDocument/2006/relationships/image" Target="../media/image17.wmf"/><Relationship Id="rId3" Type="http://schemas.openxmlformats.org/officeDocument/2006/relationships/image" Target="../media/image103.wmf"/><Relationship Id="rId2" Type="http://schemas.openxmlformats.org/officeDocument/2006/relationships/image" Target="../media/image102.wmf"/><Relationship Id="rId10" Type="http://schemas.openxmlformats.org/officeDocument/2006/relationships/image" Target="../media/image104.wmf"/><Relationship Id="rId1" Type="http://schemas.openxmlformats.org/officeDocument/2006/relationships/image" Target="../media/image101.wmf"/></Relationships>
</file>

<file path=ppt/drawings/_rels/vmlDrawing21.vml.rels><?xml version="1.0" encoding="UTF-8" standalone="yes"?>
<Relationships xmlns="http://schemas.openxmlformats.org/package/2006/relationships"><Relationship Id="rId9" Type="http://schemas.openxmlformats.org/officeDocument/2006/relationships/image" Target="../media/image85.wmf"/><Relationship Id="rId8" Type="http://schemas.openxmlformats.org/officeDocument/2006/relationships/image" Target="../media/image84.wmf"/><Relationship Id="rId7" Type="http://schemas.openxmlformats.org/officeDocument/2006/relationships/image" Target="../media/image83.wmf"/><Relationship Id="rId6" Type="http://schemas.openxmlformats.org/officeDocument/2006/relationships/image" Target="../media/image19.wmf"/><Relationship Id="rId5" Type="http://schemas.openxmlformats.org/officeDocument/2006/relationships/image" Target="../media/image18.wmf"/><Relationship Id="rId4" Type="http://schemas.openxmlformats.org/officeDocument/2006/relationships/image" Target="../media/image17.wmf"/><Relationship Id="rId3" Type="http://schemas.openxmlformats.org/officeDocument/2006/relationships/image" Target="../media/image107.wmf"/><Relationship Id="rId2" Type="http://schemas.openxmlformats.org/officeDocument/2006/relationships/image" Target="../media/image106.wmf"/><Relationship Id="rId10" Type="http://schemas.openxmlformats.org/officeDocument/2006/relationships/image" Target="../media/image108.wmf"/><Relationship Id="rId1" Type="http://schemas.openxmlformats.org/officeDocument/2006/relationships/image" Target="../media/image105.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09.wmf"/></Relationships>
</file>

<file path=ppt/drawings/_rels/vmlDrawing23.vml.rels><?xml version="1.0" encoding="UTF-8" standalone="yes"?>
<Relationships xmlns="http://schemas.openxmlformats.org/package/2006/relationships"><Relationship Id="rId7" Type="http://schemas.openxmlformats.org/officeDocument/2006/relationships/image" Target="../media/image113.wmf"/><Relationship Id="rId6" Type="http://schemas.openxmlformats.org/officeDocument/2006/relationships/image" Target="../media/image100.wmf"/><Relationship Id="rId5" Type="http://schemas.openxmlformats.org/officeDocument/2006/relationships/image" Target="../media/image112.wmf"/><Relationship Id="rId4" Type="http://schemas.openxmlformats.org/officeDocument/2006/relationships/image" Target="../media/image111.wmf"/><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10.wmf"/></Relationships>
</file>

<file path=ppt/drawings/_rels/vmlDrawing24.vml.rels><?xml version="1.0" encoding="UTF-8" standalone="yes"?>
<Relationships xmlns="http://schemas.openxmlformats.org/package/2006/relationships"><Relationship Id="rId9" Type="http://schemas.openxmlformats.org/officeDocument/2006/relationships/image" Target="../media/image122.wmf"/><Relationship Id="rId8" Type="http://schemas.openxmlformats.org/officeDocument/2006/relationships/image" Target="../media/image121.wmf"/><Relationship Id="rId7" Type="http://schemas.openxmlformats.org/officeDocument/2006/relationships/image" Target="../media/image120.wmf"/><Relationship Id="rId6" Type="http://schemas.openxmlformats.org/officeDocument/2006/relationships/image" Target="../media/image119.wmf"/><Relationship Id="rId5" Type="http://schemas.openxmlformats.org/officeDocument/2006/relationships/image" Target="../media/image118.wmf"/><Relationship Id="rId4" Type="http://schemas.openxmlformats.org/officeDocument/2006/relationships/image" Target="../media/image117.wmf"/><Relationship Id="rId3" Type="http://schemas.openxmlformats.org/officeDocument/2006/relationships/image" Target="../media/image116.wmf"/><Relationship Id="rId2" Type="http://schemas.openxmlformats.org/officeDocument/2006/relationships/image" Target="../media/image115.wmf"/><Relationship Id="rId11" Type="http://schemas.openxmlformats.org/officeDocument/2006/relationships/image" Target="../media/image124.wmf"/><Relationship Id="rId10" Type="http://schemas.openxmlformats.org/officeDocument/2006/relationships/image" Target="../media/image123.wmf"/><Relationship Id="rId1" Type="http://schemas.openxmlformats.org/officeDocument/2006/relationships/image" Target="../media/image114.wmf"/></Relationships>
</file>

<file path=ppt/drawings/_rels/vmlDrawing25.vml.rels><?xml version="1.0" encoding="UTF-8" standalone="yes"?>
<Relationships xmlns="http://schemas.openxmlformats.org/package/2006/relationships"><Relationship Id="rId9" Type="http://schemas.openxmlformats.org/officeDocument/2006/relationships/image" Target="../media/image91.wmf"/><Relationship Id="rId8" Type="http://schemas.openxmlformats.org/officeDocument/2006/relationships/image" Target="../media/image90.wmf"/><Relationship Id="rId7" Type="http://schemas.openxmlformats.org/officeDocument/2006/relationships/image" Target="../media/image89.wmf"/><Relationship Id="rId6" Type="http://schemas.openxmlformats.org/officeDocument/2006/relationships/image" Target="../media/image88.wmf"/><Relationship Id="rId5" Type="http://schemas.openxmlformats.org/officeDocument/2006/relationships/image" Target="../media/image87.wmf"/><Relationship Id="rId4" Type="http://schemas.openxmlformats.org/officeDocument/2006/relationships/image" Target="../media/image26.wmf"/><Relationship Id="rId3" Type="http://schemas.openxmlformats.org/officeDocument/2006/relationships/image" Target="../media/image25.wmf"/><Relationship Id="rId2" Type="http://schemas.openxmlformats.org/officeDocument/2006/relationships/image" Target="../media/image24.wmf"/><Relationship Id="rId10" Type="http://schemas.openxmlformats.org/officeDocument/2006/relationships/image" Target="../media/image92.wmf"/><Relationship Id="rId1" Type="http://schemas.openxmlformats.org/officeDocument/2006/relationships/image" Target="../media/image125.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31.wmf"/><Relationship Id="rId7" Type="http://schemas.openxmlformats.org/officeDocument/2006/relationships/image" Target="../media/image130.wmf"/><Relationship Id="rId6" Type="http://schemas.openxmlformats.org/officeDocument/2006/relationships/image" Target="../media/image129.wmf"/><Relationship Id="rId5" Type="http://schemas.openxmlformats.org/officeDocument/2006/relationships/image" Target="../media/image128.wmf"/><Relationship Id="rId4" Type="http://schemas.openxmlformats.org/officeDocument/2006/relationships/image" Target="../media/image107.wmf"/><Relationship Id="rId3" Type="http://schemas.openxmlformats.org/officeDocument/2006/relationships/image" Target="../media/image106.wmf"/><Relationship Id="rId2" Type="http://schemas.openxmlformats.org/officeDocument/2006/relationships/image" Target="../media/image127.wmf"/><Relationship Id="rId1" Type="http://schemas.openxmlformats.org/officeDocument/2006/relationships/image" Target="../media/image126.wmf"/></Relationships>
</file>

<file path=ppt/drawings/_rels/vmlDrawing27.vml.rels><?xml version="1.0" encoding="UTF-8" standalone="yes"?>
<Relationships xmlns="http://schemas.openxmlformats.org/package/2006/relationships"><Relationship Id="rId7" Type="http://schemas.openxmlformats.org/officeDocument/2006/relationships/image" Target="../media/image135.wmf"/><Relationship Id="rId6" Type="http://schemas.openxmlformats.org/officeDocument/2006/relationships/image" Target="../media/image111.wmf"/><Relationship Id="rId5" Type="http://schemas.openxmlformats.org/officeDocument/2006/relationships/image" Target="../media/image18.wmf"/><Relationship Id="rId4" Type="http://schemas.openxmlformats.org/officeDocument/2006/relationships/image" Target="../media/image17.wmf"/><Relationship Id="rId3" Type="http://schemas.openxmlformats.org/officeDocument/2006/relationships/image" Target="../media/image134.wmf"/><Relationship Id="rId2" Type="http://schemas.openxmlformats.org/officeDocument/2006/relationships/image" Target="../media/image133.wmf"/><Relationship Id="rId1" Type="http://schemas.openxmlformats.org/officeDocument/2006/relationships/image" Target="../media/image132.wmf"/></Relationships>
</file>

<file path=ppt/drawings/_rels/vmlDrawing28.vml.rels><?xml version="1.0" encoding="UTF-8" standalone="yes"?>
<Relationships xmlns="http://schemas.openxmlformats.org/package/2006/relationships"><Relationship Id="rId9" Type="http://schemas.openxmlformats.org/officeDocument/2006/relationships/image" Target="../media/image92.wmf"/><Relationship Id="rId8" Type="http://schemas.openxmlformats.org/officeDocument/2006/relationships/image" Target="../media/image91.wmf"/><Relationship Id="rId7" Type="http://schemas.openxmlformats.org/officeDocument/2006/relationships/image" Target="../media/image90.wmf"/><Relationship Id="rId6" Type="http://schemas.openxmlformats.org/officeDocument/2006/relationships/image" Target="../media/image89.wmf"/><Relationship Id="rId5" Type="http://schemas.openxmlformats.org/officeDocument/2006/relationships/image" Target="../media/image88.wmf"/><Relationship Id="rId4" Type="http://schemas.openxmlformats.org/officeDocument/2006/relationships/image" Target="../media/image87.wmf"/><Relationship Id="rId3" Type="http://schemas.openxmlformats.org/officeDocument/2006/relationships/image" Target="../media/image138.wmf"/><Relationship Id="rId2" Type="http://schemas.openxmlformats.org/officeDocument/2006/relationships/image" Target="../media/image137.wmf"/><Relationship Id="rId15" Type="http://schemas.openxmlformats.org/officeDocument/2006/relationships/image" Target="../media/image142.wmf"/><Relationship Id="rId14" Type="http://schemas.openxmlformats.org/officeDocument/2006/relationships/image" Target="../media/image141.wmf"/><Relationship Id="rId13" Type="http://schemas.openxmlformats.org/officeDocument/2006/relationships/image" Target="../media/image140.wmf"/><Relationship Id="rId12" Type="http://schemas.openxmlformats.org/officeDocument/2006/relationships/image" Target="../media/image139.wmf"/><Relationship Id="rId11" Type="http://schemas.openxmlformats.org/officeDocument/2006/relationships/image" Target="../media/image107.wmf"/><Relationship Id="rId10" Type="http://schemas.openxmlformats.org/officeDocument/2006/relationships/image" Target="../media/image106.wmf"/><Relationship Id="rId1" Type="http://schemas.openxmlformats.org/officeDocument/2006/relationships/image" Target="../media/image136.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89.wmf"/><Relationship Id="rId7" Type="http://schemas.openxmlformats.org/officeDocument/2006/relationships/image" Target="../media/image88.wmf"/><Relationship Id="rId6" Type="http://schemas.openxmlformats.org/officeDocument/2006/relationships/image" Target="../media/image87.wmf"/><Relationship Id="rId5" Type="http://schemas.openxmlformats.org/officeDocument/2006/relationships/image" Target="../media/image142.wmf"/><Relationship Id="rId4" Type="http://schemas.openxmlformats.org/officeDocument/2006/relationships/image" Target="../media/image141.wmf"/><Relationship Id="rId3" Type="http://schemas.openxmlformats.org/officeDocument/2006/relationships/image" Target="../media/image140.wmf"/><Relationship Id="rId2" Type="http://schemas.openxmlformats.org/officeDocument/2006/relationships/image" Target="../media/image107.wmf"/><Relationship Id="rId1" Type="http://schemas.openxmlformats.org/officeDocument/2006/relationships/image" Target="../media/image106.wmf"/></Relationships>
</file>

<file path=ppt/drawings/_rels/vmlDrawing30.vml.rels><?xml version="1.0" encoding="UTF-8" standalone="yes"?>
<Relationships xmlns="http://schemas.openxmlformats.org/package/2006/relationships"><Relationship Id="rId6" Type="http://schemas.openxmlformats.org/officeDocument/2006/relationships/image" Target="../media/image146.wmf"/><Relationship Id="rId5" Type="http://schemas.openxmlformats.org/officeDocument/2006/relationships/image" Target="../media/image145.wmf"/><Relationship Id="rId4" Type="http://schemas.openxmlformats.org/officeDocument/2006/relationships/image" Target="../media/image144.wmf"/><Relationship Id="rId3" Type="http://schemas.openxmlformats.org/officeDocument/2006/relationships/image" Target="../media/image143.wmf"/><Relationship Id="rId2" Type="http://schemas.openxmlformats.org/officeDocument/2006/relationships/image" Target="../media/image107.wmf"/><Relationship Id="rId1" Type="http://schemas.openxmlformats.org/officeDocument/2006/relationships/image" Target="../media/image106.wmf"/></Relationships>
</file>

<file path=ppt/drawings/_rels/vmlDrawing31.vml.rels><?xml version="1.0" encoding="UTF-8" standalone="yes"?>
<Relationships xmlns="http://schemas.openxmlformats.org/package/2006/relationships"><Relationship Id="rId5" Type="http://schemas.openxmlformats.org/officeDocument/2006/relationships/image" Target="../media/image151.wmf"/><Relationship Id="rId4" Type="http://schemas.openxmlformats.org/officeDocument/2006/relationships/image" Target="../media/image150.wmf"/><Relationship Id="rId3" Type="http://schemas.openxmlformats.org/officeDocument/2006/relationships/image" Target="../media/image149.wmf"/><Relationship Id="rId2" Type="http://schemas.openxmlformats.org/officeDocument/2006/relationships/image" Target="../media/image148.wmf"/><Relationship Id="rId1" Type="http://schemas.openxmlformats.org/officeDocument/2006/relationships/image" Target="../media/image147.wmf"/></Relationships>
</file>

<file path=ppt/drawings/_rels/vmlDrawing32.vml.rels><?xml version="1.0" encoding="UTF-8" standalone="yes"?>
<Relationships xmlns="http://schemas.openxmlformats.org/package/2006/relationships"><Relationship Id="rId9" Type="http://schemas.openxmlformats.org/officeDocument/2006/relationships/image" Target="../media/image160.wmf"/><Relationship Id="rId8" Type="http://schemas.openxmlformats.org/officeDocument/2006/relationships/image" Target="../media/image159.wmf"/><Relationship Id="rId7" Type="http://schemas.openxmlformats.org/officeDocument/2006/relationships/image" Target="../media/image158.wmf"/><Relationship Id="rId6" Type="http://schemas.openxmlformats.org/officeDocument/2006/relationships/image" Target="../media/image157.wmf"/><Relationship Id="rId5" Type="http://schemas.openxmlformats.org/officeDocument/2006/relationships/image" Target="../media/image156.wmf"/><Relationship Id="rId4" Type="http://schemas.openxmlformats.org/officeDocument/2006/relationships/image" Target="../media/image155.wmf"/><Relationship Id="rId3" Type="http://schemas.openxmlformats.org/officeDocument/2006/relationships/image" Target="../media/image154.wmf"/><Relationship Id="rId2" Type="http://schemas.openxmlformats.org/officeDocument/2006/relationships/image" Target="../media/image153.wmf"/><Relationship Id="rId10" Type="http://schemas.openxmlformats.org/officeDocument/2006/relationships/image" Target="../media/image161.wmf"/><Relationship Id="rId1" Type="http://schemas.openxmlformats.org/officeDocument/2006/relationships/image" Target="../media/image152.wmf"/></Relationships>
</file>

<file path=ppt/drawings/_rels/vmlDrawing33.vml.rels><?xml version="1.0" encoding="UTF-8" standalone="yes"?>
<Relationships xmlns="http://schemas.openxmlformats.org/package/2006/relationships"><Relationship Id="rId9" Type="http://schemas.openxmlformats.org/officeDocument/2006/relationships/image" Target="../media/image165.wmf"/><Relationship Id="rId8" Type="http://schemas.openxmlformats.org/officeDocument/2006/relationships/image" Target="../media/image164.wmf"/><Relationship Id="rId7" Type="http://schemas.openxmlformats.org/officeDocument/2006/relationships/image" Target="../media/image163.wmf"/><Relationship Id="rId6" Type="http://schemas.openxmlformats.org/officeDocument/2006/relationships/image" Target="../media/image162.wmf"/><Relationship Id="rId5" Type="http://schemas.openxmlformats.org/officeDocument/2006/relationships/image" Target="../media/image156.wmf"/><Relationship Id="rId4" Type="http://schemas.openxmlformats.org/officeDocument/2006/relationships/image" Target="../media/image155.wmf"/><Relationship Id="rId3" Type="http://schemas.openxmlformats.org/officeDocument/2006/relationships/image" Target="../media/image154.wmf"/><Relationship Id="rId2" Type="http://schemas.openxmlformats.org/officeDocument/2006/relationships/image" Target="../media/image153.wmf"/><Relationship Id="rId10" Type="http://schemas.openxmlformats.org/officeDocument/2006/relationships/image" Target="../media/image166.wmf"/><Relationship Id="rId1" Type="http://schemas.openxmlformats.org/officeDocument/2006/relationships/image" Target="../media/image152.wmf"/></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174.wmf"/><Relationship Id="rId7" Type="http://schemas.openxmlformats.org/officeDocument/2006/relationships/image" Target="../media/image173.wmf"/><Relationship Id="rId6" Type="http://schemas.openxmlformats.org/officeDocument/2006/relationships/image" Target="../media/image172.wmf"/><Relationship Id="rId5" Type="http://schemas.openxmlformats.org/officeDocument/2006/relationships/image" Target="../media/image171.wmf"/><Relationship Id="rId4" Type="http://schemas.openxmlformats.org/officeDocument/2006/relationships/image" Target="../media/image170.wmf"/><Relationship Id="rId3" Type="http://schemas.openxmlformats.org/officeDocument/2006/relationships/image" Target="../media/image169.wmf"/><Relationship Id="rId2" Type="http://schemas.openxmlformats.org/officeDocument/2006/relationships/image" Target="../media/image168.wmf"/><Relationship Id="rId1" Type="http://schemas.openxmlformats.org/officeDocument/2006/relationships/image" Target="../media/image167.wmf"/></Relationships>
</file>

<file path=ppt/drawings/_rels/vmlDrawing35.vml.rels><?xml version="1.0" encoding="UTF-8" standalone="yes"?>
<Relationships xmlns="http://schemas.openxmlformats.org/package/2006/relationships"><Relationship Id="rId9" Type="http://schemas.openxmlformats.org/officeDocument/2006/relationships/image" Target="../media/image183.wmf"/><Relationship Id="rId8" Type="http://schemas.openxmlformats.org/officeDocument/2006/relationships/image" Target="../media/image182.wmf"/><Relationship Id="rId7" Type="http://schemas.openxmlformats.org/officeDocument/2006/relationships/image" Target="../media/image181.wmf"/><Relationship Id="rId6" Type="http://schemas.openxmlformats.org/officeDocument/2006/relationships/image" Target="../media/image180.wmf"/><Relationship Id="rId5" Type="http://schemas.openxmlformats.org/officeDocument/2006/relationships/image" Target="../media/image179.wmf"/><Relationship Id="rId4" Type="http://schemas.openxmlformats.org/officeDocument/2006/relationships/image" Target="../media/image178.wmf"/><Relationship Id="rId3" Type="http://schemas.openxmlformats.org/officeDocument/2006/relationships/image" Target="../media/image177.wmf"/><Relationship Id="rId2" Type="http://schemas.openxmlformats.org/officeDocument/2006/relationships/image" Target="../media/image176.wmf"/><Relationship Id="rId1" Type="http://schemas.openxmlformats.org/officeDocument/2006/relationships/image" Target="../media/image175.wmf"/></Relationships>
</file>

<file path=ppt/drawings/_rels/vmlDrawing36.vml.rels><?xml version="1.0" encoding="UTF-8" standalone="yes"?>
<Relationships xmlns="http://schemas.openxmlformats.org/package/2006/relationships"><Relationship Id="rId8" Type="http://schemas.openxmlformats.org/officeDocument/2006/relationships/image" Target="../media/image190.wmf"/><Relationship Id="rId7" Type="http://schemas.openxmlformats.org/officeDocument/2006/relationships/image" Target="../media/image189.wmf"/><Relationship Id="rId6" Type="http://schemas.openxmlformats.org/officeDocument/2006/relationships/image" Target="../media/image188.wmf"/><Relationship Id="rId5" Type="http://schemas.openxmlformats.org/officeDocument/2006/relationships/image" Target="../media/image187.wmf"/><Relationship Id="rId4" Type="http://schemas.openxmlformats.org/officeDocument/2006/relationships/image" Target="../media/image152.wmf"/><Relationship Id="rId3" Type="http://schemas.openxmlformats.org/officeDocument/2006/relationships/image" Target="../media/image186.wmf"/><Relationship Id="rId2" Type="http://schemas.openxmlformats.org/officeDocument/2006/relationships/image" Target="../media/image185.wmf"/><Relationship Id="rId1" Type="http://schemas.openxmlformats.org/officeDocument/2006/relationships/image" Target="../media/image184.wmf"/></Relationships>
</file>

<file path=ppt/drawings/_rels/vmlDrawing37.vml.rels><?xml version="1.0" encoding="UTF-8" standalone="yes"?>
<Relationships xmlns="http://schemas.openxmlformats.org/package/2006/relationships"><Relationship Id="rId5" Type="http://schemas.openxmlformats.org/officeDocument/2006/relationships/image" Target="../media/image19.wmf"/><Relationship Id="rId4" Type="http://schemas.openxmlformats.org/officeDocument/2006/relationships/image" Target="../media/image18.wmf"/><Relationship Id="rId3" Type="http://schemas.openxmlformats.org/officeDocument/2006/relationships/image" Target="../media/image17.wmf"/><Relationship Id="rId2" Type="http://schemas.openxmlformats.org/officeDocument/2006/relationships/image" Target="../media/image192.wmf"/><Relationship Id="rId1" Type="http://schemas.openxmlformats.org/officeDocument/2006/relationships/image" Target="../media/image191.wmf"/></Relationships>
</file>

<file path=ppt/drawings/_rels/vmlDrawing38.vml.rels><?xml version="1.0" encoding="UTF-8" standalone="yes"?>
<Relationships xmlns="http://schemas.openxmlformats.org/package/2006/relationships"><Relationship Id="rId7" Type="http://schemas.openxmlformats.org/officeDocument/2006/relationships/image" Target="../media/image199.wmf"/><Relationship Id="rId6" Type="http://schemas.openxmlformats.org/officeDocument/2006/relationships/image" Target="../media/image198.wmf"/><Relationship Id="rId5" Type="http://schemas.openxmlformats.org/officeDocument/2006/relationships/image" Target="../media/image197.wmf"/><Relationship Id="rId4" Type="http://schemas.openxmlformats.org/officeDocument/2006/relationships/image" Target="../media/image196.wmf"/><Relationship Id="rId3" Type="http://schemas.openxmlformats.org/officeDocument/2006/relationships/image" Target="../media/image195.wmf"/><Relationship Id="rId2" Type="http://schemas.openxmlformats.org/officeDocument/2006/relationships/image" Target="../media/image194.wmf"/><Relationship Id="rId1" Type="http://schemas.openxmlformats.org/officeDocument/2006/relationships/image" Target="../media/image193.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200.wmf"/></Relationships>
</file>

<file path=ppt/drawings/_rels/vmlDrawing40.vml.rels><?xml version="1.0" encoding="UTF-8" standalone="yes"?>
<Relationships xmlns="http://schemas.openxmlformats.org/package/2006/relationships"><Relationship Id="rId7" Type="http://schemas.openxmlformats.org/officeDocument/2006/relationships/image" Target="../media/image207.wmf"/><Relationship Id="rId6" Type="http://schemas.openxmlformats.org/officeDocument/2006/relationships/image" Target="../media/image206.wmf"/><Relationship Id="rId5" Type="http://schemas.openxmlformats.org/officeDocument/2006/relationships/image" Target="../media/image205.wmf"/><Relationship Id="rId4" Type="http://schemas.openxmlformats.org/officeDocument/2006/relationships/image" Target="../media/image204.wmf"/><Relationship Id="rId3" Type="http://schemas.openxmlformats.org/officeDocument/2006/relationships/image" Target="../media/image203.wmf"/><Relationship Id="rId2" Type="http://schemas.openxmlformats.org/officeDocument/2006/relationships/image" Target="../media/image202.wmf"/><Relationship Id="rId1" Type="http://schemas.openxmlformats.org/officeDocument/2006/relationships/image" Target="../media/image201.wmf"/></Relationships>
</file>

<file path=ppt/drawings/_rels/vmlDrawing41.vml.rels><?xml version="1.0" encoding="UTF-8" standalone="yes"?>
<Relationships xmlns="http://schemas.openxmlformats.org/package/2006/relationships"><Relationship Id="rId9" Type="http://schemas.openxmlformats.org/officeDocument/2006/relationships/image" Target="../media/image19.wmf"/><Relationship Id="rId8" Type="http://schemas.openxmlformats.org/officeDocument/2006/relationships/image" Target="../media/image18.wmf"/><Relationship Id="rId7" Type="http://schemas.openxmlformats.org/officeDocument/2006/relationships/image" Target="../media/image17.wmf"/><Relationship Id="rId6" Type="http://schemas.openxmlformats.org/officeDocument/2006/relationships/image" Target="../media/image213.wmf"/><Relationship Id="rId5" Type="http://schemas.openxmlformats.org/officeDocument/2006/relationships/image" Target="../media/image212.wmf"/><Relationship Id="rId4" Type="http://schemas.openxmlformats.org/officeDocument/2006/relationships/image" Target="../media/image211.wmf"/><Relationship Id="rId3" Type="http://schemas.openxmlformats.org/officeDocument/2006/relationships/image" Target="../media/image210.wmf"/><Relationship Id="rId2" Type="http://schemas.openxmlformats.org/officeDocument/2006/relationships/image" Target="../media/image209.wmf"/><Relationship Id="rId10" Type="http://schemas.openxmlformats.org/officeDocument/2006/relationships/image" Target="../media/image214.wmf"/><Relationship Id="rId1" Type="http://schemas.openxmlformats.org/officeDocument/2006/relationships/image" Target="../media/image208.w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216.wmf"/><Relationship Id="rId1" Type="http://schemas.openxmlformats.org/officeDocument/2006/relationships/image" Target="../media/image215.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217.wmf"/></Relationships>
</file>

<file path=ppt/drawings/_rels/vmlDrawing44.vml.rels><?xml version="1.0" encoding="UTF-8" standalone="yes"?>
<Relationships xmlns="http://schemas.openxmlformats.org/package/2006/relationships"><Relationship Id="rId2" Type="http://schemas.openxmlformats.org/officeDocument/2006/relationships/image" Target="../media/image219.wmf"/><Relationship Id="rId1" Type="http://schemas.openxmlformats.org/officeDocument/2006/relationships/image" Target="../media/image218.wmf"/></Relationships>
</file>

<file path=ppt/drawings/_rels/vmlDrawing45.vml.rels><?xml version="1.0" encoding="UTF-8" standalone="yes"?>
<Relationships xmlns="http://schemas.openxmlformats.org/package/2006/relationships"><Relationship Id="rId2" Type="http://schemas.openxmlformats.org/officeDocument/2006/relationships/image" Target="../media/image221.wmf"/><Relationship Id="rId1" Type="http://schemas.openxmlformats.org/officeDocument/2006/relationships/image" Target="../media/image220.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224.wmf"/><Relationship Id="rId2" Type="http://schemas.openxmlformats.org/officeDocument/2006/relationships/image" Target="../media/image223.wmf"/><Relationship Id="rId1" Type="http://schemas.openxmlformats.org/officeDocument/2006/relationships/image" Target="../media/image222.wmf"/></Relationships>
</file>

<file path=ppt/drawings/_rels/vmlDrawing47.vml.rels><?xml version="1.0" encoding="UTF-8" standalone="yes"?>
<Relationships xmlns="http://schemas.openxmlformats.org/package/2006/relationships"><Relationship Id="rId2" Type="http://schemas.openxmlformats.org/officeDocument/2006/relationships/image" Target="../media/image226.wmf"/><Relationship Id="rId1" Type="http://schemas.openxmlformats.org/officeDocument/2006/relationships/image" Target="../media/image225.wmf"/></Relationships>
</file>

<file path=ppt/drawings/_rels/vmlDrawing48.vml.rels><?xml version="1.0" encoding="UTF-8" standalone="yes"?>
<Relationships xmlns="http://schemas.openxmlformats.org/package/2006/relationships"><Relationship Id="rId4" Type="http://schemas.openxmlformats.org/officeDocument/2006/relationships/image" Target="../media/image230.wmf"/><Relationship Id="rId3" Type="http://schemas.openxmlformats.org/officeDocument/2006/relationships/image" Target="../media/image229.wmf"/><Relationship Id="rId2" Type="http://schemas.openxmlformats.org/officeDocument/2006/relationships/image" Target="../media/image228.wmf"/><Relationship Id="rId1" Type="http://schemas.openxmlformats.org/officeDocument/2006/relationships/image" Target="../media/image227.wmf"/></Relationships>
</file>

<file path=ppt/drawings/_rels/vmlDrawing49.vml.rels><?xml version="1.0" encoding="UTF-8" standalone="yes"?>
<Relationships xmlns="http://schemas.openxmlformats.org/package/2006/relationships"><Relationship Id="rId2" Type="http://schemas.openxmlformats.org/officeDocument/2006/relationships/image" Target="../media/image232.wmf"/><Relationship Id="rId1" Type="http://schemas.openxmlformats.org/officeDocument/2006/relationships/image" Target="../media/image231.w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233.wmf"/></Relationships>
</file>

<file path=ppt/drawings/_rels/vmlDrawing51.vml.rels><?xml version="1.0" encoding="UTF-8" standalone="yes"?>
<Relationships xmlns="http://schemas.openxmlformats.org/package/2006/relationships"><Relationship Id="rId9" Type="http://schemas.openxmlformats.org/officeDocument/2006/relationships/image" Target="../media/image242.wmf"/><Relationship Id="rId8" Type="http://schemas.openxmlformats.org/officeDocument/2006/relationships/image" Target="../media/image241.wmf"/><Relationship Id="rId7" Type="http://schemas.openxmlformats.org/officeDocument/2006/relationships/image" Target="../media/image240.wmf"/><Relationship Id="rId6" Type="http://schemas.openxmlformats.org/officeDocument/2006/relationships/image" Target="../media/image239.wmf"/><Relationship Id="rId5" Type="http://schemas.openxmlformats.org/officeDocument/2006/relationships/image" Target="../media/image238.wmf"/><Relationship Id="rId4" Type="http://schemas.openxmlformats.org/officeDocument/2006/relationships/image" Target="../media/image237.wmf"/><Relationship Id="rId3" Type="http://schemas.openxmlformats.org/officeDocument/2006/relationships/image" Target="../media/image236.wmf"/><Relationship Id="rId2" Type="http://schemas.openxmlformats.org/officeDocument/2006/relationships/image" Target="../media/image235.wmf"/><Relationship Id="rId1" Type="http://schemas.openxmlformats.org/officeDocument/2006/relationships/image" Target="../media/image234.wmf"/></Relationships>
</file>

<file path=ppt/drawings/_rels/vmlDrawing52.vml.rels><?xml version="1.0" encoding="UTF-8" standalone="yes"?>
<Relationships xmlns="http://schemas.openxmlformats.org/package/2006/relationships"><Relationship Id="rId6" Type="http://schemas.openxmlformats.org/officeDocument/2006/relationships/image" Target="../media/image248.wmf"/><Relationship Id="rId5" Type="http://schemas.openxmlformats.org/officeDocument/2006/relationships/image" Target="../media/image247.wmf"/><Relationship Id="rId4" Type="http://schemas.openxmlformats.org/officeDocument/2006/relationships/image" Target="../media/image246.wmf"/><Relationship Id="rId3" Type="http://schemas.openxmlformats.org/officeDocument/2006/relationships/image" Target="../media/image245.wmf"/><Relationship Id="rId2" Type="http://schemas.openxmlformats.org/officeDocument/2006/relationships/image" Target="../media/image244.wmf"/><Relationship Id="rId1" Type="http://schemas.openxmlformats.org/officeDocument/2006/relationships/image" Target="../media/image243.wmf"/></Relationships>
</file>

<file path=ppt/drawings/_rels/vmlDrawing53.vml.rels><?xml version="1.0" encoding="UTF-8" standalone="yes"?>
<Relationships xmlns="http://schemas.openxmlformats.org/package/2006/relationships"><Relationship Id="rId5" Type="http://schemas.openxmlformats.org/officeDocument/2006/relationships/image" Target="../media/image253.wmf"/><Relationship Id="rId4" Type="http://schemas.openxmlformats.org/officeDocument/2006/relationships/image" Target="../media/image252.wmf"/><Relationship Id="rId3" Type="http://schemas.openxmlformats.org/officeDocument/2006/relationships/image" Target="../media/image251.wmf"/><Relationship Id="rId2" Type="http://schemas.openxmlformats.org/officeDocument/2006/relationships/image" Target="../media/image250.wmf"/><Relationship Id="rId1" Type="http://schemas.openxmlformats.org/officeDocument/2006/relationships/image" Target="../media/image249.wmf"/></Relationships>
</file>

<file path=ppt/drawings/_rels/vmlDrawing54.vml.rels><?xml version="1.0" encoding="UTF-8" standalone="yes"?>
<Relationships xmlns="http://schemas.openxmlformats.org/package/2006/relationships"><Relationship Id="rId5" Type="http://schemas.openxmlformats.org/officeDocument/2006/relationships/image" Target="../media/image258.wmf"/><Relationship Id="rId4" Type="http://schemas.openxmlformats.org/officeDocument/2006/relationships/image" Target="../media/image257.wmf"/><Relationship Id="rId3" Type="http://schemas.openxmlformats.org/officeDocument/2006/relationships/image" Target="../media/image256.wmf"/><Relationship Id="rId2" Type="http://schemas.openxmlformats.org/officeDocument/2006/relationships/image" Target="../media/image255.wmf"/><Relationship Id="rId1" Type="http://schemas.openxmlformats.org/officeDocument/2006/relationships/image" Target="../media/image254.wmf"/></Relationships>
</file>

<file path=ppt/drawings/_rels/vmlDrawing55.vml.rels><?xml version="1.0" encoding="UTF-8" standalone="yes"?>
<Relationships xmlns="http://schemas.openxmlformats.org/package/2006/relationships"><Relationship Id="rId3" Type="http://schemas.openxmlformats.org/officeDocument/2006/relationships/image" Target="../media/image251.wmf"/><Relationship Id="rId2" Type="http://schemas.openxmlformats.org/officeDocument/2006/relationships/image" Target="../media/image250.wmf"/><Relationship Id="rId1" Type="http://schemas.openxmlformats.org/officeDocument/2006/relationships/image" Target="../media/image249.wmf"/></Relationships>
</file>

<file path=ppt/drawings/_rels/vmlDrawing56.vml.rels><?xml version="1.0" encoding="UTF-8" standalone="yes"?>
<Relationships xmlns="http://schemas.openxmlformats.org/package/2006/relationships"><Relationship Id="rId6" Type="http://schemas.openxmlformats.org/officeDocument/2006/relationships/image" Target="../media/image264.wmf"/><Relationship Id="rId5" Type="http://schemas.openxmlformats.org/officeDocument/2006/relationships/image" Target="../media/image263.wmf"/><Relationship Id="rId4" Type="http://schemas.openxmlformats.org/officeDocument/2006/relationships/image" Target="../media/image262.wmf"/><Relationship Id="rId3" Type="http://schemas.openxmlformats.org/officeDocument/2006/relationships/image" Target="../media/image261.wmf"/><Relationship Id="rId2" Type="http://schemas.openxmlformats.org/officeDocument/2006/relationships/image" Target="../media/image260.wmf"/><Relationship Id="rId1" Type="http://schemas.openxmlformats.org/officeDocument/2006/relationships/image" Target="../media/image25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931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b="0" smtClean="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3187"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b="0" smtClean="0">
                <a:solidFill>
                  <a:schemeClr val="tx1"/>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4756" name="Rectangle 4"/>
          <p:cNvSpPr>
            <a:spLocks noRo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93189"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3190"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b="0" smtClean="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3191"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59394" name="Picture 2" descr="333"/>
          <p:cNvPicPr>
            <a:picLocks noChangeAspect="1"/>
          </p:cNvPicPr>
          <p:nvPr userDrawn="1"/>
        </p:nvPicPr>
        <p:blipFill>
          <a:blip r:embed="rId2"/>
          <a:stretch>
            <a:fillRect/>
          </a:stretch>
        </p:blipFill>
        <p:spPr>
          <a:xfrm>
            <a:off x="0" y="0"/>
            <a:ext cx="9180513" cy="6884988"/>
          </a:xfrm>
          <a:prstGeom prst="rect">
            <a:avLst/>
          </a:prstGeom>
          <a:noFill/>
          <a:ln w="9525">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58370" name="Picture 7" descr="333"/>
          <p:cNvPicPr>
            <a:picLocks noChangeAspect="1"/>
          </p:cNvPicPr>
          <p:nvPr userDrawn="1"/>
        </p:nvPicPr>
        <p:blipFill>
          <a:blip r:embed="rId13"/>
          <a:stretch>
            <a:fillRect/>
          </a:stretch>
        </p:blipFill>
        <p:spPr>
          <a:xfrm>
            <a:off x="0" y="0"/>
            <a:ext cx="9180513" cy="6884988"/>
          </a:xfrm>
          <a:prstGeom prst="rect">
            <a:avLst/>
          </a:prstGeom>
          <a:noFill/>
          <a:ln w="9525">
            <a:noFill/>
          </a:ln>
        </p:spPr>
      </p:pic>
      <p:sp>
        <p:nvSpPr>
          <p:cNvPr id="58371" name="WordArt 8"/>
          <p:cNvSpPr>
            <a:spLocks noTextEdit="1"/>
          </p:cNvSpPr>
          <p:nvPr userDrawn="1"/>
        </p:nvSpPr>
        <p:spPr>
          <a:xfrm>
            <a:off x="6227763" y="44450"/>
            <a:ext cx="1512887" cy="314325"/>
          </a:xfrm>
          <a:prstGeom prst="rect">
            <a:avLst/>
          </a:prstGeom>
        </p:spPr>
        <p:txBody>
          <a:bodyPr wrap="none" fromWordArt="1">
            <a:prstTxWarp prst="textPlain">
              <a:avLst>
                <a:gd name="adj" fmla="val 50037"/>
              </a:avLst>
            </a:prstTxWarp>
            <a:normAutofit/>
          </a:bodyPr>
          <a:p>
            <a:pPr algn="ctr"/>
            <a:r>
              <a:rPr lang="zh-CN" altLang="en-US" sz="2400" b="1" spc="480">
                <a:gradFill rotWithShape="1">
                  <a:gsLst>
                    <a:gs pos="0">
                      <a:srgbClr val="AAAAAA"/>
                    </a:gs>
                    <a:gs pos="100000">
                      <a:srgbClr val="FFFFFF"/>
                    </a:gs>
                  </a:gsLst>
                  <a:lin ang="5400000" scaled="1"/>
                  <a:tileRect/>
                </a:gradFill>
                <a:effectLst>
                  <a:outerShdw dist="45791" dir="3378595" algn="ctr" rotWithShape="0">
                    <a:srgbClr val="4D4D4D">
                      <a:alpha val="79999"/>
                    </a:srgbClr>
                  </a:outerShdw>
                </a:effectLst>
                <a:latin typeface="华文行楷" panose="02010800040101010101" pitchFamily="2" charset="-122"/>
                <a:ea typeface="华文行楷" panose="02010800040101010101" pitchFamily="2" charset="-122"/>
              </a:rPr>
              <a:t>三相电路</a:t>
            </a:r>
            <a:endParaRPr lang="zh-CN" altLang="en-US" sz="2400" b="1" spc="480">
              <a:gradFill rotWithShape="1">
                <a:gsLst>
                  <a:gs pos="0">
                    <a:srgbClr val="AAAAAA"/>
                  </a:gs>
                  <a:gs pos="100000">
                    <a:srgbClr val="FFFFFF"/>
                  </a:gs>
                </a:gsLst>
                <a:lin ang="5400000" scaled="1"/>
                <a:tileRect/>
              </a:gradFill>
              <a:effectLst>
                <a:outerShdw dist="45791" dir="3378595" algn="ctr" rotWithShape="0">
                  <a:srgbClr val="4D4D4D">
                    <a:alpha val="79999"/>
                  </a:srgbClr>
                </a:outerShdw>
              </a:effectLst>
              <a:latin typeface="华文行楷" panose="02010800040101010101" pitchFamily="2" charset="-122"/>
              <a:ea typeface="华文行楷" panose="0201080004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 Target="slide2.xml"/><Relationship Id="rId8" Type="http://schemas.openxmlformats.org/officeDocument/2006/relationships/image" Target="../media/image4.png"/><Relationship Id="rId7" Type="http://schemas.openxmlformats.org/officeDocument/2006/relationships/slide" Target="slide54.xml"/><Relationship Id="rId6" Type="http://schemas.openxmlformats.org/officeDocument/2006/relationships/slide" Target="slide45.xml"/><Relationship Id="rId5" Type="http://schemas.openxmlformats.org/officeDocument/2006/relationships/slide" Target="slide26.xml"/><Relationship Id="rId4" Type="http://schemas.openxmlformats.org/officeDocument/2006/relationships/slide" Target="slide16.xml"/><Relationship Id="rId3" Type="http://schemas.openxmlformats.org/officeDocument/2006/relationships/image" Target="../media/image3.png"/><Relationship Id="rId2" Type="http://schemas.openxmlformats.org/officeDocument/2006/relationships/image" Target="../media/image2.png"/><Relationship Id="rId11" Type="http://schemas.openxmlformats.org/officeDocument/2006/relationships/slideLayout" Target="../slideLayouts/slideLayout1.xml"/><Relationship Id="rId10" Type="http://schemas.openxmlformats.org/officeDocument/2006/relationships/image" Target="../media/image5.png"/><Relationship Id="rId1" Type="http://schemas.openxmlformats.org/officeDocument/2006/relationships/slide" Target="slide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12.xml"/><Relationship Id="rId3" Type="http://schemas.openxmlformats.org/officeDocument/2006/relationships/image" Target="../media/image7.png"/><Relationship Id="rId2" Type="http://schemas.openxmlformats.org/officeDocument/2006/relationships/control" Target="../activeX/activeX1.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8.w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9" Type="http://schemas.openxmlformats.org/officeDocument/2006/relationships/oleObject" Target="../embeddings/oleObject6.bin"/><Relationship Id="rId8" Type="http://schemas.openxmlformats.org/officeDocument/2006/relationships/image" Target="../media/image12.wmf"/><Relationship Id="rId7" Type="http://schemas.openxmlformats.org/officeDocument/2006/relationships/oleObject" Target="../embeddings/oleObject5.bin"/><Relationship Id="rId6" Type="http://schemas.openxmlformats.org/officeDocument/2006/relationships/image" Target="../media/image11.wmf"/><Relationship Id="rId5" Type="http://schemas.openxmlformats.org/officeDocument/2006/relationships/oleObject" Target="../embeddings/oleObject4.bin"/><Relationship Id="rId4" Type="http://schemas.openxmlformats.org/officeDocument/2006/relationships/image" Target="../media/image10.wmf"/><Relationship Id="rId3" Type="http://schemas.openxmlformats.org/officeDocument/2006/relationships/oleObject" Target="../embeddings/oleObject3.bin"/><Relationship Id="rId2" Type="http://schemas.openxmlformats.org/officeDocument/2006/relationships/image" Target="../media/image9.wmf"/><Relationship Id="rId15" Type="http://schemas.openxmlformats.org/officeDocument/2006/relationships/vmlDrawing" Target="../drawings/vmlDrawing3.vml"/><Relationship Id="rId14" Type="http://schemas.openxmlformats.org/officeDocument/2006/relationships/slideLayout" Target="../slideLayouts/slideLayout7.xml"/><Relationship Id="rId13" Type="http://schemas.openxmlformats.org/officeDocument/2006/relationships/image" Target="../media/image14.wmf"/><Relationship Id="rId12" Type="http://schemas.openxmlformats.org/officeDocument/2006/relationships/oleObject" Target="../embeddings/oleObject7.bin"/><Relationship Id="rId11" Type="http://schemas.openxmlformats.org/officeDocument/2006/relationships/image" Target="../media/image6.png"/><Relationship Id="rId10" Type="http://schemas.openxmlformats.org/officeDocument/2006/relationships/image" Target="../media/image13.wmf"/><Relationship Id="rId1"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16.jpeg"/><Relationship Id="rId1" Type="http://schemas.openxmlformats.org/officeDocument/2006/relationships/image" Target="../media/image15.jpeg"/></Relationships>
</file>

<file path=ppt/slides/_rels/slide10.xml.rels><?xml version="1.0" encoding="UTF-8" standalone="yes"?>
<Relationships xmlns="http://schemas.openxmlformats.org/package/2006/relationships"><Relationship Id="rId9" Type="http://schemas.openxmlformats.org/officeDocument/2006/relationships/oleObject" Target="../embeddings/oleObject12.bin"/><Relationship Id="rId8" Type="http://schemas.openxmlformats.org/officeDocument/2006/relationships/image" Target="../media/image20.wmf"/><Relationship Id="rId7" Type="http://schemas.openxmlformats.org/officeDocument/2006/relationships/oleObject" Target="../embeddings/oleObject11.bin"/><Relationship Id="rId6" Type="http://schemas.openxmlformats.org/officeDocument/2006/relationships/image" Target="../media/image19.wmf"/><Relationship Id="rId5" Type="http://schemas.openxmlformats.org/officeDocument/2006/relationships/oleObject" Target="../embeddings/oleObject10.bin"/><Relationship Id="rId4" Type="http://schemas.openxmlformats.org/officeDocument/2006/relationships/image" Target="../media/image18.wmf"/><Relationship Id="rId3" Type="http://schemas.openxmlformats.org/officeDocument/2006/relationships/oleObject" Target="../embeddings/oleObject9.bin"/><Relationship Id="rId2" Type="http://schemas.openxmlformats.org/officeDocument/2006/relationships/image" Target="../media/image17.wmf"/><Relationship Id="rId15" Type="http://schemas.openxmlformats.org/officeDocument/2006/relationships/vmlDrawing" Target="../drawings/vmlDrawing4.vml"/><Relationship Id="rId14" Type="http://schemas.openxmlformats.org/officeDocument/2006/relationships/slideLayout" Target="../slideLayouts/slideLayout7.xml"/><Relationship Id="rId13" Type="http://schemas.openxmlformats.org/officeDocument/2006/relationships/image" Target="../media/image6.png"/><Relationship Id="rId12" Type="http://schemas.openxmlformats.org/officeDocument/2006/relationships/image" Target="../media/image22.wmf"/><Relationship Id="rId11" Type="http://schemas.openxmlformats.org/officeDocument/2006/relationships/oleObject" Target="../embeddings/oleObject13.bin"/><Relationship Id="rId10" Type="http://schemas.openxmlformats.org/officeDocument/2006/relationships/image" Target="../media/image21.wmf"/><Relationship Id="rId1" Type="http://schemas.openxmlformats.org/officeDocument/2006/relationships/oleObject" Target="../embeddings/oleObject8.bin"/></Relationships>
</file>

<file path=ppt/slides/_rels/slide11.xml.rels><?xml version="1.0" encoding="UTF-8" standalone="yes"?>
<Relationships xmlns="http://schemas.openxmlformats.org/package/2006/relationships"><Relationship Id="rId9" Type="http://schemas.openxmlformats.org/officeDocument/2006/relationships/image" Target="../media/image27.wmf"/><Relationship Id="rId8" Type="http://schemas.openxmlformats.org/officeDocument/2006/relationships/oleObject" Target="../embeddings/oleObject17.bin"/><Relationship Id="rId7" Type="http://schemas.openxmlformats.org/officeDocument/2006/relationships/image" Target="../media/image26.wmf"/><Relationship Id="rId6" Type="http://schemas.openxmlformats.org/officeDocument/2006/relationships/oleObject" Target="../embeddings/oleObject16.bin"/><Relationship Id="rId5" Type="http://schemas.openxmlformats.org/officeDocument/2006/relationships/image" Target="../media/image25.wmf"/><Relationship Id="rId4" Type="http://schemas.openxmlformats.org/officeDocument/2006/relationships/oleObject" Target="../embeddings/oleObject15.bin"/><Relationship Id="rId3" Type="http://schemas.openxmlformats.org/officeDocument/2006/relationships/image" Target="../media/image24.wmf"/><Relationship Id="rId2" Type="http://schemas.openxmlformats.org/officeDocument/2006/relationships/oleObject" Target="../embeddings/oleObject14.bin"/><Relationship Id="rId16" Type="http://schemas.openxmlformats.org/officeDocument/2006/relationships/vmlDrawing" Target="../drawings/vmlDrawing5.vml"/><Relationship Id="rId15" Type="http://schemas.openxmlformats.org/officeDocument/2006/relationships/slideLayout" Target="../slideLayouts/slideLayout7.xml"/><Relationship Id="rId14" Type="http://schemas.openxmlformats.org/officeDocument/2006/relationships/image" Target="../media/image6.png"/><Relationship Id="rId13" Type="http://schemas.openxmlformats.org/officeDocument/2006/relationships/image" Target="../media/image29.wmf"/><Relationship Id="rId12" Type="http://schemas.openxmlformats.org/officeDocument/2006/relationships/oleObject" Target="../embeddings/oleObject19.bin"/><Relationship Id="rId11" Type="http://schemas.openxmlformats.org/officeDocument/2006/relationships/image" Target="../media/image28.wmf"/><Relationship Id="rId10" Type="http://schemas.openxmlformats.org/officeDocument/2006/relationships/oleObject" Target="../embeddings/oleObject18.bin"/><Relationship Id="rId1" Type="http://schemas.openxmlformats.org/officeDocument/2006/relationships/image" Target="../media/image23.png"/></Relationships>
</file>

<file path=ppt/slides/_rels/slide12.xml.rels><?xml version="1.0" encoding="UTF-8" standalone="yes"?>
<Relationships xmlns="http://schemas.openxmlformats.org/package/2006/relationships"><Relationship Id="rId5" Type="http://schemas.openxmlformats.org/officeDocument/2006/relationships/vmlDrawing" Target="../drawings/vmlDrawing6.vml"/><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30.wmf"/><Relationship Id="rId1" Type="http://schemas.openxmlformats.org/officeDocument/2006/relationships/oleObject" Target="../embeddings/oleObject20.bin"/></Relationships>
</file>

<file path=ppt/slides/_rels/slide13.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31.wmf"/><Relationship Id="rId1" Type="http://schemas.openxmlformats.org/officeDocument/2006/relationships/oleObject" Target="../embeddings/oleObject21.bin"/></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23.png"/></Relationships>
</file>

<file path=ppt/slides/_rels/slide15.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oleObject" Target="../embeddings/oleObject26.bin"/><Relationship Id="rId7" Type="http://schemas.openxmlformats.org/officeDocument/2006/relationships/oleObject" Target="../embeddings/oleObject25.bin"/><Relationship Id="rId6" Type="http://schemas.openxmlformats.org/officeDocument/2006/relationships/image" Target="../media/image19.wmf"/><Relationship Id="rId5" Type="http://schemas.openxmlformats.org/officeDocument/2006/relationships/oleObject" Target="../embeddings/oleObject24.bin"/><Relationship Id="rId4" Type="http://schemas.openxmlformats.org/officeDocument/2006/relationships/image" Target="../media/image18.wmf"/><Relationship Id="rId3" Type="http://schemas.openxmlformats.org/officeDocument/2006/relationships/oleObject" Target="../embeddings/oleObject23.bin"/><Relationship Id="rId2" Type="http://schemas.openxmlformats.org/officeDocument/2006/relationships/image" Target="../media/image17.wmf"/><Relationship Id="rId11" Type="http://schemas.openxmlformats.org/officeDocument/2006/relationships/vmlDrawing" Target="../drawings/vmlDrawing8.vml"/><Relationship Id="rId10" Type="http://schemas.openxmlformats.org/officeDocument/2006/relationships/slideLayout" Target="../slideLayouts/slideLayout7.xml"/><Relationship Id="rId1" Type="http://schemas.openxmlformats.org/officeDocument/2006/relationships/oleObject" Target="../embeddings/oleObject22.bin"/></Relationships>
</file>

<file path=ppt/slides/_rels/slide16.xml.rels><?xml version="1.0" encoding="UTF-8" standalone="yes"?>
<Relationships xmlns="http://schemas.openxmlformats.org/package/2006/relationships"><Relationship Id="rId9" Type="http://schemas.openxmlformats.org/officeDocument/2006/relationships/image" Target="../media/image24.wmf"/><Relationship Id="rId8" Type="http://schemas.openxmlformats.org/officeDocument/2006/relationships/oleObject" Target="../embeddings/oleObject30.bin"/><Relationship Id="rId7" Type="http://schemas.openxmlformats.org/officeDocument/2006/relationships/image" Target="../media/image19.wmf"/><Relationship Id="rId6" Type="http://schemas.openxmlformats.org/officeDocument/2006/relationships/oleObject" Target="../embeddings/oleObject29.bin"/><Relationship Id="rId5" Type="http://schemas.openxmlformats.org/officeDocument/2006/relationships/image" Target="../media/image18.wmf"/><Relationship Id="rId4" Type="http://schemas.openxmlformats.org/officeDocument/2006/relationships/oleObject" Target="../embeddings/oleObject28.bin"/><Relationship Id="rId3" Type="http://schemas.openxmlformats.org/officeDocument/2006/relationships/image" Target="../media/image17.wmf"/><Relationship Id="rId2" Type="http://schemas.openxmlformats.org/officeDocument/2006/relationships/oleObject" Target="../embeddings/oleObject27.bin"/><Relationship Id="rId15" Type="http://schemas.openxmlformats.org/officeDocument/2006/relationships/vmlDrawing" Target="../drawings/vmlDrawing9.vml"/><Relationship Id="rId14" Type="http://schemas.openxmlformats.org/officeDocument/2006/relationships/slideLayout" Target="../slideLayouts/slideLayout7.xml"/><Relationship Id="rId13" Type="http://schemas.openxmlformats.org/officeDocument/2006/relationships/image" Target="../media/image26.wmf"/><Relationship Id="rId12" Type="http://schemas.openxmlformats.org/officeDocument/2006/relationships/oleObject" Target="../embeddings/oleObject32.bin"/><Relationship Id="rId11" Type="http://schemas.openxmlformats.org/officeDocument/2006/relationships/image" Target="../media/image25.wmf"/><Relationship Id="rId10" Type="http://schemas.openxmlformats.org/officeDocument/2006/relationships/oleObject" Target="../embeddings/oleObject31.bin"/><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9" Type="http://schemas.openxmlformats.org/officeDocument/2006/relationships/oleObject" Target="../embeddings/oleObject37.bin"/><Relationship Id="rId8" Type="http://schemas.openxmlformats.org/officeDocument/2006/relationships/image" Target="../media/image32.wmf"/><Relationship Id="rId7" Type="http://schemas.openxmlformats.org/officeDocument/2006/relationships/oleObject" Target="../embeddings/oleObject36.bin"/><Relationship Id="rId6" Type="http://schemas.openxmlformats.org/officeDocument/2006/relationships/image" Target="../media/image19.wmf"/><Relationship Id="rId5" Type="http://schemas.openxmlformats.org/officeDocument/2006/relationships/oleObject" Target="../embeddings/oleObject35.bin"/><Relationship Id="rId4" Type="http://schemas.openxmlformats.org/officeDocument/2006/relationships/image" Target="../media/image18.wmf"/><Relationship Id="rId39" Type="http://schemas.openxmlformats.org/officeDocument/2006/relationships/vmlDrawing" Target="../drawings/vmlDrawing10.vml"/><Relationship Id="rId38" Type="http://schemas.openxmlformats.org/officeDocument/2006/relationships/slideLayout" Target="../slideLayouts/slideLayout7.xml"/><Relationship Id="rId37" Type="http://schemas.openxmlformats.org/officeDocument/2006/relationships/oleObject" Target="../embeddings/oleObject53.bin"/><Relationship Id="rId36" Type="http://schemas.openxmlformats.org/officeDocument/2006/relationships/oleObject" Target="../embeddings/oleObject52.bin"/><Relationship Id="rId35" Type="http://schemas.openxmlformats.org/officeDocument/2006/relationships/oleObject" Target="../embeddings/oleObject51.bin"/><Relationship Id="rId34" Type="http://schemas.openxmlformats.org/officeDocument/2006/relationships/image" Target="../media/image26.wmf"/><Relationship Id="rId33" Type="http://schemas.openxmlformats.org/officeDocument/2006/relationships/oleObject" Target="../embeddings/oleObject50.bin"/><Relationship Id="rId32" Type="http://schemas.openxmlformats.org/officeDocument/2006/relationships/image" Target="../media/image25.wmf"/><Relationship Id="rId31" Type="http://schemas.openxmlformats.org/officeDocument/2006/relationships/oleObject" Target="../embeddings/oleObject49.bin"/><Relationship Id="rId30" Type="http://schemas.openxmlformats.org/officeDocument/2006/relationships/image" Target="../media/image24.wmf"/><Relationship Id="rId3" Type="http://schemas.openxmlformats.org/officeDocument/2006/relationships/oleObject" Target="../embeddings/oleObject34.bin"/><Relationship Id="rId29" Type="http://schemas.openxmlformats.org/officeDocument/2006/relationships/oleObject" Target="../embeddings/oleObject48.bin"/><Relationship Id="rId28" Type="http://schemas.openxmlformats.org/officeDocument/2006/relationships/image" Target="../media/image6.png"/><Relationship Id="rId27" Type="http://schemas.openxmlformats.org/officeDocument/2006/relationships/image" Target="../media/image40.wmf"/><Relationship Id="rId26" Type="http://schemas.openxmlformats.org/officeDocument/2006/relationships/oleObject" Target="../embeddings/oleObject47.bin"/><Relationship Id="rId25" Type="http://schemas.openxmlformats.org/officeDocument/2006/relationships/image" Target="../media/image39.wmf"/><Relationship Id="rId24" Type="http://schemas.openxmlformats.org/officeDocument/2006/relationships/oleObject" Target="../embeddings/oleObject46.bin"/><Relationship Id="rId23" Type="http://schemas.openxmlformats.org/officeDocument/2006/relationships/image" Target="../media/image38.wmf"/><Relationship Id="rId22" Type="http://schemas.openxmlformats.org/officeDocument/2006/relationships/oleObject" Target="../embeddings/oleObject45.bin"/><Relationship Id="rId21" Type="http://schemas.openxmlformats.org/officeDocument/2006/relationships/image" Target="../media/image37.wmf"/><Relationship Id="rId20" Type="http://schemas.openxmlformats.org/officeDocument/2006/relationships/oleObject" Target="../embeddings/oleObject44.bin"/><Relationship Id="rId2" Type="http://schemas.openxmlformats.org/officeDocument/2006/relationships/image" Target="../media/image17.wmf"/><Relationship Id="rId19" Type="http://schemas.openxmlformats.org/officeDocument/2006/relationships/oleObject" Target="../embeddings/oleObject43.bin"/><Relationship Id="rId18" Type="http://schemas.openxmlformats.org/officeDocument/2006/relationships/image" Target="../media/image36.wmf"/><Relationship Id="rId17" Type="http://schemas.openxmlformats.org/officeDocument/2006/relationships/oleObject" Target="../embeddings/oleObject42.bin"/><Relationship Id="rId16" Type="http://schemas.openxmlformats.org/officeDocument/2006/relationships/oleObject" Target="../embeddings/oleObject41.bin"/><Relationship Id="rId15" Type="http://schemas.openxmlformats.org/officeDocument/2006/relationships/image" Target="../media/image35.wmf"/><Relationship Id="rId14" Type="http://schemas.openxmlformats.org/officeDocument/2006/relationships/oleObject" Target="../embeddings/oleObject40.bin"/><Relationship Id="rId13" Type="http://schemas.openxmlformats.org/officeDocument/2006/relationships/oleObject" Target="../embeddings/oleObject39.bin"/><Relationship Id="rId12" Type="http://schemas.openxmlformats.org/officeDocument/2006/relationships/image" Target="../media/image34.wmf"/><Relationship Id="rId11" Type="http://schemas.openxmlformats.org/officeDocument/2006/relationships/oleObject" Target="../embeddings/oleObject38.bin"/><Relationship Id="rId10" Type="http://schemas.openxmlformats.org/officeDocument/2006/relationships/image" Target="../media/image33.wmf"/><Relationship Id="rId1" Type="http://schemas.openxmlformats.org/officeDocument/2006/relationships/oleObject" Target="../embeddings/oleObject33.bin"/></Relationships>
</file>

<file path=ppt/slides/_rels/slide18.xml.rels><?xml version="1.0" encoding="UTF-8" standalone="yes"?>
<Relationships xmlns="http://schemas.openxmlformats.org/package/2006/relationships"><Relationship Id="rId9" Type="http://schemas.openxmlformats.org/officeDocument/2006/relationships/oleObject" Target="../embeddings/oleObject58.bin"/><Relationship Id="rId8" Type="http://schemas.openxmlformats.org/officeDocument/2006/relationships/image" Target="../media/image44.wmf"/><Relationship Id="rId7" Type="http://schemas.openxmlformats.org/officeDocument/2006/relationships/oleObject" Target="../embeddings/oleObject57.bin"/><Relationship Id="rId6" Type="http://schemas.openxmlformats.org/officeDocument/2006/relationships/image" Target="../media/image43.wmf"/><Relationship Id="rId5" Type="http://schemas.openxmlformats.org/officeDocument/2006/relationships/oleObject" Target="../embeddings/oleObject56.bin"/><Relationship Id="rId4" Type="http://schemas.openxmlformats.org/officeDocument/2006/relationships/image" Target="../media/image42.wmf"/><Relationship Id="rId3" Type="http://schemas.openxmlformats.org/officeDocument/2006/relationships/oleObject" Target="../embeddings/oleObject55.bin"/><Relationship Id="rId24" Type="http://schemas.openxmlformats.org/officeDocument/2006/relationships/vmlDrawing" Target="../drawings/vmlDrawing11.vml"/><Relationship Id="rId23" Type="http://schemas.openxmlformats.org/officeDocument/2006/relationships/slideLayout" Target="../slideLayouts/slideLayout7.xml"/><Relationship Id="rId22" Type="http://schemas.openxmlformats.org/officeDocument/2006/relationships/image" Target="../media/image6.png"/><Relationship Id="rId21" Type="http://schemas.openxmlformats.org/officeDocument/2006/relationships/image" Target="../media/image50.wmf"/><Relationship Id="rId20" Type="http://schemas.openxmlformats.org/officeDocument/2006/relationships/oleObject" Target="../embeddings/oleObject64.bin"/><Relationship Id="rId2" Type="http://schemas.openxmlformats.org/officeDocument/2006/relationships/image" Target="../media/image41.wmf"/><Relationship Id="rId19" Type="http://schemas.openxmlformats.org/officeDocument/2006/relationships/image" Target="../media/image49.wmf"/><Relationship Id="rId18" Type="http://schemas.openxmlformats.org/officeDocument/2006/relationships/oleObject" Target="../embeddings/oleObject63.bin"/><Relationship Id="rId17" Type="http://schemas.openxmlformats.org/officeDocument/2006/relationships/oleObject" Target="../embeddings/oleObject62.bin"/><Relationship Id="rId16" Type="http://schemas.openxmlformats.org/officeDocument/2006/relationships/image" Target="../media/image48.wmf"/><Relationship Id="rId15" Type="http://schemas.openxmlformats.org/officeDocument/2006/relationships/oleObject" Target="../embeddings/oleObject61.bin"/><Relationship Id="rId14" Type="http://schemas.openxmlformats.org/officeDocument/2006/relationships/image" Target="../media/image47.wmf"/><Relationship Id="rId13" Type="http://schemas.openxmlformats.org/officeDocument/2006/relationships/oleObject" Target="../embeddings/oleObject60.bin"/><Relationship Id="rId12" Type="http://schemas.openxmlformats.org/officeDocument/2006/relationships/image" Target="../media/image46.wmf"/><Relationship Id="rId11" Type="http://schemas.openxmlformats.org/officeDocument/2006/relationships/oleObject" Target="../embeddings/oleObject59.bin"/><Relationship Id="rId10" Type="http://schemas.openxmlformats.org/officeDocument/2006/relationships/image" Target="../media/image45.wmf"/><Relationship Id="rId1" Type="http://schemas.openxmlformats.org/officeDocument/2006/relationships/oleObject" Target="../embeddings/oleObject54.bin"/></Relationships>
</file>

<file path=ppt/slides/_rels/slide19.xml.rels><?xml version="1.0" encoding="UTF-8" standalone="yes"?>
<Relationships xmlns="http://schemas.openxmlformats.org/package/2006/relationships"><Relationship Id="rId9" Type="http://schemas.openxmlformats.org/officeDocument/2006/relationships/image" Target="../media/image18.wmf"/><Relationship Id="rId8" Type="http://schemas.openxmlformats.org/officeDocument/2006/relationships/oleObject" Target="../embeddings/oleObject68.bin"/><Relationship Id="rId7" Type="http://schemas.openxmlformats.org/officeDocument/2006/relationships/image" Target="../media/image17.wmf"/><Relationship Id="rId6" Type="http://schemas.openxmlformats.org/officeDocument/2006/relationships/oleObject" Target="../embeddings/oleObject67.bin"/><Relationship Id="rId5" Type="http://schemas.openxmlformats.org/officeDocument/2006/relationships/image" Target="../media/image52.wmf"/><Relationship Id="rId4" Type="http://schemas.openxmlformats.org/officeDocument/2006/relationships/oleObject" Target="../embeddings/oleObject66.bin"/><Relationship Id="rId3" Type="http://schemas.openxmlformats.org/officeDocument/2006/relationships/image" Target="../media/image51.wmf"/><Relationship Id="rId25" Type="http://schemas.openxmlformats.org/officeDocument/2006/relationships/vmlDrawing" Target="../drawings/vmlDrawing12.vml"/><Relationship Id="rId24" Type="http://schemas.openxmlformats.org/officeDocument/2006/relationships/slideLayout" Target="../slideLayouts/slideLayout7.xml"/><Relationship Id="rId23" Type="http://schemas.openxmlformats.org/officeDocument/2006/relationships/image" Target="../media/image40.wmf"/><Relationship Id="rId22" Type="http://schemas.openxmlformats.org/officeDocument/2006/relationships/oleObject" Target="../embeddings/oleObject75.bin"/><Relationship Id="rId21" Type="http://schemas.openxmlformats.org/officeDocument/2006/relationships/image" Target="../media/image39.wmf"/><Relationship Id="rId20" Type="http://schemas.openxmlformats.org/officeDocument/2006/relationships/oleObject" Target="../embeddings/oleObject74.bin"/><Relationship Id="rId2" Type="http://schemas.openxmlformats.org/officeDocument/2006/relationships/oleObject" Target="../embeddings/oleObject65.bin"/><Relationship Id="rId19" Type="http://schemas.openxmlformats.org/officeDocument/2006/relationships/image" Target="../media/image38.wmf"/><Relationship Id="rId18" Type="http://schemas.openxmlformats.org/officeDocument/2006/relationships/oleObject" Target="../embeddings/oleObject73.bin"/><Relationship Id="rId17" Type="http://schemas.openxmlformats.org/officeDocument/2006/relationships/image" Target="../media/image36.wmf"/><Relationship Id="rId16" Type="http://schemas.openxmlformats.org/officeDocument/2006/relationships/oleObject" Target="../embeddings/oleObject72.bin"/><Relationship Id="rId15" Type="http://schemas.openxmlformats.org/officeDocument/2006/relationships/image" Target="../media/image35.wmf"/><Relationship Id="rId14" Type="http://schemas.openxmlformats.org/officeDocument/2006/relationships/oleObject" Target="../embeddings/oleObject71.bin"/><Relationship Id="rId13" Type="http://schemas.openxmlformats.org/officeDocument/2006/relationships/image" Target="../media/image34.wmf"/><Relationship Id="rId12" Type="http://schemas.openxmlformats.org/officeDocument/2006/relationships/oleObject" Target="../embeddings/oleObject70.bin"/><Relationship Id="rId11" Type="http://schemas.openxmlformats.org/officeDocument/2006/relationships/image" Target="../media/image19.wmf"/><Relationship Id="rId10" Type="http://schemas.openxmlformats.org/officeDocument/2006/relationships/oleObject" Target="../embeddings/oleObject69.bin"/><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9" Type="http://schemas.openxmlformats.org/officeDocument/2006/relationships/oleObject" Target="../embeddings/oleObject80.bin"/><Relationship Id="rId8" Type="http://schemas.openxmlformats.org/officeDocument/2006/relationships/image" Target="../media/image56.wmf"/><Relationship Id="rId7" Type="http://schemas.openxmlformats.org/officeDocument/2006/relationships/oleObject" Target="../embeddings/oleObject79.bin"/><Relationship Id="rId6" Type="http://schemas.openxmlformats.org/officeDocument/2006/relationships/image" Target="../media/image55.wmf"/><Relationship Id="rId5" Type="http://schemas.openxmlformats.org/officeDocument/2006/relationships/oleObject" Target="../embeddings/oleObject78.bin"/><Relationship Id="rId4" Type="http://schemas.openxmlformats.org/officeDocument/2006/relationships/image" Target="../media/image54.wmf"/><Relationship Id="rId31" Type="http://schemas.openxmlformats.org/officeDocument/2006/relationships/vmlDrawing" Target="../drawings/vmlDrawing13.vml"/><Relationship Id="rId30" Type="http://schemas.openxmlformats.org/officeDocument/2006/relationships/slideLayout" Target="../slideLayouts/slideLayout7.xml"/><Relationship Id="rId3" Type="http://schemas.openxmlformats.org/officeDocument/2006/relationships/oleObject" Target="../embeddings/oleObject77.bin"/><Relationship Id="rId29" Type="http://schemas.openxmlformats.org/officeDocument/2006/relationships/image" Target="../media/image66.wmf"/><Relationship Id="rId28" Type="http://schemas.openxmlformats.org/officeDocument/2006/relationships/oleObject" Target="../embeddings/oleObject89.bin"/><Relationship Id="rId27" Type="http://schemas.openxmlformats.org/officeDocument/2006/relationships/image" Target="../media/image6.png"/><Relationship Id="rId26" Type="http://schemas.openxmlformats.org/officeDocument/2006/relationships/image" Target="../media/image65.wmf"/><Relationship Id="rId25" Type="http://schemas.openxmlformats.org/officeDocument/2006/relationships/oleObject" Target="../embeddings/oleObject88.bin"/><Relationship Id="rId24" Type="http://schemas.openxmlformats.org/officeDocument/2006/relationships/image" Target="../media/image64.wmf"/><Relationship Id="rId23" Type="http://schemas.openxmlformats.org/officeDocument/2006/relationships/oleObject" Target="../embeddings/oleObject87.bin"/><Relationship Id="rId22" Type="http://schemas.openxmlformats.org/officeDocument/2006/relationships/image" Target="../media/image63.wmf"/><Relationship Id="rId21" Type="http://schemas.openxmlformats.org/officeDocument/2006/relationships/oleObject" Target="../embeddings/oleObject86.bin"/><Relationship Id="rId20" Type="http://schemas.openxmlformats.org/officeDocument/2006/relationships/image" Target="../media/image62.wmf"/><Relationship Id="rId2" Type="http://schemas.openxmlformats.org/officeDocument/2006/relationships/image" Target="../media/image53.wmf"/><Relationship Id="rId19" Type="http://schemas.openxmlformats.org/officeDocument/2006/relationships/oleObject" Target="../embeddings/oleObject85.bin"/><Relationship Id="rId18" Type="http://schemas.openxmlformats.org/officeDocument/2006/relationships/image" Target="../media/image61.wmf"/><Relationship Id="rId17" Type="http://schemas.openxmlformats.org/officeDocument/2006/relationships/oleObject" Target="../embeddings/oleObject84.bin"/><Relationship Id="rId16" Type="http://schemas.openxmlformats.org/officeDocument/2006/relationships/image" Target="../media/image60.wmf"/><Relationship Id="rId15" Type="http://schemas.openxmlformats.org/officeDocument/2006/relationships/oleObject" Target="../embeddings/oleObject83.bin"/><Relationship Id="rId14" Type="http://schemas.openxmlformats.org/officeDocument/2006/relationships/image" Target="../media/image59.wmf"/><Relationship Id="rId13" Type="http://schemas.openxmlformats.org/officeDocument/2006/relationships/oleObject" Target="../embeddings/oleObject82.bin"/><Relationship Id="rId12" Type="http://schemas.openxmlformats.org/officeDocument/2006/relationships/image" Target="../media/image58.wmf"/><Relationship Id="rId11" Type="http://schemas.openxmlformats.org/officeDocument/2006/relationships/oleObject" Target="../embeddings/oleObject81.bin"/><Relationship Id="rId10" Type="http://schemas.openxmlformats.org/officeDocument/2006/relationships/image" Target="../media/image57.wmf"/><Relationship Id="rId1" Type="http://schemas.openxmlformats.org/officeDocument/2006/relationships/oleObject" Target="../embeddings/oleObject76.bin"/></Relationships>
</file>

<file path=ppt/slides/_rels/slide21.xml.rels><?xml version="1.0" encoding="UTF-8" standalone="yes"?>
<Relationships xmlns="http://schemas.openxmlformats.org/package/2006/relationships"><Relationship Id="rId8" Type="http://schemas.openxmlformats.org/officeDocument/2006/relationships/vmlDrawing" Target="../drawings/vmlDrawing14.vml"/><Relationship Id="rId7"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3.png"/><Relationship Id="rId4" Type="http://schemas.openxmlformats.org/officeDocument/2006/relationships/image" Target="../media/image68.wmf"/><Relationship Id="rId3" Type="http://schemas.openxmlformats.org/officeDocument/2006/relationships/oleObject" Target="../embeddings/oleObject91.bin"/><Relationship Id="rId2" Type="http://schemas.openxmlformats.org/officeDocument/2006/relationships/image" Target="../media/image67.wmf"/><Relationship Id="rId1" Type="http://schemas.openxmlformats.org/officeDocument/2006/relationships/oleObject" Target="../embeddings/oleObject90.bin"/></Relationships>
</file>

<file path=ppt/slides/_rels/slide22.xml.rels><?xml version="1.0" encoding="UTF-8" standalone="yes"?>
<Relationships xmlns="http://schemas.openxmlformats.org/package/2006/relationships"><Relationship Id="rId9" Type="http://schemas.openxmlformats.org/officeDocument/2006/relationships/oleObject" Target="../embeddings/oleObject95.bin"/><Relationship Id="rId8" Type="http://schemas.openxmlformats.org/officeDocument/2006/relationships/image" Target="../media/image36.wmf"/><Relationship Id="rId7" Type="http://schemas.openxmlformats.org/officeDocument/2006/relationships/oleObject" Target="../embeddings/oleObject94.bin"/><Relationship Id="rId6" Type="http://schemas.openxmlformats.org/officeDocument/2006/relationships/image" Target="../media/image35.wmf"/><Relationship Id="rId5" Type="http://schemas.openxmlformats.org/officeDocument/2006/relationships/oleObject" Target="../embeddings/oleObject93.bin"/><Relationship Id="rId4" Type="http://schemas.openxmlformats.org/officeDocument/2006/relationships/image" Target="../media/image34.wmf"/><Relationship Id="rId3" Type="http://schemas.openxmlformats.org/officeDocument/2006/relationships/oleObject" Target="../embeddings/oleObject92.bin"/><Relationship Id="rId26" Type="http://schemas.openxmlformats.org/officeDocument/2006/relationships/vmlDrawing" Target="../drawings/vmlDrawing15.vml"/><Relationship Id="rId25" Type="http://schemas.openxmlformats.org/officeDocument/2006/relationships/slideLayout" Target="../slideLayouts/slideLayout7.xml"/><Relationship Id="rId24" Type="http://schemas.openxmlformats.org/officeDocument/2006/relationships/image" Target="../media/image70.wmf"/><Relationship Id="rId23" Type="http://schemas.openxmlformats.org/officeDocument/2006/relationships/oleObject" Target="../embeddings/oleObject102.bin"/><Relationship Id="rId22" Type="http://schemas.openxmlformats.org/officeDocument/2006/relationships/image" Target="../media/image69.wmf"/><Relationship Id="rId21" Type="http://schemas.openxmlformats.org/officeDocument/2006/relationships/oleObject" Target="../embeddings/oleObject101.bin"/><Relationship Id="rId20" Type="http://schemas.openxmlformats.org/officeDocument/2006/relationships/image" Target="../media/image40.wmf"/><Relationship Id="rId2" Type="http://schemas.openxmlformats.org/officeDocument/2006/relationships/image" Target="../media/image6.png"/><Relationship Id="rId19" Type="http://schemas.openxmlformats.org/officeDocument/2006/relationships/oleObject" Target="../embeddings/oleObject100.bin"/><Relationship Id="rId18" Type="http://schemas.openxmlformats.org/officeDocument/2006/relationships/image" Target="../media/image39.wmf"/><Relationship Id="rId17" Type="http://schemas.openxmlformats.org/officeDocument/2006/relationships/oleObject" Target="../embeddings/oleObject99.bin"/><Relationship Id="rId16" Type="http://schemas.openxmlformats.org/officeDocument/2006/relationships/image" Target="../media/image38.wmf"/><Relationship Id="rId15" Type="http://schemas.openxmlformats.org/officeDocument/2006/relationships/oleObject" Target="../embeddings/oleObject98.bin"/><Relationship Id="rId14" Type="http://schemas.openxmlformats.org/officeDocument/2006/relationships/image" Target="../media/image26.wmf"/><Relationship Id="rId13" Type="http://schemas.openxmlformats.org/officeDocument/2006/relationships/oleObject" Target="../embeddings/oleObject97.bin"/><Relationship Id="rId12" Type="http://schemas.openxmlformats.org/officeDocument/2006/relationships/image" Target="../media/image25.wmf"/><Relationship Id="rId11" Type="http://schemas.openxmlformats.org/officeDocument/2006/relationships/oleObject" Target="../embeddings/oleObject96.bin"/><Relationship Id="rId10" Type="http://schemas.openxmlformats.org/officeDocument/2006/relationships/image" Target="../media/image24.wmf"/><Relationship Id="rId1" Type="http://schemas.openxmlformats.org/officeDocument/2006/relationships/image" Target="../media/image23.png"/></Relationships>
</file>

<file path=ppt/slides/_rels/slide23.xml.rels><?xml version="1.0" encoding="UTF-8" standalone="yes"?>
<Relationships xmlns="http://schemas.openxmlformats.org/package/2006/relationships"><Relationship Id="rId9" Type="http://schemas.openxmlformats.org/officeDocument/2006/relationships/oleObject" Target="../embeddings/oleObject107.bin"/><Relationship Id="rId8" Type="http://schemas.openxmlformats.org/officeDocument/2006/relationships/image" Target="../media/image74.wmf"/><Relationship Id="rId7" Type="http://schemas.openxmlformats.org/officeDocument/2006/relationships/oleObject" Target="../embeddings/oleObject106.bin"/><Relationship Id="rId6" Type="http://schemas.openxmlformats.org/officeDocument/2006/relationships/image" Target="../media/image73.wmf"/><Relationship Id="rId5" Type="http://schemas.openxmlformats.org/officeDocument/2006/relationships/oleObject" Target="../embeddings/oleObject105.bin"/><Relationship Id="rId4" Type="http://schemas.openxmlformats.org/officeDocument/2006/relationships/image" Target="../media/image72.wmf"/><Relationship Id="rId3" Type="http://schemas.openxmlformats.org/officeDocument/2006/relationships/oleObject" Target="../embeddings/oleObject104.bin"/><Relationship Id="rId27" Type="http://schemas.openxmlformats.org/officeDocument/2006/relationships/vmlDrawing" Target="../drawings/vmlDrawing16.vml"/><Relationship Id="rId26" Type="http://schemas.openxmlformats.org/officeDocument/2006/relationships/slideLayout" Target="../slideLayouts/slideLayout7.xml"/><Relationship Id="rId25" Type="http://schemas.openxmlformats.org/officeDocument/2006/relationships/image" Target="../media/image6.png"/><Relationship Id="rId24" Type="http://schemas.openxmlformats.org/officeDocument/2006/relationships/image" Target="../media/image82.wmf"/><Relationship Id="rId23" Type="http://schemas.openxmlformats.org/officeDocument/2006/relationships/oleObject" Target="../embeddings/oleObject114.bin"/><Relationship Id="rId22" Type="http://schemas.openxmlformats.org/officeDocument/2006/relationships/image" Target="../media/image81.wmf"/><Relationship Id="rId21" Type="http://schemas.openxmlformats.org/officeDocument/2006/relationships/oleObject" Target="../embeddings/oleObject113.bin"/><Relationship Id="rId20" Type="http://schemas.openxmlformats.org/officeDocument/2006/relationships/image" Target="../media/image80.wmf"/><Relationship Id="rId2" Type="http://schemas.openxmlformats.org/officeDocument/2006/relationships/image" Target="../media/image71.wmf"/><Relationship Id="rId19" Type="http://schemas.openxmlformats.org/officeDocument/2006/relationships/oleObject" Target="../embeddings/oleObject112.bin"/><Relationship Id="rId18" Type="http://schemas.openxmlformats.org/officeDocument/2006/relationships/image" Target="../media/image79.wmf"/><Relationship Id="rId17" Type="http://schemas.openxmlformats.org/officeDocument/2006/relationships/oleObject" Target="../embeddings/oleObject111.bin"/><Relationship Id="rId16" Type="http://schemas.openxmlformats.org/officeDocument/2006/relationships/image" Target="../media/image78.wmf"/><Relationship Id="rId15" Type="http://schemas.openxmlformats.org/officeDocument/2006/relationships/oleObject" Target="../embeddings/oleObject110.bin"/><Relationship Id="rId14" Type="http://schemas.openxmlformats.org/officeDocument/2006/relationships/image" Target="../media/image77.wmf"/><Relationship Id="rId13" Type="http://schemas.openxmlformats.org/officeDocument/2006/relationships/oleObject" Target="../embeddings/oleObject109.bin"/><Relationship Id="rId12" Type="http://schemas.openxmlformats.org/officeDocument/2006/relationships/image" Target="../media/image76.wmf"/><Relationship Id="rId11" Type="http://schemas.openxmlformats.org/officeDocument/2006/relationships/oleObject" Target="../embeddings/oleObject108.bin"/><Relationship Id="rId10" Type="http://schemas.openxmlformats.org/officeDocument/2006/relationships/image" Target="../media/image75.wmf"/><Relationship Id="rId1" Type="http://schemas.openxmlformats.org/officeDocument/2006/relationships/oleObject" Target="../embeddings/oleObject103.bin"/></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119.bin"/><Relationship Id="rId8" Type="http://schemas.openxmlformats.org/officeDocument/2006/relationships/image" Target="../media/image83.wmf"/><Relationship Id="rId7" Type="http://schemas.openxmlformats.org/officeDocument/2006/relationships/oleObject" Target="../embeddings/oleObject118.bin"/><Relationship Id="rId6" Type="http://schemas.openxmlformats.org/officeDocument/2006/relationships/image" Target="../media/image19.wmf"/><Relationship Id="rId5" Type="http://schemas.openxmlformats.org/officeDocument/2006/relationships/oleObject" Target="../embeddings/oleObject117.bin"/><Relationship Id="rId4" Type="http://schemas.openxmlformats.org/officeDocument/2006/relationships/image" Target="../media/image18.wmf"/><Relationship Id="rId3" Type="http://schemas.openxmlformats.org/officeDocument/2006/relationships/oleObject" Target="../embeddings/oleObject116.bin"/><Relationship Id="rId2" Type="http://schemas.openxmlformats.org/officeDocument/2006/relationships/image" Target="../media/image17.wmf"/><Relationship Id="rId18" Type="http://schemas.openxmlformats.org/officeDocument/2006/relationships/vmlDrawing" Target="../drawings/vmlDrawing17.vml"/><Relationship Id="rId17" Type="http://schemas.openxmlformats.org/officeDocument/2006/relationships/slideLayout" Target="../slideLayouts/slideLayout7.xml"/><Relationship Id="rId16" Type="http://schemas.openxmlformats.org/officeDocument/2006/relationships/image" Target="../media/image6.png"/><Relationship Id="rId15" Type="http://schemas.openxmlformats.org/officeDocument/2006/relationships/image" Target="../media/image23.png"/><Relationship Id="rId14" Type="http://schemas.openxmlformats.org/officeDocument/2006/relationships/image" Target="../media/image86.wmf"/><Relationship Id="rId13" Type="http://schemas.openxmlformats.org/officeDocument/2006/relationships/oleObject" Target="../embeddings/oleObject121.bin"/><Relationship Id="rId12" Type="http://schemas.openxmlformats.org/officeDocument/2006/relationships/image" Target="../media/image85.wmf"/><Relationship Id="rId11" Type="http://schemas.openxmlformats.org/officeDocument/2006/relationships/oleObject" Target="../embeddings/oleObject120.bin"/><Relationship Id="rId10" Type="http://schemas.openxmlformats.org/officeDocument/2006/relationships/image" Target="../media/image84.wmf"/><Relationship Id="rId1" Type="http://schemas.openxmlformats.org/officeDocument/2006/relationships/oleObject" Target="../embeddings/oleObject115.bin"/></Relationships>
</file>

<file path=ppt/slides/_rels/slide25.xml.rels><?xml version="1.0" encoding="UTF-8" standalone="yes"?>
<Relationships xmlns="http://schemas.openxmlformats.org/package/2006/relationships"><Relationship Id="rId9" Type="http://schemas.openxmlformats.org/officeDocument/2006/relationships/oleObject" Target="../embeddings/oleObject126.bin"/><Relationship Id="rId8" Type="http://schemas.openxmlformats.org/officeDocument/2006/relationships/image" Target="../media/image87.wmf"/><Relationship Id="rId7" Type="http://schemas.openxmlformats.org/officeDocument/2006/relationships/oleObject" Target="../embeddings/oleObject125.bin"/><Relationship Id="rId6" Type="http://schemas.openxmlformats.org/officeDocument/2006/relationships/image" Target="../media/image26.wmf"/><Relationship Id="rId5" Type="http://schemas.openxmlformats.org/officeDocument/2006/relationships/oleObject" Target="../embeddings/oleObject124.bin"/><Relationship Id="rId4" Type="http://schemas.openxmlformats.org/officeDocument/2006/relationships/image" Target="../media/image25.wmf"/><Relationship Id="rId34" Type="http://schemas.openxmlformats.org/officeDocument/2006/relationships/vmlDrawing" Target="../drawings/vmlDrawing18.vml"/><Relationship Id="rId33" Type="http://schemas.openxmlformats.org/officeDocument/2006/relationships/slideLayout" Target="../slideLayouts/slideLayout7.xml"/><Relationship Id="rId32" Type="http://schemas.openxmlformats.org/officeDocument/2006/relationships/image" Target="../media/image98.wmf"/><Relationship Id="rId31" Type="http://schemas.openxmlformats.org/officeDocument/2006/relationships/oleObject" Target="../embeddings/oleObject136.bin"/><Relationship Id="rId30" Type="http://schemas.openxmlformats.org/officeDocument/2006/relationships/image" Target="../media/image97.wmf"/><Relationship Id="rId3" Type="http://schemas.openxmlformats.org/officeDocument/2006/relationships/oleObject" Target="../embeddings/oleObject123.bin"/><Relationship Id="rId29" Type="http://schemas.openxmlformats.org/officeDocument/2006/relationships/oleObject" Target="../embeddings/oleObject135.bin"/><Relationship Id="rId28" Type="http://schemas.openxmlformats.org/officeDocument/2006/relationships/image" Target="../media/image96.wmf"/><Relationship Id="rId27" Type="http://schemas.openxmlformats.org/officeDocument/2006/relationships/oleObject" Target="../embeddings/oleObject134.bin"/><Relationship Id="rId26" Type="http://schemas.openxmlformats.org/officeDocument/2006/relationships/image" Target="../media/image6.png"/><Relationship Id="rId25" Type="http://schemas.openxmlformats.org/officeDocument/2006/relationships/image" Target="../media/image95.wmf"/><Relationship Id="rId24" Type="http://schemas.openxmlformats.org/officeDocument/2006/relationships/oleObject" Target="../embeddings/oleObject133.bin"/><Relationship Id="rId23" Type="http://schemas.openxmlformats.org/officeDocument/2006/relationships/image" Target="../media/image94.wmf"/><Relationship Id="rId22" Type="http://schemas.openxmlformats.org/officeDocument/2006/relationships/oleObject" Target="../embeddings/oleObject132.bin"/><Relationship Id="rId21" Type="http://schemas.openxmlformats.org/officeDocument/2006/relationships/image" Target="../media/image23.png"/><Relationship Id="rId20" Type="http://schemas.openxmlformats.org/officeDocument/2006/relationships/image" Target="../media/image93.wmf"/><Relationship Id="rId2" Type="http://schemas.openxmlformats.org/officeDocument/2006/relationships/image" Target="../media/image24.wmf"/><Relationship Id="rId19" Type="http://schemas.openxmlformats.org/officeDocument/2006/relationships/oleObject" Target="../embeddings/oleObject131.bin"/><Relationship Id="rId18" Type="http://schemas.openxmlformats.org/officeDocument/2006/relationships/image" Target="../media/image92.wmf"/><Relationship Id="rId17" Type="http://schemas.openxmlformats.org/officeDocument/2006/relationships/oleObject" Target="../embeddings/oleObject130.bin"/><Relationship Id="rId16" Type="http://schemas.openxmlformats.org/officeDocument/2006/relationships/image" Target="../media/image91.wmf"/><Relationship Id="rId15" Type="http://schemas.openxmlformats.org/officeDocument/2006/relationships/oleObject" Target="../embeddings/oleObject129.bin"/><Relationship Id="rId14" Type="http://schemas.openxmlformats.org/officeDocument/2006/relationships/image" Target="../media/image90.wmf"/><Relationship Id="rId13" Type="http://schemas.openxmlformats.org/officeDocument/2006/relationships/oleObject" Target="../embeddings/oleObject128.bin"/><Relationship Id="rId12" Type="http://schemas.openxmlformats.org/officeDocument/2006/relationships/image" Target="../media/image89.wmf"/><Relationship Id="rId11" Type="http://schemas.openxmlformats.org/officeDocument/2006/relationships/oleObject" Target="../embeddings/oleObject127.bin"/><Relationship Id="rId10" Type="http://schemas.openxmlformats.org/officeDocument/2006/relationships/image" Target="../media/image88.wmf"/><Relationship Id="rId1" Type="http://schemas.openxmlformats.org/officeDocument/2006/relationships/oleObject" Target="../embeddings/oleObject122.bin"/></Relationships>
</file>

<file path=ppt/slides/_rels/slide26.xml.rels><?xml version="1.0" encoding="UTF-8" standalone="yes"?>
<Relationships xmlns="http://schemas.openxmlformats.org/package/2006/relationships"><Relationship Id="rId9" Type="http://schemas.openxmlformats.org/officeDocument/2006/relationships/oleObject" Target="../embeddings/oleObject141.bin"/><Relationship Id="rId8" Type="http://schemas.openxmlformats.org/officeDocument/2006/relationships/image" Target="../media/image19.wmf"/><Relationship Id="rId7" Type="http://schemas.openxmlformats.org/officeDocument/2006/relationships/oleObject" Target="../embeddings/oleObject140.bin"/><Relationship Id="rId6" Type="http://schemas.openxmlformats.org/officeDocument/2006/relationships/image" Target="../media/image18.wmf"/><Relationship Id="rId5" Type="http://schemas.openxmlformats.org/officeDocument/2006/relationships/oleObject" Target="../embeddings/oleObject139.bin"/><Relationship Id="rId4" Type="http://schemas.openxmlformats.org/officeDocument/2006/relationships/image" Target="../media/image17.wmf"/><Relationship Id="rId3" Type="http://schemas.openxmlformats.org/officeDocument/2006/relationships/oleObject" Target="../embeddings/oleObject138.bin"/><Relationship Id="rId2" Type="http://schemas.openxmlformats.org/officeDocument/2006/relationships/image" Target="../media/image99.wmf"/><Relationship Id="rId19" Type="http://schemas.openxmlformats.org/officeDocument/2006/relationships/vmlDrawing" Target="../drawings/vmlDrawing19.vml"/><Relationship Id="rId18" Type="http://schemas.openxmlformats.org/officeDocument/2006/relationships/slideLayout" Target="../slideLayouts/slideLayout7.xml"/><Relationship Id="rId17" Type="http://schemas.openxmlformats.org/officeDocument/2006/relationships/image" Target="../media/image100.wmf"/><Relationship Id="rId16" Type="http://schemas.openxmlformats.org/officeDocument/2006/relationships/oleObject" Target="../embeddings/oleObject144.bin"/><Relationship Id="rId15" Type="http://schemas.openxmlformats.org/officeDocument/2006/relationships/image" Target="../media/image6.png"/><Relationship Id="rId14" Type="http://schemas.openxmlformats.org/officeDocument/2006/relationships/image" Target="../media/image85.wmf"/><Relationship Id="rId13" Type="http://schemas.openxmlformats.org/officeDocument/2006/relationships/oleObject" Target="../embeddings/oleObject143.bin"/><Relationship Id="rId12" Type="http://schemas.openxmlformats.org/officeDocument/2006/relationships/image" Target="../media/image84.wmf"/><Relationship Id="rId11" Type="http://schemas.openxmlformats.org/officeDocument/2006/relationships/oleObject" Target="../embeddings/oleObject142.bin"/><Relationship Id="rId10" Type="http://schemas.openxmlformats.org/officeDocument/2006/relationships/image" Target="../media/image83.wmf"/><Relationship Id="rId1" Type="http://schemas.openxmlformats.org/officeDocument/2006/relationships/oleObject" Target="../embeddings/oleObject137.bin"/></Relationships>
</file>

<file path=ppt/slides/_rels/slide27.xml.rels><?xml version="1.0" encoding="UTF-8" standalone="yes"?>
<Relationships xmlns="http://schemas.openxmlformats.org/package/2006/relationships"><Relationship Id="rId9" Type="http://schemas.openxmlformats.org/officeDocument/2006/relationships/image" Target="../media/image17.wmf"/><Relationship Id="rId8" Type="http://schemas.openxmlformats.org/officeDocument/2006/relationships/oleObject" Target="../embeddings/oleObject148.bin"/><Relationship Id="rId7" Type="http://schemas.openxmlformats.org/officeDocument/2006/relationships/image" Target="../media/image6.png"/><Relationship Id="rId6" Type="http://schemas.openxmlformats.org/officeDocument/2006/relationships/image" Target="../media/image103.wmf"/><Relationship Id="rId5" Type="http://schemas.openxmlformats.org/officeDocument/2006/relationships/oleObject" Target="../embeddings/oleObject147.bin"/><Relationship Id="rId4" Type="http://schemas.openxmlformats.org/officeDocument/2006/relationships/image" Target="../media/image102.wmf"/><Relationship Id="rId3" Type="http://schemas.openxmlformats.org/officeDocument/2006/relationships/oleObject" Target="../embeddings/oleObject146.bin"/><Relationship Id="rId23" Type="http://schemas.openxmlformats.org/officeDocument/2006/relationships/vmlDrawing" Target="../drawings/vmlDrawing20.vml"/><Relationship Id="rId22" Type="http://schemas.openxmlformats.org/officeDocument/2006/relationships/slideLayout" Target="../slideLayouts/slideLayout7.xml"/><Relationship Id="rId21" Type="http://schemas.openxmlformats.org/officeDocument/2006/relationships/image" Target="../media/image104.wmf"/><Relationship Id="rId20" Type="http://schemas.openxmlformats.org/officeDocument/2006/relationships/oleObject" Target="../embeddings/oleObject154.bin"/><Relationship Id="rId2" Type="http://schemas.openxmlformats.org/officeDocument/2006/relationships/image" Target="../media/image101.wmf"/><Relationship Id="rId19" Type="http://schemas.openxmlformats.org/officeDocument/2006/relationships/image" Target="../media/image85.wmf"/><Relationship Id="rId18" Type="http://schemas.openxmlformats.org/officeDocument/2006/relationships/oleObject" Target="../embeddings/oleObject153.bin"/><Relationship Id="rId17" Type="http://schemas.openxmlformats.org/officeDocument/2006/relationships/image" Target="../media/image84.wmf"/><Relationship Id="rId16" Type="http://schemas.openxmlformats.org/officeDocument/2006/relationships/oleObject" Target="../embeddings/oleObject152.bin"/><Relationship Id="rId15" Type="http://schemas.openxmlformats.org/officeDocument/2006/relationships/image" Target="../media/image83.wmf"/><Relationship Id="rId14" Type="http://schemas.openxmlformats.org/officeDocument/2006/relationships/oleObject" Target="../embeddings/oleObject151.bin"/><Relationship Id="rId13" Type="http://schemas.openxmlformats.org/officeDocument/2006/relationships/image" Target="../media/image19.wmf"/><Relationship Id="rId12" Type="http://schemas.openxmlformats.org/officeDocument/2006/relationships/oleObject" Target="../embeddings/oleObject150.bin"/><Relationship Id="rId11" Type="http://schemas.openxmlformats.org/officeDocument/2006/relationships/image" Target="../media/image18.wmf"/><Relationship Id="rId10" Type="http://schemas.openxmlformats.org/officeDocument/2006/relationships/oleObject" Target="../embeddings/oleObject149.bin"/><Relationship Id="rId1" Type="http://schemas.openxmlformats.org/officeDocument/2006/relationships/oleObject" Target="../embeddings/oleObject145.bin"/></Relationships>
</file>

<file path=ppt/slides/_rels/slide28.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image" Target="../media/image107.wmf"/><Relationship Id="rId7" Type="http://schemas.openxmlformats.org/officeDocument/2006/relationships/oleObject" Target="../embeddings/oleObject157.bin"/><Relationship Id="rId6" Type="http://schemas.openxmlformats.org/officeDocument/2006/relationships/image" Target="../media/image106.wmf"/><Relationship Id="rId5" Type="http://schemas.openxmlformats.org/officeDocument/2006/relationships/oleObject" Target="../embeddings/oleObject156.bin"/><Relationship Id="rId4" Type="http://schemas.openxmlformats.org/officeDocument/2006/relationships/image" Target="../media/image105.wmf"/><Relationship Id="rId3" Type="http://schemas.openxmlformats.org/officeDocument/2006/relationships/oleObject" Target="../embeddings/oleObject155.bin"/><Relationship Id="rId25" Type="http://schemas.openxmlformats.org/officeDocument/2006/relationships/vmlDrawing" Target="../drawings/vmlDrawing21.vml"/><Relationship Id="rId24" Type="http://schemas.openxmlformats.org/officeDocument/2006/relationships/slideLayout" Target="../slideLayouts/slideLayout7.xml"/><Relationship Id="rId23" Type="http://schemas.openxmlformats.org/officeDocument/2006/relationships/image" Target="../media/image108.wmf"/><Relationship Id="rId22" Type="http://schemas.openxmlformats.org/officeDocument/2006/relationships/oleObject" Target="../embeddings/oleObject164.bin"/><Relationship Id="rId21" Type="http://schemas.openxmlformats.org/officeDocument/2006/relationships/image" Target="../media/image85.wmf"/><Relationship Id="rId20" Type="http://schemas.openxmlformats.org/officeDocument/2006/relationships/oleObject" Target="../embeddings/oleObject163.bin"/><Relationship Id="rId2" Type="http://schemas.openxmlformats.org/officeDocument/2006/relationships/image" Target="../media/image23.png"/><Relationship Id="rId19" Type="http://schemas.openxmlformats.org/officeDocument/2006/relationships/image" Target="../media/image84.wmf"/><Relationship Id="rId18" Type="http://schemas.openxmlformats.org/officeDocument/2006/relationships/oleObject" Target="../embeddings/oleObject162.bin"/><Relationship Id="rId17" Type="http://schemas.openxmlformats.org/officeDocument/2006/relationships/image" Target="../media/image83.wmf"/><Relationship Id="rId16" Type="http://schemas.openxmlformats.org/officeDocument/2006/relationships/oleObject" Target="../embeddings/oleObject161.bin"/><Relationship Id="rId15" Type="http://schemas.openxmlformats.org/officeDocument/2006/relationships/image" Target="../media/image19.wmf"/><Relationship Id="rId14" Type="http://schemas.openxmlformats.org/officeDocument/2006/relationships/oleObject" Target="../embeddings/oleObject160.bin"/><Relationship Id="rId13" Type="http://schemas.openxmlformats.org/officeDocument/2006/relationships/image" Target="../media/image18.wmf"/><Relationship Id="rId12" Type="http://schemas.openxmlformats.org/officeDocument/2006/relationships/oleObject" Target="../embeddings/oleObject159.bin"/><Relationship Id="rId11" Type="http://schemas.openxmlformats.org/officeDocument/2006/relationships/image" Target="../media/image17.wmf"/><Relationship Id="rId10" Type="http://schemas.openxmlformats.org/officeDocument/2006/relationships/oleObject" Target="../embeddings/oleObject158.bin"/><Relationship Id="rId1" Type="http://schemas.openxmlformats.org/officeDocument/2006/relationships/image" Target="../media/image16.jpeg"/></Relationships>
</file>

<file path=ppt/slides/_rels/slide29.xml.rels><?xml version="1.0" encoding="UTF-8" standalone="yes"?>
<Relationships xmlns="http://schemas.openxmlformats.org/package/2006/relationships"><Relationship Id="rId7" Type="http://schemas.openxmlformats.org/officeDocument/2006/relationships/vmlDrawing" Target="../drawings/vmlDrawing22.vml"/><Relationship Id="rId6" Type="http://schemas.openxmlformats.org/officeDocument/2006/relationships/slideLayout" Target="../slideLayouts/slideLayout7.xml"/><Relationship Id="rId5" Type="http://schemas.openxmlformats.org/officeDocument/2006/relationships/image" Target="../media/image109.wmf"/><Relationship Id="rId4" Type="http://schemas.openxmlformats.org/officeDocument/2006/relationships/oleObject" Target="../embeddings/oleObject165.bin"/><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image" Target="../media/image16.jpeg"/></Relationships>
</file>

<file path=ppt/slides/_rels/slide30.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image" Target="../media/image111.wmf"/><Relationship Id="rId7" Type="http://schemas.openxmlformats.org/officeDocument/2006/relationships/oleObject" Target="../embeddings/oleObject169.bin"/><Relationship Id="rId6" Type="http://schemas.openxmlformats.org/officeDocument/2006/relationships/image" Target="../media/image18.wmf"/><Relationship Id="rId5" Type="http://schemas.openxmlformats.org/officeDocument/2006/relationships/oleObject" Target="../embeddings/oleObject168.bin"/><Relationship Id="rId4" Type="http://schemas.openxmlformats.org/officeDocument/2006/relationships/image" Target="../media/image17.wmf"/><Relationship Id="rId3" Type="http://schemas.openxmlformats.org/officeDocument/2006/relationships/oleObject" Target="../embeddings/oleObject167.bin"/><Relationship Id="rId2" Type="http://schemas.openxmlformats.org/officeDocument/2006/relationships/image" Target="../media/image110.wmf"/><Relationship Id="rId17" Type="http://schemas.openxmlformats.org/officeDocument/2006/relationships/vmlDrawing" Target="../drawings/vmlDrawing23.vml"/><Relationship Id="rId16" Type="http://schemas.openxmlformats.org/officeDocument/2006/relationships/slideLayout" Target="../slideLayouts/slideLayout7.xml"/><Relationship Id="rId15" Type="http://schemas.openxmlformats.org/officeDocument/2006/relationships/image" Target="../media/image113.wmf"/><Relationship Id="rId14" Type="http://schemas.openxmlformats.org/officeDocument/2006/relationships/oleObject" Target="../embeddings/oleObject172.bin"/><Relationship Id="rId13" Type="http://schemas.openxmlformats.org/officeDocument/2006/relationships/image" Target="../media/image100.wmf"/><Relationship Id="rId12" Type="http://schemas.openxmlformats.org/officeDocument/2006/relationships/oleObject" Target="../embeddings/oleObject171.bin"/><Relationship Id="rId11" Type="http://schemas.openxmlformats.org/officeDocument/2006/relationships/image" Target="../media/image112.wmf"/><Relationship Id="rId10" Type="http://schemas.openxmlformats.org/officeDocument/2006/relationships/oleObject" Target="../embeddings/oleObject170.bin"/><Relationship Id="rId1" Type="http://schemas.openxmlformats.org/officeDocument/2006/relationships/oleObject" Target="../embeddings/oleObject166.bin"/></Relationships>
</file>

<file path=ppt/slides/_rels/slide31.xml.rels><?xml version="1.0" encoding="UTF-8" standalone="yes"?>
<Relationships xmlns="http://schemas.openxmlformats.org/package/2006/relationships"><Relationship Id="rId9" Type="http://schemas.openxmlformats.org/officeDocument/2006/relationships/oleObject" Target="../embeddings/oleObject177.bin"/><Relationship Id="rId8" Type="http://schemas.openxmlformats.org/officeDocument/2006/relationships/image" Target="../media/image117.wmf"/><Relationship Id="rId7" Type="http://schemas.openxmlformats.org/officeDocument/2006/relationships/oleObject" Target="../embeddings/oleObject176.bin"/><Relationship Id="rId6" Type="http://schemas.openxmlformats.org/officeDocument/2006/relationships/image" Target="../media/image116.wmf"/><Relationship Id="rId5" Type="http://schemas.openxmlformats.org/officeDocument/2006/relationships/oleObject" Target="../embeddings/oleObject175.bin"/><Relationship Id="rId4" Type="http://schemas.openxmlformats.org/officeDocument/2006/relationships/image" Target="../media/image115.wmf"/><Relationship Id="rId3" Type="http://schemas.openxmlformats.org/officeDocument/2006/relationships/oleObject" Target="../embeddings/oleObject174.bin"/><Relationship Id="rId25" Type="http://schemas.openxmlformats.org/officeDocument/2006/relationships/vmlDrawing" Target="../drawings/vmlDrawing24.vml"/><Relationship Id="rId24" Type="http://schemas.openxmlformats.org/officeDocument/2006/relationships/slideLayout" Target="../slideLayouts/slideLayout7.xml"/><Relationship Id="rId23" Type="http://schemas.openxmlformats.org/officeDocument/2006/relationships/image" Target="../media/image124.wmf"/><Relationship Id="rId22" Type="http://schemas.openxmlformats.org/officeDocument/2006/relationships/oleObject" Target="../embeddings/oleObject183.bin"/><Relationship Id="rId21" Type="http://schemas.openxmlformats.org/officeDocument/2006/relationships/image" Target="../media/image123.wmf"/><Relationship Id="rId20" Type="http://schemas.openxmlformats.org/officeDocument/2006/relationships/oleObject" Target="../embeddings/oleObject182.bin"/><Relationship Id="rId2" Type="http://schemas.openxmlformats.org/officeDocument/2006/relationships/image" Target="../media/image114.wmf"/><Relationship Id="rId19" Type="http://schemas.openxmlformats.org/officeDocument/2006/relationships/image" Target="../media/image6.png"/><Relationship Id="rId18" Type="http://schemas.openxmlformats.org/officeDocument/2006/relationships/image" Target="../media/image122.wmf"/><Relationship Id="rId17" Type="http://schemas.openxmlformats.org/officeDocument/2006/relationships/oleObject" Target="../embeddings/oleObject181.bin"/><Relationship Id="rId16" Type="http://schemas.openxmlformats.org/officeDocument/2006/relationships/image" Target="../media/image121.wmf"/><Relationship Id="rId15" Type="http://schemas.openxmlformats.org/officeDocument/2006/relationships/oleObject" Target="../embeddings/oleObject180.bin"/><Relationship Id="rId14" Type="http://schemas.openxmlformats.org/officeDocument/2006/relationships/image" Target="../media/image120.wmf"/><Relationship Id="rId13" Type="http://schemas.openxmlformats.org/officeDocument/2006/relationships/oleObject" Target="../embeddings/oleObject179.bin"/><Relationship Id="rId12" Type="http://schemas.openxmlformats.org/officeDocument/2006/relationships/image" Target="../media/image119.wmf"/><Relationship Id="rId11" Type="http://schemas.openxmlformats.org/officeDocument/2006/relationships/oleObject" Target="../embeddings/oleObject178.bin"/><Relationship Id="rId10" Type="http://schemas.openxmlformats.org/officeDocument/2006/relationships/image" Target="../media/image118.wmf"/><Relationship Id="rId1" Type="http://schemas.openxmlformats.org/officeDocument/2006/relationships/oleObject" Target="../embeddings/oleObject173.bin"/></Relationships>
</file>

<file path=ppt/slides/_rels/slide32.xml.rels><?xml version="1.0" encoding="UTF-8" standalone="yes"?>
<Relationships xmlns="http://schemas.openxmlformats.org/package/2006/relationships"><Relationship Id="rId9" Type="http://schemas.openxmlformats.org/officeDocument/2006/relationships/oleObject" Target="../embeddings/oleObject187.bin"/><Relationship Id="rId8" Type="http://schemas.openxmlformats.org/officeDocument/2006/relationships/image" Target="../media/image25.wmf"/><Relationship Id="rId7" Type="http://schemas.openxmlformats.org/officeDocument/2006/relationships/oleObject" Target="../embeddings/oleObject186.bin"/><Relationship Id="rId6" Type="http://schemas.openxmlformats.org/officeDocument/2006/relationships/image" Target="../media/image24.wmf"/><Relationship Id="rId5" Type="http://schemas.openxmlformats.org/officeDocument/2006/relationships/oleObject" Target="../embeddings/oleObject185.bin"/><Relationship Id="rId4" Type="http://schemas.openxmlformats.org/officeDocument/2006/relationships/image" Target="../media/image6.png"/><Relationship Id="rId3" Type="http://schemas.openxmlformats.org/officeDocument/2006/relationships/image" Target="../media/image23.png"/><Relationship Id="rId24" Type="http://schemas.openxmlformats.org/officeDocument/2006/relationships/vmlDrawing" Target="../drawings/vmlDrawing25.vml"/><Relationship Id="rId23" Type="http://schemas.openxmlformats.org/officeDocument/2006/relationships/slideLayout" Target="../slideLayouts/slideLayout7.xml"/><Relationship Id="rId22" Type="http://schemas.openxmlformats.org/officeDocument/2006/relationships/image" Target="../media/image92.wmf"/><Relationship Id="rId21" Type="http://schemas.openxmlformats.org/officeDocument/2006/relationships/oleObject" Target="../embeddings/oleObject193.bin"/><Relationship Id="rId20" Type="http://schemas.openxmlformats.org/officeDocument/2006/relationships/image" Target="../media/image91.wmf"/><Relationship Id="rId2" Type="http://schemas.openxmlformats.org/officeDocument/2006/relationships/image" Target="../media/image125.wmf"/><Relationship Id="rId19" Type="http://schemas.openxmlformats.org/officeDocument/2006/relationships/oleObject" Target="../embeddings/oleObject192.bin"/><Relationship Id="rId18" Type="http://schemas.openxmlformats.org/officeDocument/2006/relationships/image" Target="../media/image90.wmf"/><Relationship Id="rId17" Type="http://schemas.openxmlformats.org/officeDocument/2006/relationships/oleObject" Target="../embeddings/oleObject191.bin"/><Relationship Id="rId16" Type="http://schemas.openxmlformats.org/officeDocument/2006/relationships/image" Target="../media/image89.wmf"/><Relationship Id="rId15" Type="http://schemas.openxmlformats.org/officeDocument/2006/relationships/oleObject" Target="../embeddings/oleObject190.bin"/><Relationship Id="rId14" Type="http://schemas.openxmlformats.org/officeDocument/2006/relationships/image" Target="../media/image88.wmf"/><Relationship Id="rId13" Type="http://schemas.openxmlformats.org/officeDocument/2006/relationships/oleObject" Target="../embeddings/oleObject189.bin"/><Relationship Id="rId12" Type="http://schemas.openxmlformats.org/officeDocument/2006/relationships/image" Target="../media/image87.wmf"/><Relationship Id="rId11" Type="http://schemas.openxmlformats.org/officeDocument/2006/relationships/oleObject" Target="../embeddings/oleObject188.bin"/><Relationship Id="rId10" Type="http://schemas.openxmlformats.org/officeDocument/2006/relationships/image" Target="../media/image26.wmf"/><Relationship Id="rId1" Type="http://schemas.openxmlformats.org/officeDocument/2006/relationships/oleObject" Target="../embeddings/oleObject184.bin"/></Relationships>
</file>

<file path=ppt/slides/_rels/slide33.xml.rels><?xml version="1.0" encoding="UTF-8" standalone="yes"?>
<Relationships xmlns="http://schemas.openxmlformats.org/package/2006/relationships"><Relationship Id="rId9" Type="http://schemas.openxmlformats.org/officeDocument/2006/relationships/oleObject" Target="../embeddings/oleObject197.bin"/><Relationship Id="rId8" Type="http://schemas.openxmlformats.org/officeDocument/2006/relationships/image" Target="../media/image106.wmf"/><Relationship Id="rId7" Type="http://schemas.openxmlformats.org/officeDocument/2006/relationships/oleObject" Target="../embeddings/oleObject196.bin"/><Relationship Id="rId6" Type="http://schemas.openxmlformats.org/officeDocument/2006/relationships/image" Target="../media/image16.jpeg"/><Relationship Id="rId5" Type="http://schemas.openxmlformats.org/officeDocument/2006/relationships/image" Target="../media/image6.png"/><Relationship Id="rId4" Type="http://schemas.openxmlformats.org/officeDocument/2006/relationships/image" Target="../media/image127.wmf"/><Relationship Id="rId3" Type="http://schemas.openxmlformats.org/officeDocument/2006/relationships/oleObject" Target="../embeddings/oleObject195.bin"/><Relationship Id="rId20" Type="http://schemas.openxmlformats.org/officeDocument/2006/relationships/vmlDrawing" Target="../drawings/vmlDrawing26.vml"/><Relationship Id="rId2" Type="http://schemas.openxmlformats.org/officeDocument/2006/relationships/image" Target="../media/image126.wmf"/><Relationship Id="rId19" Type="http://schemas.openxmlformats.org/officeDocument/2006/relationships/slideLayout" Target="../slideLayouts/slideLayout7.xml"/><Relationship Id="rId18" Type="http://schemas.openxmlformats.org/officeDocument/2006/relationships/image" Target="../media/image131.wmf"/><Relationship Id="rId17" Type="http://schemas.openxmlformats.org/officeDocument/2006/relationships/oleObject" Target="../embeddings/oleObject201.bin"/><Relationship Id="rId16" Type="http://schemas.openxmlformats.org/officeDocument/2006/relationships/image" Target="../media/image130.wmf"/><Relationship Id="rId15" Type="http://schemas.openxmlformats.org/officeDocument/2006/relationships/oleObject" Target="../embeddings/oleObject200.bin"/><Relationship Id="rId14" Type="http://schemas.openxmlformats.org/officeDocument/2006/relationships/image" Target="../media/image129.wmf"/><Relationship Id="rId13" Type="http://schemas.openxmlformats.org/officeDocument/2006/relationships/oleObject" Target="../embeddings/oleObject199.bin"/><Relationship Id="rId12" Type="http://schemas.openxmlformats.org/officeDocument/2006/relationships/image" Target="../media/image128.wmf"/><Relationship Id="rId11" Type="http://schemas.openxmlformats.org/officeDocument/2006/relationships/oleObject" Target="../embeddings/oleObject198.bin"/><Relationship Id="rId10" Type="http://schemas.openxmlformats.org/officeDocument/2006/relationships/image" Target="../media/image107.wmf"/><Relationship Id="rId1" Type="http://schemas.openxmlformats.org/officeDocument/2006/relationships/oleObject" Target="../embeddings/oleObject194.bin"/></Relationships>
</file>

<file path=ppt/slides/_rels/slide34.xml.rels><?xml version="1.0" encoding="UTF-8" standalone="yes"?>
<Relationships xmlns="http://schemas.openxmlformats.org/package/2006/relationships"><Relationship Id="rId9" Type="http://schemas.openxmlformats.org/officeDocument/2006/relationships/oleObject" Target="../embeddings/oleObject206.bin"/><Relationship Id="rId8" Type="http://schemas.openxmlformats.org/officeDocument/2006/relationships/image" Target="../media/image17.wmf"/><Relationship Id="rId7" Type="http://schemas.openxmlformats.org/officeDocument/2006/relationships/oleObject" Target="../embeddings/oleObject205.bin"/><Relationship Id="rId6" Type="http://schemas.openxmlformats.org/officeDocument/2006/relationships/image" Target="../media/image134.wmf"/><Relationship Id="rId5" Type="http://schemas.openxmlformats.org/officeDocument/2006/relationships/oleObject" Target="../embeddings/oleObject204.bin"/><Relationship Id="rId4" Type="http://schemas.openxmlformats.org/officeDocument/2006/relationships/image" Target="../media/image133.wmf"/><Relationship Id="rId3" Type="http://schemas.openxmlformats.org/officeDocument/2006/relationships/oleObject" Target="../embeddings/oleObject203.bin"/><Relationship Id="rId2" Type="http://schemas.openxmlformats.org/officeDocument/2006/relationships/image" Target="../media/image132.wmf"/><Relationship Id="rId17" Type="http://schemas.openxmlformats.org/officeDocument/2006/relationships/vmlDrawing" Target="../drawings/vmlDrawing27.vml"/><Relationship Id="rId16" Type="http://schemas.openxmlformats.org/officeDocument/2006/relationships/slideLayout" Target="../slideLayouts/slideLayout7.xml"/><Relationship Id="rId15" Type="http://schemas.openxmlformats.org/officeDocument/2006/relationships/image" Target="../media/image135.wmf"/><Relationship Id="rId14" Type="http://schemas.openxmlformats.org/officeDocument/2006/relationships/oleObject" Target="../embeddings/oleObject208.bin"/><Relationship Id="rId13" Type="http://schemas.openxmlformats.org/officeDocument/2006/relationships/image" Target="../media/image6.png"/><Relationship Id="rId12" Type="http://schemas.openxmlformats.org/officeDocument/2006/relationships/image" Target="../media/image111.wmf"/><Relationship Id="rId11" Type="http://schemas.openxmlformats.org/officeDocument/2006/relationships/oleObject" Target="../embeddings/oleObject207.bin"/><Relationship Id="rId10" Type="http://schemas.openxmlformats.org/officeDocument/2006/relationships/image" Target="../media/image18.wmf"/><Relationship Id="rId1" Type="http://schemas.openxmlformats.org/officeDocument/2006/relationships/oleObject" Target="../embeddings/oleObject202.bin"/></Relationships>
</file>

<file path=ppt/slides/_rels/slide35.xml.rels><?xml version="1.0" encoding="UTF-8" standalone="yes"?>
<Relationships xmlns="http://schemas.openxmlformats.org/package/2006/relationships"><Relationship Id="rId9" Type="http://schemas.openxmlformats.org/officeDocument/2006/relationships/oleObject" Target="../embeddings/oleObject213.bin"/><Relationship Id="rId8" Type="http://schemas.openxmlformats.org/officeDocument/2006/relationships/image" Target="../media/image87.wmf"/><Relationship Id="rId7" Type="http://schemas.openxmlformats.org/officeDocument/2006/relationships/oleObject" Target="../embeddings/oleObject212.bin"/><Relationship Id="rId6" Type="http://schemas.openxmlformats.org/officeDocument/2006/relationships/image" Target="../media/image138.wmf"/><Relationship Id="rId5" Type="http://schemas.openxmlformats.org/officeDocument/2006/relationships/oleObject" Target="../embeddings/oleObject211.bin"/><Relationship Id="rId4" Type="http://schemas.openxmlformats.org/officeDocument/2006/relationships/image" Target="../media/image137.wmf"/><Relationship Id="rId36" Type="http://schemas.openxmlformats.org/officeDocument/2006/relationships/vmlDrawing" Target="../drawings/vmlDrawing28.vml"/><Relationship Id="rId35" Type="http://schemas.openxmlformats.org/officeDocument/2006/relationships/slideLayout" Target="../slideLayouts/slideLayout7.xml"/><Relationship Id="rId34" Type="http://schemas.openxmlformats.org/officeDocument/2006/relationships/oleObject" Target="../embeddings/oleObject226.bin"/><Relationship Id="rId33" Type="http://schemas.openxmlformats.org/officeDocument/2006/relationships/oleObject" Target="../embeddings/oleObject225.bin"/><Relationship Id="rId32" Type="http://schemas.openxmlformats.org/officeDocument/2006/relationships/oleObject" Target="../embeddings/oleObject224.bin"/><Relationship Id="rId31" Type="http://schemas.openxmlformats.org/officeDocument/2006/relationships/image" Target="../media/image142.wmf"/><Relationship Id="rId30" Type="http://schemas.openxmlformats.org/officeDocument/2006/relationships/oleObject" Target="../embeddings/oleObject223.bin"/><Relationship Id="rId3" Type="http://schemas.openxmlformats.org/officeDocument/2006/relationships/oleObject" Target="../embeddings/oleObject210.bin"/><Relationship Id="rId29" Type="http://schemas.openxmlformats.org/officeDocument/2006/relationships/image" Target="../media/image141.wmf"/><Relationship Id="rId28" Type="http://schemas.openxmlformats.org/officeDocument/2006/relationships/oleObject" Target="../embeddings/oleObject222.bin"/><Relationship Id="rId27" Type="http://schemas.openxmlformats.org/officeDocument/2006/relationships/image" Target="../media/image140.wmf"/><Relationship Id="rId26" Type="http://schemas.openxmlformats.org/officeDocument/2006/relationships/oleObject" Target="../embeddings/oleObject221.bin"/><Relationship Id="rId25" Type="http://schemas.openxmlformats.org/officeDocument/2006/relationships/image" Target="../media/image139.wmf"/><Relationship Id="rId24" Type="http://schemas.openxmlformats.org/officeDocument/2006/relationships/oleObject" Target="../embeddings/oleObject220.bin"/><Relationship Id="rId23" Type="http://schemas.openxmlformats.org/officeDocument/2006/relationships/image" Target="../media/image6.png"/><Relationship Id="rId22" Type="http://schemas.openxmlformats.org/officeDocument/2006/relationships/image" Target="../media/image107.wmf"/><Relationship Id="rId21" Type="http://schemas.openxmlformats.org/officeDocument/2006/relationships/oleObject" Target="../embeddings/oleObject219.bin"/><Relationship Id="rId20" Type="http://schemas.openxmlformats.org/officeDocument/2006/relationships/image" Target="../media/image106.wmf"/><Relationship Id="rId2" Type="http://schemas.openxmlformats.org/officeDocument/2006/relationships/image" Target="../media/image136.wmf"/><Relationship Id="rId19" Type="http://schemas.openxmlformats.org/officeDocument/2006/relationships/oleObject" Target="../embeddings/oleObject218.bin"/><Relationship Id="rId18" Type="http://schemas.openxmlformats.org/officeDocument/2006/relationships/image" Target="../media/image92.wmf"/><Relationship Id="rId17" Type="http://schemas.openxmlformats.org/officeDocument/2006/relationships/oleObject" Target="../embeddings/oleObject217.bin"/><Relationship Id="rId16" Type="http://schemas.openxmlformats.org/officeDocument/2006/relationships/image" Target="../media/image91.wmf"/><Relationship Id="rId15" Type="http://schemas.openxmlformats.org/officeDocument/2006/relationships/oleObject" Target="../embeddings/oleObject216.bin"/><Relationship Id="rId14" Type="http://schemas.openxmlformats.org/officeDocument/2006/relationships/image" Target="../media/image90.wmf"/><Relationship Id="rId13" Type="http://schemas.openxmlformats.org/officeDocument/2006/relationships/oleObject" Target="../embeddings/oleObject215.bin"/><Relationship Id="rId12" Type="http://schemas.openxmlformats.org/officeDocument/2006/relationships/image" Target="../media/image89.wmf"/><Relationship Id="rId11" Type="http://schemas.openxmlformats.org/officeDocument/2006/relationships/oleObject" Target="../embeddings/oleObject214.bin"/><Relationship Id="rId10" Type="http://schemas.openxmlformats.org/officeDocument/2006/relationships/image" Target="../media/image88.wmf"/><Relationship Id="rId1" Type="http://schemas.openxmlformats.org/officeDocument/2006/relationships/oleObject" Target="../embeddings/oleObject209.bin"/></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23.png"/></Relationships>
</file>

<file path=ppt/slides/_rels/slide37.xml.rels><?xml version="1.0" encoding="UTF-8" standalone="yes"?>
<Relationships xmlns="http://schemas.openxmlformats.org/package/2006/relationships"><Relationship Id="rId9" Type="http://schemas.openxmlformats.org/officeDocument/2006/relationships/oleObject" Target="../embeddings/oleObject231.bin"/><Relationship Id="rId8" Type="http://schemas.openxmlformats.org/officeDocument/2006/relationships/image" Target="../media/image141.wmf"/><Relationship Id="rId7" Type="http://schemas.openxmlformats.org/officeDocument/2006/relationships/oleObject" Target="../embeddings/oleObject230.bin"/><Relationship Id="rId6" Type="http://schemas.openxmlformats.org/officeDocument/2006/relationships/image" Target="../media/image140.wmf"/><Relationship Id="rId5" Type="http://schemas.openxmlformats.org/officeDocument/2006/relationships/oleObject" Target="../embeddings/oleObject229.bin"/><Relationship Id="rId4" Type="http://schemas.openxmlformats.org/officeDocument/2006/relationships/image" Target="../media/image107.wmf"/><Relationship Id="rId3" Type="http://schemas.openxmlformats.org/officeDocument/2006/relationships/oleObject" Target="../embeddings/oleObject228.bin"/><Relationship Id="rId2" Type="http://schemas.openxmlformats.org/officeDocument/2006/relationships/image" Target="../media/image106.wmf"/><Relationship Id="rId19" Type="http://schemas.openxmlformats.org/officeDocument/2006/relationships/vmlDrawing" Target="../drawings/vmlDrawing29.vml"/><Relationship Id="rId18" Type="http://schemas.openxmlformats.org/officeDocument/2006/relationships/slideLayout" Target="../slideLayouts/slideLayout7.xml"/><Relationship Id="rId17" Type="http://schemas.openxmlformats.org/officeDocument/2006/relationships/image" Target="../media/image6.png"/><Relationship Id="rId16" Type="http://schemas.openxmlformats.org/officeDocument/2006/relationships/image" Target="../media/image89.wmf"/><Relationship Id="rId15" Type="http://schemas.openxmlformats.org/officeDocument/2006/relationships/oleObject" Target="../embeddings/oleObject234.bin"/><Relationship Id="rId14" Type="http://schemas.openxmlformats.org/officeDocument/2006/relationships/image" Target="../media/image88.wmf"/><Relationship Id="rId13" Type="http://schemas.openxmlformats.org/officeDocument/2006/relationships/oleObject" Target="../embeddings/oleObject233.bin"/><Relationship Id="rId12" Type="http://schemas.openxmlformats.org/officeDocument/2006/relationships/image" Target="../media/image87.wmf"/><Relationship Id="rId11" Type="http://schemas.openxmlformats.org/officeDocument/2006/relationships/oleObject" Target="../embeddings/oleObject232.bin"/><Relationship Id="rId10" Type="http://schemas.openxmlformats.org/officeDocument/2006/relationships/image" Target="../media/image142.wmf"/><Relationship Id="rId1" Type="http://schemas.openxmlformats.org/officeDocument/2006/relationships/oleObject" Target="../embeddings/oleObject227.bin"/></Relationships>
</file>

<file path=ppt/slides/_rels/slide38.xml.rels><?xml version="1.0" encoding="UTF-8" standalone="yes"?>
<Relationships xmlns="http://schemas.openxmlformats.org/package/2006/relationships"><Relationship Id="rId9" Type="http://schemas.openxmlformats.org/officeDocument/2006/relationships/image" Target="../media/image144.wmf"/><Relationship Id="rId8" Type="http://schemas.openxmlformats.org/officeDocument/2006/relationships/oleObject" Target="../embeddings/oleObject238.bin"/><Relationship Id="rId7" Type="http://schemas.openxmlformats.org/officeDocument/2006/relationships/image" Target="../media/image143.wmf"/><Relationship Id="rId6" Type="http://schemas.openxmlformats.org/officeDocument/2006/relationships/oleObject" Target="../embeddings/oleObject237.bin"/><Relationship Id="rId5" Type="http://schemas.openxmlformats.org/officeDocument/2006/relationships/image" Target="../media/image107.wmf"/><Relationship Id="rId4" Type="http://schemas.openxmlformats.org/officeDocument/2006/relationships/oleObject" Target="../embeddings/oleObject236.bin"/><Relationship Id="rId3" Type="http://schemas.openxmlformats.org/officeDocument/2006/relationships/image" Target="../media/image106.wmf"/><Relationship Id="rId2" Type="http://schemas.openxmlformats.org/officeDocument/2006/relationships/oleObject" Target="../embeddings/oleObject235.bin"/><Relationship Id="rId15" Type="http://schemas.openxmlformats.org/officeDocument/2006/relationships/vmlDrawing" Target="../drawings/vmlDrawing30.vml"/><Relationship Id="rId14" Type="http://schemas.openxmlformats.org/officeDocument/2006/relationships/slideLayout" Target="../slideLayouts/slideLayout7.xml"/><Relationship Id="rId13" Type="http://schemas.openxmlformats.org/officeDocument/2006/relationships/image" Target="../media/image146.wmf"/><Relationship Id="rId12" Type="http://schemas.openxmlformats.org/officeDocument/2006/relationships/oleObject" Target="../embeddings/oleObject240.bin"/><Relationship Id="rId11" Type="http://schemas.openxmlformats.org/officeDocument/2006/relationships/image" Target="../media/image145.wmf"/><Relationship Id="rId10" Type="http://schemas.openxmlformats.org/officeDocument/2006/relationships/oleObject" Target="../embeddings/oleObject239.bin"/><Relationship Id="rId1" Type="http://schemas.openxmlformats.org/officeDocument/2006/relationships/image" Target="../media/image6.png"/></Relationships>
</file>

<file path=ppt/slides/_rels/slide39.xml.rels><?xml version="1.0" encoding="UTF-8" standalone="yes"?>
<Relationships xmlns="http://schemas.openxmlformats.org/package/2006/relationships"><Relationship Id="rId9" Type="http://schemas.openxmlformats.org/officeDocument/2006/relationships/oleObject" Target="../embeddings/oleObject245.bin"/><Relationship Id="rId8" Type="http://schemas.openxmlformats.org/officeDocument/2006/relationships/image" Target="../media/image150.wmf"/><Relationship Id="rId7" Type="http://schemas.openxmlformats.org/officeDocument/2006/relationships/oleObject" Target="../embeddings/oleObject244.bin"/><Relationship Id="rId6" Type="http://schemas.openxmlformats.org/officeDocument/2006/relationships/image" Target="../media/image149.wmf"/><Relationship Id="rId5" Type="http://schemas.openxmlformats.org/officeDocument/2006/relationships/oleObject" Target="../embeddings/oleObject243.bin"/><Relationship Id="rId4" Type="http://schemas.openxmlformats.org/officeDocument/2006/relationships/image" Target="../media/image148.wmf"/><Relationship Id="rId3" Type="http://schemas.openxmlformats.org/officeDocument/2006/relationships/oleObject" Target="../embeddings/oleObject242.bin"/><Relationship Id="rId2" Type="http://schemas.openxmlformats.org/officeDocument/2006/relationships/image" Target="../media/image147.wmf"/><Relationship Id="rId13" Type="http://schemas.openxmlformats.org/officeDocument/2006/relationships/vmlDrawing" Target="../drawings/vmlDrawing31.vml"/><Relationship Id="rId12" Type="http://schemas.openxmlformats.org/officeDocument/2006/relationships/slideLayout" Target="../slideLayouts/slideLayout7.xml"/><Relationship Id="rId11" Type="http://schemas.openxmlformats.org/officeDocument/2006/relationships/image" Target="../media/image6.png"/><Relationship Id="rId10" Type="http://schemas.openxmlformats.org/officeDocument/2006/relationships/image" Target="../media/image151.wmf"/><Relationship Id="rId1" Type="http://schemas.openxmlformats.org/officeDocument/2006/relationships/oleObject" Target="../embeddings/oleObject241.bin"/></Relationships>
</file>

<file path=ppt/slides/_rels/slide40.xml.rels><?xml version="1.0" encoding="UTF-8" standalone="yes"?>
<Relationships xmlns="http://schemas.openxmlformats.org/package/2006/relationships"><Relationship Id="rId9" Type="http://schemas.openxmlformats.org/officeDocument/2006/relationships/oleObject" Target="../embeddings/oleObject250.bin"/><Relationship Id="rId8" Type="http://schemas.openxmlformats.org/officeDocument/2006/relationships/image" Target="../media/image155.wmf"/><Relationship Id="rId7" Type="http://schemas.openxmlformats.org/officeDocument/2006/relationships/oleObject" Target="../embeddings/oleObject249.bin"/><Relationship Id="rId6" Type="http://schemas.openxmlformats.org/officeDocument/2006/relationships/image" Target="../media/image154.wmf"/><Relationship Id="rId5" Type="http://schemas.openxmlformats.org/officeDocument/2006/relationships/oleObject" Target="../embeddings/oleObject248.bin"/><Relationship Id="rId4" Type="http://schemas.openxmlformats.org/officeDocument/2006/relationships/image" Target="../media/image153.wmf"/><Relationship Id="rId3" Type="http://schemas.openxmlformats.org/officeDocument/2006/relationships/oleObject" Target="../embeddings/oleObject247.bin"/><Relationship Id="rId23" Type="http://schemas.openxmlformats.org/officeDocument/2006/relationships/vmlDrawing" Target="../drawings/vmlDrawing32.vml"/><Relationship Id="rId22" Type="http://schemas.openxmlformats.org/officeDocument/2006/relationships/slideLayout" Target="../slideLayouts/slideLayout7.xml"/><Relationship Id="rId21" Type="http://schemas.openxmlformats.org/officeDocument/2006/relationships/image" Target="../media/image161.wmf"/><Relationship Id="rId20" Type="http://schemas.openxmlformats.org/officeDocument/2006/relationships/oleObject" Target="../embeddings/oleObject255.bin"/><Relationship Id="rId2" Type="http://schemas.openxmlformats.org/officeDocument/2006/relationships/image" Target="../media/image152.wmf"/><Relationship Id="rId19" Type="http://schemas.openxmlformats.org/officeDocument/2006/relationships/image" Target="../media/image6.png"/><Relationship Id="rId18" Type="http://schemas.openxmlformats.org/officeDocument/2006/relationships/image" Target="../media/image160.wmf"/><Relationship Id="rId17" Type="http://schemas.openxmlformats.org/officeDocument/2006/relationships/oleObject" Target="../embeddings/oleObject254.bin"/><Relationship Id="rId16" Type="http://schemas.openxmlformats.org/officeDocument/2006/relationships/image" Target="../media/image159.wmf"/><Relationship Id="rId15" Type="http://schemas.openxmlformats.org/officeDocument/2006/relationships/oleObject" Target="../embeddings/oleObject253.bin"/><Relationship Id="rId14" Type="http://schemas.openxmlformats.org/officeDocument/2006/relationships/image" Target="../media/image158.wmf"/><Relationship Id="rId13" Type="http://schemas.openxmlformats.org/officeDocument/2006/relationships/oleObject" Target="../embeddings/oleObject252.bin"/><Relationship Id="rId12" Type="http://schemas.openxmlformats.org/officeDocument/2006/relationships/image" Target="../media/image157.wmf"/><Relationship Id="rId11" Type="http://schemas.openxmlformats.org/officeDocument/2006/relationships/oleObject" Target="../embeddings/oleObject251.bin"/><Relationship Id="rId10" Type="http://schemas.openxmlformats.org/officeDocument/2006/relationships/image" Target="../media/image156.wmf"/><Relationship Id="rId1" Type="http://schemas.openxmlformats.org/officeDocument/2006/relationships/oleObject" Target="../embeddings/oleObject246.bin"/></Relationships>
</file>

<file path=ppt/slides/_rels/slide41.xml.rels><?xml version="1.0" encoding="UTF-8" standalone="yes"?>
<Relationships xmlns="http://schemas.openxmlformats.org/package/2006/relationships"><Relationship Id="rId9" Type="http://schemas.openxmlformats.org/officeDocument/2006/relationships/image" Target="../media/image155.wmf"/><Relationship Id="rId8" Type="http://schemas.openxmlformats.org/officeDocument/2006/relationships/oleObject" Target="../embeddings/oleObject259.bin"/><Relationship Id="rId7" Type="http://schemas.openxmlformats.org/officeDocument/2006/relationships/image" Target="../media/image154.wmf"/><Relationship Id="rId6" Type="http://schemas.openxmlformats.org/officeDocument/2006/relationships/oleObject" Target="../embeddings/oleObject258.bin"/><Relationship Id="rId5" Type="http://schemas.openxmlformats.org/officeDocument/2006/relationships/image" Target="../media/image153.wmf"/><Relationship Id="rId4" Type="http://schemas.openxmlformats.org/officeDocument/2006/relationships/oleObject" Target="../embeddings/oleObject257.bin"/><Relationship Id="rId3" Type="http://schemas.openxmlformats.org/officeDocument/2006/relationships/image" Target="../media/image152.wmf"/><Relationship Id="rId23" Type="http://schemas.openxmlformats.org/officeDocument/2006/relationships/vmlDrawing" Target="../drawings/vmlDrawing33.vml"/><Relationship Id="rId22" Type="http://schemas.openxmlformats.org/officeDocument/2006/relationships/slideLayout" Target="../slideLayouts/slideLayout7.xml"/><Relationship Id="rId21" Type="http://schemas.openxmlformats.org/officeDocument/2006/relationships/image" Target="../media/image166.wmf"/><Relationship Id="rId20" Type="http://schemas.openxmlformats.org/officeDocument/2006/relationships/oleObject" Target="../embeddings/oleObject265.bin"/><Relationship Id="rId2" Type="http://schemas.openxmlformats.org/officeDocument/2006/relationships/oleObject" Target="../embeddings/oleObject256.bin"/><Relationship Id="rId19" Type="http://schemas.openxmlformats.org/officeDocument/2006/relationships/image" Target="../media/image165.wmf"/><Relationship Id="rId18" Type="http://schemas.openxmlformats.org/officeDocument/2006/relationships/oleObject" Target="../embeddings/oleObject264.bin"/><Relationship Id="rId17" Type="http://schemas.openxmlformats.org/officeDocument/2006/relationships/image" Target="../media/image164.wmf"/><Relationship Id="rId16" Type="http://schemas.openxmlformats.org/officeDocument/2006/relationships/oleObject" Target="../embeddings/oleObject263.bin"/><Relationship Id="rId15" Type="http://schemas.openxmlformats.org/officeDocument/2006/relationships/image" Target="../media/image163.wmf"/><Relationship Id="rId14" Type="http://schemas.openxmlformats.org/officeDocument/2006/relationships/oleObject" Target="../embeddings/oleObject262.bin"/><Relationship Id="rId13" Type="http://schemas.openxmlformats.org/officeDocument/2006/relationships/image" Target="../media/image162.wmf"/><Relationship Id="rId12" Type="http://schemas.openxmlformats.org/officeDocument/2006/relationships/oleObject" Target="../embeddings/oleObject261.bin"/><Relationship Id="rId11" Type="http://schemas.openxmlformats.org/officeDocument/2006/relationships/image" Target="../media/image156.wmf"/><Relationship Id="rId10" Type="http://schemas.openxmlformats.org/officeDocument/2006/relationships/oleObject" Target="../embeddings/oleObject260.bin"/><Relationship Id="rId1" Type="http://schemas.openxmlformats.org/officeDocument/2006/relationships/image" Target="../media/image6.png"/></Relationships>
</file>

<file path=ppt/slides/_rels/slide42.xml.rels><?xml version="1.0" encoding="UTF-8" standalone="yes"?>
<Relationships xmlns="http://schemas.openxmlformats.org/package/2006/relationships"><Relationship Id="rId9" Type="http://schemas.openxmlformats.org/officeDocument/2006/relationships/oleObject" Target="../embeddings/oleObject270.bin"/><Relationship Id="rId8" Type="http://schemas.openxmlformats.org/officeDocument/2006/relationships/image" Target="../media/image170.wmf"/><Relationship Id="rId7" Type="http://schemas.openxmlformats.org/officeDocument/2006/relationships/oleObject" Target="../embeddings/oleObject269.bin"/><Relationship Id="rId6" Type="http://schemas.openxmlformats.org/officeDocument/2006/relationships/image" Target="../media/image169.wmf"/><Relationship Id="rId5" Type="http://schemas.openxmlformats.org/officeDocument/2006/relationships/oleObject" Target="../embeddings/oleObject268.bin"/><Relationship Id="rId4" Type="http://schemas.openxmlformats.org/officeDocument/2006/relationships/image" Target="../media/image168.wmf"/><Relationship Id="rId3" Type="http://schemas.openxmlformats.org/officeDocument/2006/relationships/oleObject" Target="../embeddings/oleObject267.bin"/><Relationship Id="rId2" Type="http://schemas.openxmlformats.org/officeDocument/2006/relationships/image" Target="../media/image167.wmf"/><Relationship Id="rId19" Type="http://schemas.openxmlformats.org/officeDocument/2006/relationships/vmlDrawing" Target="../drawings/vmlDrawing34.vml"/><Relationship Id="rId18" Type="http://schemas.openxmlformats.org/officeDocument/2006/relationships/slideLayout" Target="../slideLayouts/slideLayout7.xml"/><Relationship Id="rId17" Type="http://schemas.openxmlformats.org/officeDocument/2006/relationships/image" Target="../media/image174.wmf"/><Relationship Id="rId16" Type="http://schemas.openxmlformats.org/officeDocument/2006/relationships/oleObject" Target="../embeddings/oleObject273.bin"/><Relationship Id="rId15" Type="http://schemas.openxmlformats.org/officeDocument/2006/relationships/image" Target="../media/image173.wmf"/><Relationship Id="rId14" Type="http://schemas.openxmlformats.org/officeDocument/2006/relationships/oleObject" Target="../embeddings/oleObject272.bin"/><Relationship Id="rId13" Type="http://schemas.openxmlformats.org/officeDocument/2006/relationships/image" Target="../media/image6.png"/><Relationship Id="rId12" Type="http://schemas.openxmlformats.org/officeDocument/2006/relationships/image" Target="../media/image172.wmf"/><Relationship Id="rId11" Type="http://schemas.openxmlformats.org/officeDocument/2006/relationships/oleObject" Target="../embeddings/oleObject271.bin"/><Relationship Id="rId10" Type="http://schemas.openxmlformats.org/officeDocument/2006/relationships/image" Target="../media/image171.wmf"/><Relationship Id="rId1" Type="http://schemas.openxmlformats.org/officeDocument/2006/relationships/oleObject" Target="../embeddings/oleObject266.bin"/></Relationships>
</file>

<file path=ppt/slides/_rels/slide43.xml.rels><?xml version="1.0" encoding="UTF-8" standalone="yes"?>
<Relationships xmlns="http://schemas.openxmlformats.org/package/2006/relationships"><Relationship Id="rId9" Type="http://schemas.openxmlformats.org/officeDocument/2006/relationships/image" Target="../media/image178.wmf"/><Relationship Id="rId8" Type="http://schemas.openxmlformats.org/officeDocument/2006/relationships/oleObject" Target="../embeddings/oleObject277.bin"/><Relationship Id="rId7" Type="http://schemas.openxmlformats.org/officeDocument/2006/relationships/image" Target="../media/image177.wmf"/><Relationship Id="rId6" Type="http://schemas.openxmlformats.org/officeDocument/2006/relationships/oleObject" Target="../embeddings/oleObject276.bin"/><Relationship Id="rId5" Type="http://schemas.openxmlformats.org/officeDocument/2006/relationships/image" Target="../media/image176.wmf"/><Relationship Id="rId4" Type="http://schemas.openxmlformats.org/officeDocument/2006/relationships/oleObject" Target="../embeddings/oleObject275.bin"/><Relationship Id="rId3" Type="http://schemas.openxmlformats.org/officeDocument/2006/relationships/image" Target="../media/image175.wmf"/><Relationship Id="rId21" Type="http://schemas.openxmlformats.org/officeDocument/2006/relationships/vmlDrawing" Target="../drawings/vmlDrawing35.vml"/><Relationship Id="rId20" Type="http://schemas.openxmlformats.org/officeDocument/2006/relationships/slideLayout" Target="../slideLayouts/slideLayout7.xml"/><Relationship Id="rId2" Type="http://schemas.openxmlformats.org/officeDocument/2006/relationships/oleObject" Target="../embeddings/oleObject274.bin"/><Relationship Id="rId19" Type="http://schemas.openxmlformats.org/officeDocument/2006/relationships/image" Target="../media/image183.wmf"/><Relationship Id="rId18" Type="http://schemas.openxmlformats.org/officeDocument/2006/relationships/oleObject" Target="../embeddings/oleObject282.bin"/><Relationship Id="rId17" Type="http://schemas.openxmlformats.org/officeDocument/2006/relationships/image" Target="../media/image182.wmf"/><Relationship Id="rId16" Type="http://schemas.openxmlformats.org/officeDocument/2006/relationships/oleObject" Target="../embeddings/oleObject281.bin"/><Relationship Id="rId15" Type="http://schemas.openxmlformats.org/officeDocument/2006/relationships/image" Target="../media/image181.wmf"/><Relationship Id="rId14" Type="http://schemas.openxmlformats.org/officeDocument/2006/relationships/oleObject" Target="../embeddings/oleObject280.bin"/><Relationship Id="rId13" Type="http://schemas.openxmlformats.org/officeDocument/2006/relationships/image" Target="../media/image180.wmf"/><Relationship Id="rId12" Type="http://schemas.openxmlformats.org/officeDocument/2006/relationships/oleObject" Target="../embeddings/oleObject279.bin"/><Relationship Id="rId11" Type="http://schemas.openxmlformats.org/officeDocument/2006/relationships/image" Target="../media/image179.wmf"/><Relationship Id="rId10" Type="http://schemas.openxmlformats.org/officeDocument/2006/relationships/oleObject" Target="../embeddings/oleObject278.bin"/><Relationship Id="rId1" Type="http://schemas.openxmlformats.org/officeDocument/2006/relationships/image" Target="../media/image6.png"/></Relationships>
</file>

<file path=ppt/slides/_rels/slide44.xml.rels><?xml version="1.0" encoding="UTF-8" standalone="yes"?>
<Relationships xmlns="http://schemas.openxmlformats.org/package/2006/relationships"><Relationship Id="rId9" Type="http://schemas.openxmlformats.org/officeDocument/2006/relationships/oleObject" Target="../embeddings/oleObject287.bin"/><Relationship Id="rId8" Type="http://schemas.openxmlformats.org/officeDocument/2006/relationships/image" Target="../media/image152.wmf"/><Relationship Id="rId7" Type="http://schemas.openxmlformats.org/officeDocument/2006/relationships/oleObject" Target="../embeddings/oleObject286.bin"/><Relationship Id="rId6" Type="http://schemas.openxmlformats.org/officeDocument/2006/relationships/image" Target="../media/image186.wmf"/><Relationship Id="rId5" Type="http://schemas.openxmlformats.org/officeDocument/2006/relationships/oleObject" Target="../embeddings/oleObject285.bin"/><Relationship Id="rId4" Type="http://schemas.openxmlformats.org/officeDocument/2006/relationships/image" Target="../media/image185.wmf"/><Relationship Id="rId3" Type="http://schemas.openxmlformats.org/officeDocument/2006/relationships/oleObject" Target="../embeddings/oleObject284.bin"/><Relationship Id="rId2" Type="http://schemas.openxmlformats.org/officeDocument/2006/relationships/image" Target="../media/image184.wmf"/><Relationship Id="rId19" Type="http://schemas.openxmlformats.org/officeDocument/2006/relationships/vmlDrawing" Target="../drawings/vmlDrawing36.vml"/><Relationship Id="rId18" Type="http://schemas.openxmlformats.org/officeDocument/2006/relationships/slideLayout" Target="../slideLayouts/slideLayout7.xml"/><Relationship Id="rId17" Type="http://schemas.openxmlformats.org/officeDocument/2006/relationships/image" Target="../media/image190.wmf"/><Relationship Id="rId16" Type="http://schemas.openxmlformats.org/officeDocument/2006/relationships/oleObject" Target="../embeddings/oleObject290.bin"/><Relationship Id="rId15" Type="http://schemas.openxmlformats.org/officeDocument/2006/relationships/image" Target="../media/image189.wmf"/><Relationship Id="rId14" Type="http://schemas.openxmlformats.org/officeDocument/2006/relationships/oleObject" Target="../embeddings/oleObject289.bin"/><Relationship Id="rId13" Type="http://schemas.openxmlformats.org/officeDocument/2006/relationships/image" Target="../media/image6.png"/><Relationship Id="rId12" Type="http://schemas.openxmlformats.org/officeDocument/2006/relationships/image" Target="../media/image188.wmf"/><Relationship Id="rId11" Type="http://schemas.openxmlformats.org/officeDocument/2006/relationships/oleObject" Target="../embeddings/oleObject288.bin"/><Relationship Id="rId10" Type="http://schemas.openxmlformats.org/officeDocument/2006/relationships/image" Target="../media/image187.wmf"/><Relationship Id="rId1" Type="http://schemas.openxmlformats.org/officeDocument/2006/relationships/oleObject" Target="../embeddings/oleObject283.bin"/></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46.xml.rels><?xml version="1.0" encoding="UTF-8" standalone="yes"?>
<Relationships xmlns="http://schemas.openxmlformats.org/package/2006/relationships"><Relationship Id="rId9" Type="http://schemas.openxmlformats.org/officeDocument/2006/relationships/oleObject" Target="../embeddings/oleObject295.bin"/><Relationship Id="rId8" Type="http://schemas.openxmlformats.org/officeDocument/2006/relationships/image" Target="../media/image18.wmf"/><Relationship Id="rId7" Type="http://schemas.openxmlformats.org/officeDocument/2006/relationships/oleObject" Target="../embeddings/oleObject294.bin"/><Relationship Id="rId6" Type="http://schemas.openxmlformats.org/officeDocument/2006/relationships/image" Target="../media/image17.wmf"/><Relationship Id="rId5" Type="http://schemas.openxmlformats.org/officeDocument/2006/relationships/oleObject" Target="../embeddings/oleObject293.bin"/><Relationship Id="rId4" Type="http://schemas.openxmlformats.org/officeDocument/2006/relationships/image" Target="../media/image192.wmf"/><Relationship Id="rId3" Type="http://schemas.openxmlformats.org/officeDocument/2006/relationships/oleObject" Target="../embeddings/oleObject292.bin"/><Relationship Id="rId2" Type="http://schemas.openxmlformats.org/officeDocument/2006/relationships/image" Target="../media/image191.wmf"/><Relationship Id="rId13" Type="http://schemas.openxmlformats.org/officeDocument/2006/relationships/vmlDrawing" Target="../drawings/vmlDrawing37.vml"/><Relationship Id="rId12" Type="http://schemas.openxmlformats.org/officeDocument/2006/relationships/slideLayout" Target="../slideLayouts/slideLayout7.xml"/><Relationship Id="rId11" Type="http://schemas.openxmlformats.org/officeDocument/2006/relationships/image" Target="../media/image6.png"/><Relationship Id="rId10" Type="http://schemas.openxmlformats.org/officeDocument/2006/relationships/image" Target="../media/image19.wmf"/><Relationship Id="rId1" Type="http://schemas.openxmlformats.org/officeDocument/2006/relationships/oleObject" Target="../embeddings/oleObject291.bin"/></Relationships>
</file>

<file path=ppt/slides/_rels/slide47.xml.rels><?xml version="1.0" encoding="UTF-8" standalone="yes"?>
<Relationships xmlns="http://schemas.openxmlformats.org/package/2006/relationships"><Relationship Id="rId9" Type="http://schemas.openxmlformats.org/officeDocument/2006/relationships/oleObject" Target="../embeddings/oleObject300.bin"/><Relationship Id="rId8" Type="http://schemas.openxmlformats.org/officeDocument/2006/relationships/image" Target="../media/image196.wmf"/><Relationship Id="rId7" Type="http://schemas.openxmlformats.org/officeDocument/2006/relationships/oleObject" Target="../embeddings/oleObject299.bin"/><Relationship Id="rId6" Type="http://schemas.openxmlformats.org/officeDocument/2006/relationships/image" Target="../media/image195.wmf"/><Relationship Id="rId5" Type="http://schemas.openxmlformats.org/officeDocument/2006/relationships/oleObject" Target="../embeddings/oleObject298.bin"/><Relationship Id="rId4" Type="http://schemas.openxmlformats.org/officeDocument/2006/relationships/image" Target="../media/image194.wmf"/><Relationship Id="rId3" Type="http://schemas.openxmlformats.org/officeDocument/2006/relationships/oleObject" Target="../embeddings/oleObject297.bin"/><Relationship Id="rId2" Type="http://schemas.openxmlformats.org/officeDocument/2006/relationships/image" Target="../media/image193.wmf"/><Relationship Id="rId18" Type="http://schemas.openxmlformats.org/officeDocument/2006/relationships/vmlDrawing" Target="../drawings/vmlDrawing38.vml"/><Relationship Id="rId17" Type="http://schemas.openxmlformats.org/officeDocument/2006/relationships/slideLayout" Target="../slideLayouts/slideLayout7.xml"/><Relationship Id="rId16" Type="http://schemas.openxmlformats.org/officeDocument/2006/relationships/image" Target="../media/image6.png"/><Relationship Id="rId15" Type="http://schemas.openxmlformats.org/officeDocument/2006/relationships/image" Target="../media/image23.png"/><Relationship Id="rId14" Type="http://schemas.openxmlformats.org/officeDocument/2006/relationships/image" Target="../media/image199.wmf"/><Relationship Id="rId13" Type="http://schemas.openxmlformats.org/officeDocument/2006/relationships/oleObject" Target="../embeddings/oleObject302.bin"/><Relationship Id="rId12" Type="http://schemas.openxmlformats.org/officeDocument/2006/relationships/image" Target="../media/image198.wmf"/><Relationship Id="rId11" Type="http://schemas.openxmlformats.org/officeDocument/2006/relationships/oleObject" Target="../embeddings/oleObject301.bin"/><Relationship Id="rId10" Type="http://schemas.openxmlformats.org/officeDocument/2006/relationships/image" Target="../media/image197.wmf"/><Relationship Id="rId1" Type="http://schemas.openxmlformats.org/officeDocument/2006/relationships/oleObject" Target="../embeddings/oleObject296.bin"/></Relationships>
</file>

<file path=ppt/slides/_rels/slide48.xml.rels><?xml version="1.0" encoding="UTF-8" standalone="yes"?>
<Relationships xmlns="http://schemas.openxmlformats.org/package/2006/relationships"><Relationship Id="rId5" Type="http://schemas.openxmlformats.org/officeDocument/2006/relationships/vmlDrawing" Target="../drawings/vmlDrawing39.vml"/><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200.wmf"/><Relationship Id="rId1" Type="http://schemas.openxmlformats.org/officeDocument/2006/relationships/oleObject" Target="../embeddings/oleObject303.bin"/></Relationships>
</file>

<file path=ppt/slides/_rels/slide49.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image" Target="../media/image204.wmf"/><Relationship Id="rId7" Type="http://schemas.openxmlformats.org/officeDocument/2006/relationships/oleObject" Target="../embeddings/oleObject307.bin"/><Relationship Id="rId6" Type="http://schemas.openxmlformats.org/officeDocument/2006/relationships/image" Target="../media/image203.wmf"/><Relationship Id="rId5" Type="http://schemas.openxmlformats.org/officeDocument/2006/relationships/oleObject" Target="../embeddings/oleObject306.bin"/><Relationship Id="rId4" Type="http://schemas.openxmlformats.org/officeDocument/2006/relationships/image" Target="../media/image202.wmf"/><Relationship Id="rId3" Type="http://schemas.openxmlformats.org/officeDocument/2006/relationships/oleObject" Target="../embeddings/oleObject305.bin"/><Relationship Id="rId2" Type="http://schemas.openxmlformats.org/officeDocument/2006/relationships/image" Target="../media/image201.wmf"/><Relationship Id="rId18" Type="http://schemas.openxmlformats.org/officeDocument/2006/relationships/vmlDrawing" Target="../drawings/vmlDrawing40.vml"/><Relationship Id="rId17" Type="http://schemas.openxmlformats.org/officeDocument/2006/relationships/slideLayout" Target="../slideLayouts/slideLayout7.xml"/><Relationship Id="rId16" Type="http://schemas.openxmlformats.org/officeDocument/2006/relationships/image" Target="../media/image207.wmf"/><Relationship Id="rId15" Type="http://schemas.openxmlformats.org/officeDocument/2006/relationships/oleObject" Target="../embeddings/oleObject310.bin"/><Relationship Id="rId14" Type="http://schemas.openxmlformats.org/officeDocument/2006/relationships/image" Target="../media/image206.wmf"/><Relationship Id="rId13" Type="http://schemas.openxmlformats.org/officeDocument/2006/relationships/oleObject" Target="../embeddings/oleObject309.bin"/><Relationship Id="rId12" Type="http://schemas.openxmlformats.org/officeDocument/2006/relationships/image" Target="../media/image205.wmf"/><Relationship Id="rId11" Type="http://schemas.openxmlformats.org/officeDocument/2006/relationships/oleObject" Target="../embeddings/oleObject308.bin"/><Relationship Id="rId10" Type="http://schemas.openxmlformats.org/officeDocument/2006/relationships/image" Target="../media/image6.png"/><Relationship Id="rId1" Type="http://schemas.openxmlformats.org/officeDocument/2006/relationships/oleObject" Target="../embeddings/oleObject304.bin"/></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23.png"/></Relationships>
</file>

<file path=ppt/slides/_rels/slide51.xml.rels><?xml version="1.0" encoding="UTF-8" standalone="yes"?>
<Relationships xmlns="http://schemas.openxmlformats.org/package/2006/relationships"><Relationship Id="rId9" Type="http://schemas.openxmlformats.org/officeDocument/2006/relationships/oleObject" Target="../embeddings/oleObject315.bin"/><Relationship Id="rId8" Type="http://schemas.openxmlformats.org/officeDocument/2006/relationships/image" Target="../media/image211.wmf"/><Relationship Id="rId7" Type="http://schemas.openxmlformats.org/officeDocument/2006/relationships/oleObject" Target="../embeddings/oleObject314.bin"/><Relationship Id="rId6" Type="http://schemas.openxmlformats.org/officeDocument/2006/relationships/image" Target="../media/image210.wmf"/><Relationship Id="rId5" Type="http://schemas.openxmlformats.org/officeDocument/2006/relationships/oleObject" Target="../embeddings/oleObject313.bin"/><Relationship Id="rId4" Type="http://schemas.openxmlformats.org/officeDocument/2006/relationships/image" Target="../media/image209.wmf"/><Relationship Id="rId3" Type="http://schemas.openxmlformats.org/officeDocument/2006/relationships/oleObject" Target="../embeddings/oleObject312.bin"/><Relationship Id="rId23" Type="http://schemas.openxmlformats.org/officeDocument/2006/relationships/vmlDrawing" Target="../drawings/vmlDrawing41.vml"/><Relationship Id="rId22" Type="http://schemas.openxmlformats.org/officeDocument/2006/relationships/slideLayout" Target="../slideLayouts/slideLayout7.xml"/><Relationship Id="rId21" Type="http://schemas.openxmlformats.org/officeDocument/2006/relationships/image" Target="../media/image6.png"/><Relationship Id="rId20" Type="http://schemas.openxmlformats.org/officeDocument/2006/relationships/image" Target="../media/image214.wmf"/><Relationship Id="rId2" Type="http://schemas.openxmlformats.org/officeDocument/2006/relationships/image" Target="../media/image208.wmf"/><Relationship Id="rId19" Type="http://schemas.openxmlformats.org/officeDocument/2006/relationships/oleObject" Target="../embeddings/oleObject320.bin"/><Relationship Id="rId18" Type="http://schemas.openxmlformats.org/officeDocument/2006/relationships/image" Target="../media/image19.wmf"/><Relationship Id="rId17" Type="http://schemas.openxmlformats.org/officeDocument/2006/relationships/oleObject" Target="../embeddings/oleObject319.bin"/><Relationship Id="rId16" Type="http://schemas.openxmlformats.org/officeDocument/2006/relationships/image" Target="../media/image18.wmf"/><Relationship Id="rId15" Type="http://schemas.openxmlformats.org/officeDocument/2006/relationships/oleObject" Target="../embeddings/oleObject318.bin"/><Relationship Id="rId14" Type="http://schemas.openxmlformats.org/officeDocument/2006/relationships/image" Target="../media/image17.wmf"/><Relationship Id="rId13" Type="http://schemas.openxmlformats.org/officeDocument/2006/relationships/oleObject" Target="../embeddings/oleObject317.bin"/><Relationship Id="rId12" Type="http://schemas.openxmlformats.org/officeDocument/2006/relationships/image" Target="../media/image213.wmf"/><Relationship Id="rId11" Type="http://schemas.openxmlformats.org/officeDocument/2006/relationships/oleObject" Target="../embeddings/oleObject316.bin"/><Relationship Id="rId10" Type="http://schemas.openxmlformats.org/officeDocument/2006/relationships/image" Target="../media/image212.wmf"/><Relationship Id="rId1" Type="http://schemas.openxmlformats.org/officeDocument/2006/relationships/oleObject" Target="../embeddings/oleObject311.bin"/></Relationships>
</file>

<file path=ppt/slides/_rels/slide52.xml.rels><?xml version="1.0" encoding="UTF-8" standalone="yes"?>
<Relationships xmlns="http://schemas.openxmlformats.org/package/2006/relationships"><Relationship Id="rId8" Type="http://schemas.openxmlformats.org/officeDocument/2006/relationships/vmlDrawing" Target="../drawings/vmlDrawing42.vml"/><Relationship Id="rId7" Type="http://schemas.openxmlformats.org/officeDocument/2006/relationships/slideLayout" Target="../slideLayouts/slideLayout7.xml"/><Relationship Id="rId6" Type="http://schemas.openxmlformats.org/officeDocument/2006/relationships/image" Target="../media/image216.wmf"/><Relationship Id="rId5" Type="http://schemas.openxmlformats.org/officeDocument/2006/relationships/oleObject" Target="../embeddings/oleObject322.bin"/><Relationship Id="rId4" Type="http://schemas.openxmlformats.org/officeDocument/2006/relationships/image" Target="../media/image6.png"/><Relationship Id="rId3" Type="http://schemas.openxmlformats.org/officeDocument/2006/relationships/image" Target="../media/image215.wmf"/><Relationship Id="rId2" Type="http://schemas.openxmlformats.org/officeDocument/2006/relationships/oleObject" Target="../embeddings/oleObject321.bin"/><Relationship Id="rId1" Type="http://schemas.openxmlformats.org/officeDocument/2006/relationships/image" Target="../media/image16.jpeg"/></Relationships>
</file>

<file path=ppt/slides/_rels/slide53.xml.rels><?xml version="1.0" encoding="UTF-8" standalone="yes"?>
<Relationships xmlns="http://schemas.openxmlformats.org/package/2006/relationships"><Relationship Id="rId5" Type="http://schemas.openxmlformats.org/officeDocument/2006/relationships/vmlDrawing" Target="../drawings/vmlDrawing43.vml"/><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217.wmf"/><Relationship Id="rId1" Type="http://schemas.openxmlformats.org/officeDocument/2006/relationships/oleObject" Target="../embeddings/oleObject323.bin"/></Relationships>
</file>

<file path=ppt/slides/_rels/slide54.xml.rels><?xml version="1.0" encoding="UTF-8" standalone="yes"?>
<Relationships xmlns="http://schemas.openxmlformats.org/package/2006/relationships"><Relationship Id="rId7" Type="http://schemas.openxmlformats.org/officeDocument/2006/relationships/vmlDrawing" Target="../drawings/vmlDrawing44.vml"/><Relationship Id="rId6"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219.wmf"/><Relationship Id="rId3" Type="http://schemas.openxmlformats.org/officeDocument/2006/relationships/oleObject" Target="../embeddings/oleObject325.bin"/><Relationship Id="rId2" Type="http://schemas.openxmlformats.org/officeDocument/2006/relationships/image" Target="../media/image218.wmf"/><Relationship Id="rId1" Type="http://schemas.openxmlformats.org/officeDocument/2006/relationships/oleObject" Target="../embeddings/oleObject324.bin"/></Relationships>
</file>

<file path=ppt/slides/_rels/slide55.xml.rels><?xml version="1.0" encoding="UTF-8" standalone="yes"?>
<Relationships xmlns="http://schemas.openxmlformats.org/package/2006/relationships"><Relationship Id="rId8" Type="http://schemas.openxmlformats.org/officeDocument/2006/relationships/vmlDrawing" Target="../drawings/vmlDrawing45.vml"/><Relationship Id="rId7"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3.png"/><Relationship Id="rId4" Type="http://schemas.openxmlformats.org/officeDocument/2006/relationships/image" Target="../media/image221.wmf"/><Relationship Id="rId3" Type="http://schemas.openxmlformats.org/officeDocument/2006/relationships/oleObject" Target="../embeddings/oleObject327.bin"/><Relationship Id="rId2" Type="http://schemas.openxmlformats.org/officeDocument/2006/relationships/image" Target="../media/image220.wmf"/><Relationship Id="rId1" Type="http://schemas.openxmlformats.org/officeDocument/2006/relationships/oleObject" Target="../embeddings/oleObject326.bin"/></Relationships>
</file>

<file path=ppt/slides/_rels/slide5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6.png"/><Relationship Id="rId7" Type="http://schemas.openxmlformats.org/officeDocument/2006/relationships/image" Target="../media/image224.wmf"/><Relationship Id="rId6" Type="http://schemas.openxmlformats.org/officeDocument/2006/relationships/oleObject" Target="../embeddings/oleObject330.bin"/><Relationship Id="rId5" Type="http://schemas.openxmlformats.org/officeDocument/2006/relationships/image" Target="../media/image23.png"/><Relationship Id="rId4" Type="http://schemas.openxmlformats.org/officeDocument/2006/relationships/image" Target="../media/image223.wmf"/><Relationship Id="rId3" Type="http://schemas.openxmlformats.org/officeDocument/2006/relationships/oleObject" Target="../embeddings/oleObject329.bin"/><Relationship Id="rId2" Type="http://schemas.openxmlformats.org/officeDocument/2006/relationships/image" Target="../media/image222.wmf"/><Relationship Id="rId10" Type="http://schemas.openxmlformats.org/officeDocument/2006/relationships/vmlDrawing" Target="../drawings/vmlDrawing46.vml"/><Relationship Id="rId1" Type="http://schemas.openxmlformats.org/officeDocument/2006/relationships/oleObject" Target="../embeddings/oleObject328.bin"/></Relationships>
</file>

<file path=ppt/slides/_rels/slide57.xml.rels><?xml version="1.0" encoding="UTF-8" standalone="yes"?>
<Relationships xmlns="http://schemas.openxmlformats.org/package/2006/relationships"><Relationship Id="rId8" Type="http://schemas.openxmlformats.org/officeDocument/2006/relationships/vmlDrawing" Target="../drawings/vmlDrawing47.vml"/><Relationship Id="rId7"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3.png"/><Relationship Id="rId4" Type="http://schemas.openxmlformats.org/officeDocument/2006/relationships/image" Target="../media/image226.wmf"/><Relationship Id="rId3" Type="http://schemas.openxmlformats.org/officeDocument/2006/relationships/oleObject" Target="../embeddings/oleObject332.bin"/><Relationship Id="rId2" Type="http://schemas.openxmlformats.org/officeDocument/2006/relationships/image" Target="../media/image225.wmf"/><Relationship Id="rId1" Type="http://schemas.openxmlformats.org/officeDocument/2006/relationships/oleObject" Target="../embeddings/oleObject331.bin"/></Relationships>
</file>

<file path=ppt/slides/_rels/slide58.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image" Target="../media/image230.wmf"/><Relationship Id="rId7" Type="http://schemas.openxmlformats.org/officeDocument/2006/relationships/oleObject" Target="../embeddings/oleObject336.bin"/><Relationship Id="rId6" Type="http://schemas.openxmlformats.org/officeDocument/2006/relationships/image" Target="../media/image229.wmf"/><Relationship Id="rId5" Type="http://schemas.openxmlformats.org/officeDocument/2006/relationships/oleObject" Target="../embeddings/oleObject335.bin"/><Relationship Id="rId4" Type="http://schemas.openxmlformats.org/officeDocument/2006/relationships/image" Target="../media/image228.wmf"/><Relationship Id="rId3" Type="http://schemas.openxmlformats.org/officeDocument/2006/relationships/oleObject" Target="../embeddings/oleObject334.bin"/><Relationship Id="rId2" Type="http://schemas.openxmlformats.org/officeDocument/2006/relationships/image" Target="../media/image227.wmf"/><Relationship Id="rId11" Type="http://schemas.openxmlformats.org/officeDocument/2006/relationships/vmlDrawing" Target="../drawings/vmlDrawing48.vml"/><Relationship Id="rId10" Type="http://schemas.openxmlformats.org/officeDocument/2006/relationships/slideLayout" Target="../slideLayouts/slideLayout7.xml"/><Relationship Id="rId1" Type="http://schemas.openxmlformats.org/officeDocument/2006/relationships/oleObject" Target="../embeddings/oleObject333.bin"/></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60.xml.rels><?xml version="1.0" encoding="UTF-8" standalone="yes"?>
<Relationships xmlns="http://schemas.openxmlformats.org/package/2006/relationships"><Relationship Id="rId8" Type="http://schemas.openxmlformats.org/officeDocument/2006/relationships/vmlDrawing" Target="../drawings/vmlDrawing49.vml"/><Relationship Id="rId7"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16.jpeg"/><Relationship Id="rId4" Type="http://schemas.openxmlformats.org/officeDocument/2006/relationships/image" Target="../media/image232.wmf"/><Relationship Id="rId3" Type="http://schemas.openxmlformats.org/officeDocument/2006/relationships/oleObject" Target="../embeddings/oleObject338.bin"/><Relationship Id="rId2" Type="http://schemas.openxmlformats.org/officeDocument/2006/relationships/image" Target="../media/image231.wmf"/><Relationship Id="rId1" Type="http://schemas.openxmlformats.org/officeDocument/2006/relationships/oleObject" Target="../embeddings/oleObject337.bin"/></Relationships>
</file>

<file path=ppt/slides/_rels/slide6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image" Target="../media/image16.jpe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23.png"/></Relationships>
</file>

<file path=ppt/slides/_rels/slide64.xml.rels><?xml version="1.0" encoding="UTF-8" standalone="yes"?>
<Relationships xmlns="http://schemas.openxmlformats.org/package/2006/relationships"><Relationship Id="rId6" Type="http://schemas.openxmlformats.org/officeDocument/2006/relationships/vmlDrawing" Target="../drawings/vmlDrawing50.vml"/><Relationship Id="rId5" Type="http://schemas.openxmlformats.org/officeDocument/2006/relationships/slideLayout" Target="../slideLayouts/slideLayout7.xml"/><Relationship Id="rId4" Type="http://schemas.openxmlformats.org/officeDocument/2006/relationships/image" Target="../media/image6.png"/><Relationship Id="rId3" Type="http://schemas.openxmlformats.org/officeDocument/2006/relationships/image" Target="../media/image23.png"/><Relationship Id="rId2" Type="http://schemas.openxmlformats.org/officeDocument/2006/relationships/image" Target="../media/image233.wmf"/><Relationship Id="rId1" Type="http://schemas.openxmlformats.org/officeDocument/2006/relationships/oleObject" Target="../embeddings/oleObject339.bin"/></Relationships>
</file>

<file path=ppt/slides/_rels/slide65.xml.rels><?xml version="1.0" encoding="UTF-8" standalone="yes"?>
<Relationships xmlns="http://schemas.openxmlformats.org/package/2006/relationships"><Relationship Id="rId9" Type="http://schemas.openxmlformats.org/officeDocument/2006/relationships/oleObject" Target="../embeddings/oleObject344.bin"/><Relationship Id="rId8" Type="http://schemas.openxmlformats.org/officeDocument/2006/relationships/image" Target="../media/image237.wmf"/><Relationship Id="rId7" Type="http://schemas.openxmlformats.org/officeDocument/2006/relationships/oleObject" Target="../embeddings/oleObject343.bin"/><Relationship Id="rId6" Type="http://schemas.openxmlformats.org/officeDocument/2006/relationships/image" Target="../media/image236.wmf"/><Relationship Id="rId5" Type="http://schemas.openxmlformats.org/officeDocument/2006/relationships/oleObject" Target="../embeddings/oleObject342.bin"/><Relationship Id="rId4" Type="http://schemas.openxmlformats.org/officeDocument/2006/relationships/image" Target="../media/image235.wmf"/><Relationship Id="rId3" Type="http://schemas.openxmlformats.org/officeDocument/2006/relationships/oleObject" Target="../embeddings/oleObject341.bin"/><Relationship Id="rId22" Type="http://schemas.openxmlformats.org/officeDocument/2006/relationships/vmlDrawing" Target="../drawings/vmlDrawing51.vml"/><Relationship Id="rId21" Type="http://schemas.openxmlformats.org/officeDocument/2006/relationships/slideLayout" Target="../slideLayouts/slideLayout7.xml"/><Relationship Id="rId20" Type="http://schemas.openxmlformats.org/officeDocument/2006/relationships/image" Target="../media/image6.png"/><Relationship Id="rId2" Type="http://schemas.openxmlformats.org/officeDocument/2006/relationships/image" Target="../media/image234.wmf"/><Relationship Id="rId19" Type="http://schemas.openxmlformats.org/officeDocument/2006/relationships/image" Target="../media/image242.wmf"/><Relationship Id="rId18" Type="http://schemas.openxmlformats.org/officeDocument/2006/relationships/oleObject" Target="../embeddings/oleObject349.bin"/><Relationship Id="rId17" Type="http://schemas.openxmlformats.org/officeDocument/2006/relationships/image" Target="../media/image241.wmf"/><Relationship Id="rId16" Type="http://schemas.openxmlformats.org/officeDocument/2006/relationships/oleObject" Target="../embeddings/oleObject348.bin"/><Relationship Id="rId15" Type="http://schemas.openxmlformats.org/officeDocument/2006/relationships/image" Target="../media/image240.wmf"/><Relationship Id="rId14" Type="http://schemas.openxmlformats.org/officeDocument/2006/relationships/oleObject" Target="../embeddings/oleObject347.bin"/><Relationship Id="rId13" Type="http://schemas.openxmlformats.org/officeDocument/2006/relationships/image" Target="../media/image239.wmf"/><Relationship Id="rId12" Type="http://schemas.openxmlformats.org/officeDocument/2006/relationships/oleObject" Target="../embeddings/oleObject346.bin"/><Relationship Id="rId11" Type="http://schemas.openxmlformats.org/officeDocument/2006/relationships/oleObject" Target="../embeddings/oleObject345.bin"/><Relationship Id="rId10" Type="http://schemas.openxmlformats.org/officeDocument/2006/relationships/image" Target="../media/image238.wmf"/><Relationship Id="rId1" Type="http://schemas.openxmlformats.org/officeDocument/2006/relationships/oleObject" Target="../embeddings/oleObject340.bin"/></Relationships>
</file>

<file path=ppt/slides/_rels/slide66.xml.rels><?xml version="1.0" encoding="UTF-8" standalone="yes"?>
<Relationships xmlns="http://schemas.openxmlformats.org/package/2006/relationships"><Relationship Id="rId9" Type="http://schemas.openxmlformats.org/officeDocument/2006/relationships/image" Target="../media/image246.wmf"/><Relationship Id="rId8" Type="http://schemas.openxmlformats.org/officeDocument/2006/relationships/oleObject" Target="../embeddings/oleObject353.bin"/><Relationship Id="rId7" Type="http://schemas.openxmlformats.org/officeDocument/2006/relationships/image" Target="../media/image245.wmf"/><Relationship Id="rId6" Type="http://schemas.openxmlformats.org/officeDocument/2006/relationships/oleObject" Target="../embeddings/oleObject352.bin"/><Relationship Id="rId5" Type="http://schemas.openxmlformats.org/officeDocument/2006/relationships/image" Target="../media/image244.wmf"/><Relationship Id="rId4" Type="http://schemas.openxmlformats.org/officeDocument/2006/relationships/oleObject" Target="../embeddings/oleObject351.bin"/><Relationship Id="rId3" Type="http://schemas.openxmlformats.org/officeDocument/2006/relationships/image" Target="../media/image6.png"/><Relationship Id="rId2" Type="http://schemas.openxmlformats.org/officeDocument/2006/relationships/image" Target="../media/image243.wmf"/><Relationship Id="rId16" Type="http://schemas.openxmlformats.org/officeDocument/2006/relationships/vmlDrawing" Target="../drawings/vmlDrawing52.vml"/><Relationship Id="rId15" Type="http://schemas.openxmlformats.org/officeDocument/2006/relationships/slideLayout" Target="../slideLayouts/slideLayout7.xml"/><Relationship Id="rId14" Type="http://schemas.openxmlformats.org/officeDocument/2006/relationships/image" Target="../media/image23.png"/><Relationship Id="rId13" Type="http://schemas.openxmlformats.org/officeDocument/2006/relationships/image" Target="../media/image248.wmf"/><Relationship Id="rId12" Type="http://schemas.openxmlformats.org/officeDocument/2006/relationships/oleObject" Target="../embeddings/oleObject355.bin"/><Relationship Id="rId11" Type="http://schemas.openxmlformats.org/officeDocument/2006/relationships/image" Target="../media/image247.wmf"/><Relationship Id="rId10" Type="http://schemas.openxmlformats.org/officeDocument/2006/relationships/oleObject" Target="../embeddings/oleObject354.bin"/><Relationship Id="rId1" Type="http://schemas.openxmlformats.org/officeDocument/2006/relationships/oleObject" Target="../embeddings/oleObject350.bin"/></Relationships>
</file>

<file path=ppt/slides/_rels/slide67.xml.rels><?xml version="1.0" encoding="UTF-8" standalone="yes"?>
<Relationships xmlns="http://schemas.openxmlformats.org/package/2006/relationships"><Relationship Id="rId9" Type="http://schemas.openxmlformats.org/officeDocument/2006/relationships/image" Target="../media/image252.wmf"/><Relationship Id="rId8" Type="http://schemas.openxmlformats.org/officeDocument/2006/relationships/oleObject" Target="../embeddings/oleObject359.bin"/><Relationship Id="rId7" Type="http://schemas.openxmlformats.org/officeDocument/2006/relationships/image" Target="../media/image6.png"/><Relationship Id="rId6" Type="http://schemas.openxmlformats.org/officeDocument/2006/relationships/image" Target="../media/image251.wmf"/><Relationship Id="rId5" Type="http://schemas.openxmlformats.org/officeDocument/2006/relationships/oleObject" Target="../embeddings/oleObject358.bin"/><Relationship Id="rId4" Type="http://schemas.openxmlformats.org/officeDocument/2006/relationships/image" Target="../media/image250.wmf"/><Relationship Id="rId3" Type="http://schemas.openxmlformats.org/officeDocument/2006/relationships/oleObject" Target="../embeddings/oleObject357.bin"/><Relationship Id="rId2" Type="http://schemas.openxmlformats.org/officeDocument/2006/relationships/image" Target="../media/image249.wmf"/><Relationship Id="rId13" Type="http://schemas.openxmlformats.org/officeDocument/2006/relationships/vmlDrawing" Target="../drawings/vmlDrawing53.vml"/><Relationship Id="rId12" Type="http://schemas.openxmlformats.org/officeDocument/2006/relationships/slideLayout" Target="../slideLayouts/slideLayout7.xml"/><Relationship Id="rId11" Type="http://schemas.openxmlformats.org/officeDocument/2006/relationships/image" Target="../media/image253.wmf"/><Relationship Id="rId10" Type="http://schemas.openxmlformats.org/officeDocument/2006/relationships/oleObject" Target="../embeddings/oleObject360.bin"/><Relationship Id="rId1" Type="http://schemas.openxmlformats.org/officeDocument/2006/relationships/oleObject" Target="../embeddings/oleObject356.bin"/></Relationships>
</file>

<file path=ppt/slides/_rels/slide68.xml.rels><?xml version="1.0" encoding="UTF-8" standalone="yes"?>
<Relationships xmlns="http://schemas.openxmlformats.org/package/2006/relationships"><Relationship Id="rId9" Type="http://schemas.openxmlformats.org/officeDocument/2006/relationships/image" Target="../media/image257.wmf"/><Relationship Id="rId8" Type="http://schemas.openxmlformats.org/officeDocument/2006/relationships/oleObject" Target="../embeddings/oleObject364.bin"/><Relationship Id="rId7" Type="http://schemas.openxmlformats.org/officeDocument/2006/relationships/image" Target="../media/image6.png"/><Relationship Id="rId6" Type="http://schemas.openxmlformats.org/officeDocument/2006/relationships/image" Target="../media/image256.wmf"/><Relationship Id="rId5" Type="http://schemas.openxmlformats.org/officeDocument/2006/relationships/oleObject" Target="../embeddings/oleObject363.bin"/><Relationship Id="rId4" Type="http://schemas.openxmlformats.org/officeDocument/2006/relationships/image" Target="../media/image255.wmf"/><Relationship Id="rId3" Type="http://schemas.openxmlformats.org/officeDocument/2006/relationships/oleObject" Target="../embeddings/oleObject362.bin"/><Relationship Id="rId2" Type="http://schemas.openxmlformats.org/officeDocument/2006/relationships/image" Target="../media/image254.wmf"/><Relationship Id="rId13" Type="http://schemas.openxmlformats.org/officeDocument/2006/relationships/vmlDrawing" Target="../drawings/vmlDrawing54.vml"/><Relationship Id="rId12" Type="http://schemas.openxmlformats.org/officeDocument/2006/relationships/slideLayout" Target="../slideLayouts/slideLayout7.xml"/><Relationship Id="rId11" Type="http://schemas.openxmlformats.org/officeDocument/2006/relationships/image" Target="../media/image258.wmf"/><Relationship Id="rId10" Type="http://schemas.openxmlformats.org/officeDocument/2006/relationships/oleObject" Target="../embeddings/oleObject365.bin"/><Relationship Id="rId1" Type="http://schemas.openxmlformats.org/officeDocument/2006/relationships/oleObject" Target="../embeddings/oleObject361.bin"/></Relationships>
</file>

<file path=ppt/slides/_rels/slide69.xml.rels><?xml version="1.0" encoding="UTF-8" standalone="yes"?>
<Relationships xmlns="http://schemas.openxmlformats.org/package/2006/relationships"><Relationship Id="rId9" Type="http://schemas.openxmlformats.org/officeDocument/2006/relationships/vmlDrawing" Target="../drawings/vmlDrawing55.vml"/><Relationship Id="rId8" Type="http://schemas.openxmlformats.org/officeDocument/2006/relationships/slideLayout" Target="../slideLayouts/slideLayout7.xml"/><Relationship Id="rId7" Type="http://schemas.openxmlformats.org/officeDocument/2006/relationships/image" Target="../media/image6.png"/><Relationship Id="rId6" Type="http://schemas.openxmlformats.org/officeDocument/2006/relationships/image" Target="../media/image251.wmf"/><Relationship Id="rId5" Type="http://schemas.openxmlformats.org/officeDocument/2006/relationships/oleObject" Target="../embeddings/oleObject368.bin"/><Relationship Id="rId4" Type="http://schemas.openxmlformats.org/officeDocument/2006/relationships/image" Target="../media/image250.wmf"/><Relationship Id="rId3" Type="http://schemas.openxmlformats.org/officeDocument/2006/relationships/oleObject" Target="../embeddings/oleObject367.bin"/><Relationship Id="rId2" Type="http://schemas.openxmlformats.org/officeDocument/2006/relationships/image" Target="../media/image249.wmf"/><Relationship Id="rId1" Type="http://schemas.openxmlformats.org/officeDocument/2006/relationships/oleObject" Target="../embeddings/oleObject366.bin"/></Relationships>
</file>

<file path=ppt/slides/_rels/slide70.xml.rels><?xml version="1.0" encoding="UTF-8" standalone="yes"?>
<Relationships xmlns="http://schemas.openxmlformats.org/package/2006/relationships"><Relationship Id="rId9" Type="http://schemas.openxmlformats.org/officeDocument/2006/relationships/oleObject" Target="../embeddings/oleObject373.bin"/><Relationship Id="rId8" Type="http://schemas.openxmlformats.org/officeDocument/2006/relationships/image" Target="../media/image262.wmf"/><Relationship Id="rId7" Type="http://schemas.openxmlformats.org/officeDocument/2006/relationships/oleObject" Target="../embeddings/oleObject372.bin"/><Relationship Id="rId6" Type="http://schemas.openxmlformats.org/officeDocument/2006/relationships/image" Target="../media/image261.wmf"/><Relationship Id="rId5" Type="http://schemas.openxmlformats.org/officeDocument/2006/relationships/oleObject" Target="../embeddings/oleObject371.bin"/><Relationship Id="rId4" Type="http://schemas.openxmlformats.org/officeDocument/2006/relationships/image" Target="../media/image260.wmf"/><Relationship Id="rId3" Type="http://schemas.openxmlformats.org/officeDocument/2006/relationships/oleObject" Target="../embeddings/oleObject370.bin"/><Relationship Id="rId2" Type="http://schemas.openxmlformats.org/officeDocument/2006/relationships/image" Target="../media/image259.wmf"/><Relationship Id="rId15" Type="http://schemas.openxmlformats.org/officeDocument/2006/relationships/vmlDrawing" Target="../drawings/vmlDrawing56.vml"/><Relationship Id="rId14" Type="http://schemas.openxmlformats.org/officeDocument/2006/relationships/slideLayout" Target="../slideLayouts/slideLayout7.xml"/><Relationship Id="rId13" Type="http://schemas.openxmlformats.org/officeDocument/2006/relationships/image" Target="../media/image6.png"/><Relationship Id="rId12" Type="http://schemas.openxmlformats.org/officeDocument/2006/relationships/image" Target="../media/image264.wmf"/><Relationship Id="rId11" Type="http://schemas.openxmlformats.org/officeDocument/2006/relationships/oleObject" Target="../embeddings/oleObject374.bin"/><Relationship Id="rId10" Type="http://schemas.openxmlformats.org/officeDocument/2006/relationships/image" Target="../media/image263.wmf"/><Relationship Id="rId1" Type="http://schemas.openxmlformats.org/officeDocument/2006/relationships/oleObject" Target="../embeddings/oleObject369.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500" name="Text Box 4"/>
          <p:cNvSpPr txBox="1"/>
          <p:nvPr/>
        </p:nvSpPr>
        <p:spPr>
          <a:xfrm>
            <a:off x="1547813" y="404813"/>
            <a:ext cx="6840537" cy="914400"/>
          </a:xfrm>
          <a:prstGeom prst="rect">
            <a:avLst/>
          </a:prstGeom>
          <a:noFill/>
          <a:ln w="9525">
            <a:noFill/>
          </a:ln>
          <a:effectLst>
            <a:prstShdw prst="shdw17" dist="17961" dir="2699999">
              <a:srgbClr val="5C991F"/>
            </a:prstShdw>
          </a:effectLst>
        </p:spPr>
        <p:txBody>
          <a:bodyPr>
            <a:spAutoFit/>
          </a:bodyPr>
          <a:p>
            <a:r>
              <a:rPr lang="zh-CN" altLang="en-US" sz="5400" dirty="0">
                <a:solidFill>
                  <a:schemeClr val="bg1"/>
                </a:solidFill>
                <a:latin typeface="隶书" panose="02010509060101010101" pitchFamily="49" charset="-122"/>
                <a:ea typeface="隶书" panose="02010509060101010101" pitchFamily="49" charset="-122"/>
              </a:rPr>
              <a:t>第十二章 三相电路</a:t>
            </a:r>
            <a:endParaRPr lang="zh-CN" altLang="en-US" sz="5400" dirty="0">
              <a:solidFill>
                <a:schemeClr val="bg1"/>
              </a:solidFill>
              <a:latin typeface="隶书" panose="02010509060101010101" pitchFamily="49" charset="-122"/>
              <a:ea typeface="隶书" panose="02010509060101010101" pitchFamily="49" charset="-122"/>
            </a:endParaRPr>
          </a:p>
        </p:txBody>
      </p:sp>
      <p:grpSp>
        <p:nvGrpSpPr>
          <p:cNvPr id="2" name="Group 5"/>
          <p:cNvGrpSpPr/>
          <p:nvPr/>
        </p:nvGrpSpPr>
        <p:grpSpPr>
          <a:xfrm>
            <a:off x="971550" y="2663825"/>
            <a:ext cx="7416800" cy="620713"/>
            <a:chOff x="612" y="1678"/>
            <a:chExt cx="4672" cy="391"/>
          </a:xfrm>
        </p:grpSpPr>
        <p:pic>
          <p:nvPicPr>
            <p:cNvPr id="60447" name="Picture 6" descr="GEL Rounded Rectangle aquamarine">
              <a:hlinkClick r:id="rId1" action="ppaction://hlinksldjump"/>
            </p:cNvPr>
            <p:cNvPicPr>
              <a:picLocks noChangeAspect="1"/>
            </p:cNvPicPr>
            <p:nvPr/>
          </p:nvPicPr>
          <p:blipFill>
            <a:blip r:embed="rId2"/>
            <a:stretch>
              <a:fillRect/>
            </a:stretch>
          </p:blipFill>
          <p:spPr>
            <a:xfrm>
              <a:off x="1383" y="1678"/>
              <a:ext cx="3901" cy="391"/>
            </a:xfrm>
            <a:prstGeom prst="rect">
              <a:avLst/>
            </a:prstGeom>
            <a:noFill/>
            <a:ln w="9525">
              <a:noFill/>
            </a:ln>
          </p:spPr>
        </p:pic>
        <p:sp>
          <p:nvSpPr>
            <p:cNvPr id="60448" name="Text Box 7">
              <a:hlinkClick r:id="rId1" action="ppaction://hlinksldjump"/>
            </p:cNvPr>
            <p:cNvSpPr txBox="1"/>
            <p:nvPr/>
          </p:nvSpPr>
          <p:spPr>
            <a:xfrm>
              <a:off x="1558" y="1707"/>
              <a:ext cx="3554" cy="327"/>
            </a:xfrm>
            <a:prstGeom prst="rect">
              <a:avLst/>
            </a:prstGeom>
            <a:noFill/>
            <a:ln w="9525">
              <a:noFill/>
            </a:ln>
          </p:spPr>
          <p:txBody>
            <a:bodyPr>
              <a:spAutoFit/>
            </a:bodyPr>
            <a:p>
              <a:pPr>
                <a:spcBef>
                  <a:spcPct val="50000"/>
                </a:spcBef>
              </a:pPr>
              <a:r>
                <a:rPr lang="zh-CN" altLang="en-US" sz="2800" dirty="0">
                  <a:solidFill>
                    <a:srgbClr val="CC0000"/>
                  </a:solidFill>
                  <a:latin typeface="Times New Roman" panose="02020603050405020304" pitchFamily="18" charset="0"/>
                  <a:ea typeface="隶书" panose="02010509060101010101" pitchFamily="49" charset="-122"/>
                </a:rPr>
                <a:t>三相电路</a:t>
              </a:r>
              <a:endParaRPr lang="zh-CN" altLang="en-US" sz="2800" dirty="0">
                <a:solidFill>
                  <a:srgbClr val="CC0000"/>
                </a:solidFill>
                <a:latin typeface="Times New Roman" panose="02020603050405020304" pitchFamily="18" charset="0"/>
                <a:ea typeface="隶书" panose="02010509060101010101" pitchFamily="49" charset="-122"/>
              </a:endParaRPr>
            </a:p>
          </p:txBody>
        </p:sp>
        <p:pic>
          <p:nvPicPr>
            <p:cNvPr id="60449" name="Picture 8" descr="GEL Rounded Rectangle aquamarine">
              <a:hlinkClick r:id="rId1" action="ppaction://hlinksldjump"/>
            </p:cNvPr>
            <p:cNvPicPr>
              <a:picLocks noChangeAspect="1"/>
            </p:cNvPicPr>
            <p:nvPr/>
          </p:nvPicPr>
          <p:blipFill>
            <a:blip r:embed="rId3"/>
            <a:stretch>
              <a:fillRect/>
            </a:stretch>
          </p:blipFill>
          <p:spPr>
            <a:xfrm>
              <a:off x="612" y="1678"/>
              <a:ext cx="862" cy="391"/>
            </a:xfrm>
            <a:prstGeom prst="rect">
              <a:avLst/>
            </a:prstGeom>
            <a:noFill/>
            <a:ln w="9525">
              <a:noFill/>
            </a:ln>
          </p:spPr>
        </p:pic>
        <p:sp>
          <p:nvSpPr>
            <p:cNvPr id="60450" name="Text Box 9">
              <a:hlinkClick r:id="rId1" action="ppaction://hlinksldjump"/>
            </p:cNvPr>
            <p:cNvSpPr txBox="1"/>
            <p:nvPr/>
          </p:nvSpPr>
          <p:spPr>
            <a:xfrm>
              <a:off x="793" y="1706"/>
              <a:ext cx="627" cy="327"/>
            </a:xfrm>
            <a:prstGeom prst="rect">
              <a:avLst/>
            </a:prstGeom>
            <a:noFill/>
            <a:ln w="9525">
              <a:noFill/>
            </a:ln>
          </p:spPr>
          <p:txBody>
            <a:bodyPr>
              <a:spAutoFit/>
            </a:bodyPr>
            <a:p>
              <a:pPr>
                <a:spcBef>
                  <a:spcPct val="50000"/>
                </a:spcBef>
              </a:pPr>
              <a:r>
                <a:rPr lang="en-US" altLang="zh-CN" sz="2800" dirty="0">
                  <a:solidFill>
                    <a:srgbClr val="CC0000"/>
                  </a:solidFill>
                  <a:latin typeface="Times New Roman" panose="02020603050405020304" pitchFamily="18" charset="0"/>
                </a:rPr>
                <a:t>12-1</a:t>
              </a:r>
              <a:endParaRPr lang="en-US" altLang="zh-CN" sz="2800" dirty="0">
                <a:solidFill>
                  <a:srgbClr val="CC0000"/>
                </a:solidFill>
                <a:latin typeface="Times New Roman" panose="02020603050405020304" pitchFamily="18" charset="0"/>
              </a:endParaRPr>
            </a:p>
          </p:txBody>
        </p:sp>
      </p:grpSp>
      <p:grpSp>
        <p:nvGrpSpPr>
          <p:cNvPr id="3" name="Group 10"/>
          <p:cNvGrpSpPr/>
          <p:nvPr/>
        </p:nvGrpSpPr>
        <p:grpSpPr>
          <a:xfrm>
            <a:off x="971550" y="3311525"/>
            <a:ext cx="7416800" cy="620713"/>
            <a:chOff x="612" y="2086"/>
            <a:chExt cx="4672" cy="391"/>
          </a:xfrm>
        </p:grpSpPr>
        <p:pic>
          <p:nvPicPr>
            <p:cNvPr id="60443" name="Picture 11" descr="GEL Rounded Rectangle aquamarine">
              <a:hlinkClick r:id="rId4" action="ppaction://hlinksldjump"/>
            </p:cNvPr>
            <p:cNvPicPr>
              <a:picLocks noChangeAspect="1"/>
            </p:cNvPicPr>
            <p:nvPr/>
          </p:nvPicPr>
          <p:blipFill>
            <a:blip r:embed="rId2"/>
            <a:stretch>
              <a:fillRect/>
            </a:stretch>
          </p:blipFill>
          <p:spPr>
            <a:xfrm>
              <a:off x="1383" y="2086"/>
              <a:ext cx="3901" cy="391"/>
            </a:xfrm>
            <a:prstGeom prst="rect">
              <a:avLst/>
            </a:prstGeom>
            <a:noFill/>
            <a:ln w="9525">
              <a:noFill/>
            </a:ln>
          </p:spPr>
        </p:pic>
        <p:sp>
          <p:nvSpPr>
            <p:cNvPr id="60444" name="Text Box 12">
              <a:hlinkClick r:id="rId4" action="ppaction://hlinksldjump"/>
            </p:cNvPr>
            <p:cNvSpPr txBox="1"/>
            <p:nvPr/>
          </p:nvSpPr>
          <p:spPr>
            <a:xfrm>
              <a:off x="1558" y="2115"/>
              <a:ext cx="3681" cy="327"/>
            </a:xfrm>
            <a:prstGeom prst="rect">
              <a:avLst/>
            </a:prstGeom>
            <a:noFill/>
            <a:ln w="9525">
              <a:noFill/>
            </a:ln>
          </p:spPr>
          <p:txBody>
            <a:bodyPr>
              <a:spAutoFit/>
            </a:bodyPr>
            <a:p>
              <a:pPr>
                <a:spcBef>
                  <a:spcPct val="50000"/>
                </a:spcBef>
              </a:pPr>
              <a:r>
                <a:rPr lang="zh-CN" altLang="en-US" sz="2800" dirty="0">
                  <a:solidFill>
                    <a:srgbClr val="CC0000"/>
                  </a:solidFill>
                  <a:latin typeface="Times New Roman" panose="02020603050405020304" pitchFamily="18" charset="0"/>
                  <a:ea typeface="隶书" panose="02010509060101010101" pitchFamily="49" charset="-122"/>
                </a:rPr>
                <a:t>线电压</a:t>
              </a:r>
              <a:r>
                <a:rPr lang="en-US" altLang="zh-CN" sz="2800" dirty="0">
                  <a:solidFill>
                    <a:srgbClr val="CC0000"/>
                  </a:solidFill>
                  <a:latin typeface="Times New Roman" panose="02020603050405020304" pitchFamily="18" charset="0"/>
                  <a:ea typeface="隶书" panose="02010509060101010101" pitchFamily="49" charset="-122"/>
                </a:rPr>
                <a:t>(</a:t>
              </a:r>
              <a:r>
                <a:rPr lang="zh-CN" altLang="en-US" sz="2800" dirty="0">
                  <a:solidFill>
                    <a:srgbClr val="CC0000"/>
                  </a:solidFill>
                  <a:latin typeface="Times New Roman" panose="02020603050405020304" pitchFamily="18" charset="0"/>
                  <a:ea typeface="隶书" panose="02010509060101010101" pitchFamily="49" charset="-122"/>
                </a:rPr>
                <a:t>电流</a:t>
              </a:r>
              <a:r>
                <a:rPr lang="en-US" altLang="zh-CN" sz="2800" dirty="0">
                  <a:solidFill>
                    <a:srgbClr val="CC0000"/>
                  </a:solidFill>
                  <a:latin typeface="Times New Roman" panose="02020603050405020304" pitchFamily="18" charset="0"/>
                  <a:ea typeface="隶书" panose="02010509060101010101" pitchFamily="49" charset="-122"/>
                </a:rPr>
                <a:t>)</a:t>
              </a:r>
              <a:r>
                <a:rPr lang="zh-CN" altLang="en-US" sz="2800" dirty="0">
                  <a:solidFill>
                    <a:srgbClr val="CC0000"/>
                  </a:solidFill>
                  <a:latin typeface="Times New Roman" panose="02020603050405020304" pitchFamily="18" charset="0"/>
                  <a:ea typeface="隶书" panose="02010509060101010101" pitchFamily="49" charset="-122"/>
                </a:rPr>
                <a:t>与相电压</a:t>
              </a:r>
              <a:r>
                <a:rPr lang="en-US" altLang="zh-CN" sz="2800" dirty="0">
                  <a:solidFill>
                    <a:srgbClr val="CC0000"/>
                  </a:solidFill>
                  <a:latin typeface="Times New Roman" panose="02020603050405020304" pitchFamily="18" charset="0"/>
                  <a:ea typeface="隶书" panose="02010509060101010101" pitchFamily="49" charset="-122"/>
                </a:rPr>
                <a:t>(</a:t>
              </a:r>
              <a:r>
                <a:rPr lang="zh-CN" altLang="en-US" sz="2800" dirty="0">
                  <a:solidFill>
                    <a:srgbClr val="CC0000"/>
                  </a:solidFill>
                  <a:latin typeface="Times New Roman" panose="02020603050405020304" pitchFamily="18" charset="0"/>
                  <a:ea typeface="隶书" panose="02010509060101010101" pitchFamily="49" charset="-122"/>
                </a:rPr>
                <a:t>电流</a:t>
              </a:r>
              <a:r>
                <a:rPr lang="en-US" altLang="zh-CN" sz="2800" dirty="0">
                  <a:solidFill>
                    <a:srgbClr val="CC0000"/>
                  </a:solidFill>
                  <a:latin typeface="Times New Roman" panose="02020603050405020304" pitchFamily="18" charset="0"/>
                  <a:ea typeface="隶书" panose="02010509060101010101" pitchFamily="49" charset="-122"/>
                </a:rPr>
                <a:t>)</a:t>
              </a:r>
              <a:r>
                <a:rPr lang="zh-CN" altLang="en-US" sz="2800" dirty="0">
                  <a:solidFill>
                    <a:srgbClr val="CC0000"/>
                  </a:solidFill>
                  <a:latin typeface="Times New Roman" panose="02020603050405020304" pitchFamily="18" charset="0"/>
                  <a:ea typeface="隶书" panose="02010509060101010101" pitchFamily="49" charset="-122"/>
                </a:rPr>
                <a:t>的关系</a:t>
              </a:r>
              <a:endParaRPr lang="zh-CN" altLang="en-US" sz="2800" dirty="0">
                <a:solidFill>
                  <a:srgbClr val="CC0000"/>
                </a:solidFill>
                <a:latin typeface="Times New Roman" panose="02020603050405020304" pitchFamily="18" charset="0"/>
                <a:ea typeface="隶书" panose="02010509060101010101" pitchFamily="49" charset="-122"/>
              </a:endParaRPr>
            </a:p>
          </p:txBody>
        </p:sp>
        <p:pic>
          <p:nvPicPr>
            <p:cNvPr id="60445" name="Picture 13" descr="GEL Rounded Rectangle aquamarine">
              <a:hlinkClick r:id="rId4" action="ppaction://hlinksldjump"/>
            </p:cNvPr>
            <p:cNvPicPr>
              <a:picLocks noChangeAspect="1"/>
            </p:cNvPicPr>
            <p:nvPr/>
          </p:nvPicPr>
          <p:blipFill>
            <a:blip r:embed="rId3"/>
            <a:stretch>
              <a:fillRect/>
            </a:stretch>
          </p:blipFill>
          <p:spPr>
            <a:xfrm>
              <a:off x="612" y="2086"/>
              <a:ext cx="862" cy="391"/>
            </a:xfrm>
            <a:prstGeom prst="rect">
              <a:avLst/>
            </a:prstGeom>
            <a:noFill/>
            <a:ln w="9525">
              <a:noFill/>
            </a:ln>
          </p:spPr>
        </p:pic>
        <p:sp>
          <p:nvSpPr>
            <p:cNvPr id="60446" name="Text Box 14">
              <a:hlinkClick r:id="rId4" action="ppaction://hlinksldjump"/>
            </p:cNvPr>
            <p:cNvSpPr txBox="1"/>
            <p:nvPr/>
          </p:nvSpPr>
          <p:spPr>
            <a:xfrm>
              <a:off x="793" y="2114"/>
              <a:ext cx="627" cy="327"/>
            </a:xfrm>
            <a:prstGeom prst="rect">
              <a:avLst/>
            </a:prstGeom>
            <a:noFill/>
            <a:ln w="9525">
              <a:noFill/>
            </a:ln>
          </p:spPr>
          <p:txBody>
            <a:bodyPr>
              <a:spAutoFit/>
            </a:bodyPr>
            <a:p>
              <a:pPr>
                <a:spcBef>
                  <a:spcPct val="50000"/>
                </a:spcBef>
              </a:pPr>
              <a:r>
                <a:rPr lang="en-US" altLang="zh-CN" sz="2800" dirty="0">
                  <a:solidFill>
                    <a:srgbClr val="CC0000"/>
                  </a:solidFill>
                  <a:latin typeface="Times New Roman" panose="02020603050405020304" pitchFamily="18" charset="0"/>
                </a:rPr>
                <a:t>12-2</a:t>
              </a:r>
              <a:endParaRPr lang="en-US" altLang="zh-CN" sz="2800" dirty="0">
                <a:solidFill>
                  <a:srgbClr val="CC0000"/>
                </a:solidFill>
                <a:latin typeface="Times New Roman" panose="02020603050405020304" pitchFamily="18" charset="0"/>
              </a:endParaRPr>
            </a:p>
          </p:txBody>
        </p:sp>
      </p:grpSp>
      <p:grpSp>
        <p:nvGrpSpPr>
          <p:cNvPr id="4" name="Group 15"/>
          <p:cNvGrpSpPr/>
          <p:nvPr/>
        </p:nvGrpSpPr>
        <p:grpSpPr>
          <a:xfrm>
            <a:off x="971550" y="3960813"/>
            <a:ext cx="7416800" cy="620712"/>
            <a:chOff x="612" y="2495"/>
            <a:chExt cx="4672" cy="391"/>
          </a:xfrm>
        </p:grpSpPr>
        <p:pic>
          <p:nvPicPr>
            <p:cNvPr id="60439" name="Picture 16" descr="GEL Rounded Rectangle aquamarine">
              <a:hlinkClick r:id="rId5" action="ppaction://hlinksldjump"/>
            </p:cNvPr>
            <p:cNvPicPr>
              <a:picLocks noChangeAspect="1"/>
            </p:cNvPicPr>
            <p:nvPr/>
          </p:nvPicPr>
          <p:blipFill>
            <a:blip r:embed="rId2"/>
            <a:stretch>
              <a:fillRect/>
            </a:stretch>
          </p:blipFill>
          <p:spPr>
            <a:xfrm>
              <a:off x="1383" y="2495"/>
              <a:ext cx="3901" cy="391"/>
            </a:xfrm>
            <a:prstGeom prst="rect">
              <a:avLst/>
            </a:prstGeom>
            <a:noFill/>
            <a:ln w="9525">
              <a:noFill/>
            </a:ln>
          </p:spPr>
        </p:pic>
        <p:sp>
          <p:nvSpPr>
            <p:cNvPr id="60440" name="Text Box 17">
              <a:hlinkClick r:id="rId5" action="ppaction://hlinksldjump"/>
            </p:cNvPr>
            <p:cNvSpPr txBox="1"/>
            <p:nvPr/>
          </p:nvSpPr>
          <p:spPr>
            <a:xfrm>
              <a:off x="1558" y="2524"/>
              <a:ext cx="3554" cy="327"/>
            </a:xfrm>
            <a:prstGeom prst="rect">
              <a:avLst/>
            </a:prstGeom>
            <a:noFill/>
            <a:ln w="9525">
              <a:noFill/>
            </a:ln>
          </p:spPr>
          <p:txBody>
            <a:bodyPr>
              <a:spAutoFit/>
            </a:bodyPr>
            <a:p>
              <a:pPr>
                <a:spcBef>
                  <a:spcPct val="50000"/>
                </a:spcBef>
              </a:pPr>
              <a:r>
                <a:rPr lang="zh-CN" altLang="en-US" sz="2800" dirty="0">
                  <a:solidFill>
                    <a:srgbClr val="CC0000"/>
                  </a:solidFill>
                  <a:latin typeface="Times New Roman" panose="02020603050405020304" pitchFamily="18" charset="0"/>
                  <a:ea typeface="隶书" panose="02010509060101010101" pitchFamily="49" charset="-122"/>
                </a:rPr>
                <a:t>对称三相电路的计算</a:t>
              </a:r>
              <a:endParaRPr lang="zh-CN" altLang="en-US" sz="2800" dirty="0">
                <a:solidFill>
                  <a:srgbClr val="CC0000"/>
                </a:solidFill>
                <a:latin typeface="Times New Roman" panose="02020603050405020304" pitchFamily="18" charset="0"/>
                <a:ea typeface="隶书" panose="02010509060101010101" pitchFamily="49" charset="-122"/>
              </a:endParaRPr>
            </a:p>
          </p:txBody>
        </p:sp>
        <p:pic>
          <p:nvPicPr>
            <p:cNvPr id="60441" name="Picture 18" descr="GEL Rounded Rectangle aquamarine">
              <a:hlinkClick r:id="rId5" action="ppaction://hlinksldjump"/>
            </p:cNvPr>
            <p:cNvPicPr>
              <a:picLocks noChangeAspect="1"/>
            </p:cNvPicPr>
            <p:nvPr/>
          </p:nvPicPr>
          <p:blipFill>
            <a:blip r:embed="rId3"/>
            <a:stretch>
              <a:fillRect/>
            </a:stretch>
          </p:blipFill>
          <p:spPr>
            <a:xfrm>
              <a:off x="612" y="2495"/>
              <a:ext cx="862" cy="391"/>
            </a:xfrm>
            <a:prstGeom prst="rect">
              <a:avLst/>
            </a:prstGeom>
            <a:noFill/>
            <a:ln w="9525">
              <a:noFill/>
            </a:ln>
          </p:spPr>
        </p:pic>
        <p:sp>
          <p:nvSpPr>
            <p:cNvPr id="60442" name="Text Box 19">
              <a:hlinkClick r:id="rId5" action="ppaction://hlinksldjump"/>
            </p:cNvPr>
            <p:cNvSpPr txBox="1"/>
            <p:nvPr/>
          </p:nvSpPr>
          <p:spPr>
            <a:xfrm>
              <a:off x="793" y="2523"/>
              <a:ext cx="627" cy="327"/>
            </a:xfrm>
            <a:prstGeom prst="rect">
              <a:avLst/>
            </a:prstGeom>
            <a:noFill/>
            <a:ln w="9525">
              <a:noFill/>
            </a:ln>
          </p:spPr>
          <p:txBody>
            <a:bodyPr>
              <a:spAutoFit/>
            </a:bodyPr>
            <a:p>
              <a:pPr>
                <a:spcBef>
                  <a:spcPct val="50000"/>
                </a:spcBef>
              </a:pPr>
              <a:r>
                <a:rPr lang="en-US" altLang="zh-CN" sz="2800" dirty="0">
                  <a:solidFill>
                    <a:srgbClr val="CC0000"/>
                  </a:solidFill>
                  <a:latin typeface="Times New Roman" panose="02020603050405020304" pitchFamily="18" charset="0"/>
                </a:rPr>
                <a:t>12-3</a:t>
              </a:r>
              <a:endParaRPr lang="en-US" altLang="zh-CN" sz="2800" dirty="0">
                <a:solidFill>
                  <a:srgbClr val="CC0000"/>
                </a:solidFill>
                <a:latin typeface="Times New Roman" panose="02020603050405020304" pitchFamily="18" charset="0"/>
              </a:endParaRPr>
            </a:p>
          </p:txBody>
        </p:sp>
      </p:grpSp>
      <p:grpSp>
        <p:nvGrpSpPr>
          <p:cNvPr id="5" name="Group 20"/>
          <p:cNvGrpSpPr/>
          <p:nvPr/>
        </p:nvGrpSpPr>
        <p:grpSpPr>
          <a:xfrm>
            <a:off x="971550" y="4608513"/>
            <a:ext cx="7416800" cy="620712"/>
            <a:chOff x="612" y="2903"/>
            <a:chExt cx="4672" cy="391"/>
          </a:xfrm>
        </p:grpSpPr>
        <p:pic>
          <p:nvPicPr>
            <p:cNvPr id="60435" name="Picture 21" descr="GEL Rounded Rectangle aquamarine">
              <a:hlinkClick r:id="rId6" action="ppaction://hlinksldjump"/>
            </p:cNvPr>
            <p:cNvPicPr>
              <a:picLocks noChangeAspect="1"/>
            </p:cNvPicPr>
            <p:nvPr/>
          </p:nvPicPr>
          <p:blipFill>
            <a:blip r:embed="rId2"/>
            <a:stretch>
              <a:fillRect/>
            </a:stretch>
          </p:blipFill>
          <p:spPr>
            <a:xfrm>
              <a:off x="1383" y="2903"/>
              <a:ext cx="3901" cy="391"/>
            </a:xfrm>
            <a:prstGeom prst="rect">
              <a:avLst/>
            </a:prstGeom>
            <a:noFill/>
            <a:ln w="9525">
              <a:noFill/>
            </a:ln>
          </p:spPr>
        </p:pic>
        <p:sp>
          <p:nvSpPr>
            <p:cNvPr id="60436" name="Text Box 22">
              <a:hlinkClick r:id="rId6" action="ppaction://hlinksldjump"/>
            </p:cNvPr>
            <p:cNvSpPr txBox="1"/>
            <p:nvPr/>
          </p:nvSpPr>
          <p:spPr>
            <a:xfrm>
              <a:off x="1558" y="2932"/>
              <a:ext cx="3554" cy="327"/>
            </a:xfrm>
            <a:prstGeom prst="rect">
              <a:avLst/>
            </a:prstGeom>
            <a:noFill/>
            <a:ln w="9525">
              <a:noFill/>
            </a:ln>
          </p:spPr>
          <p:txBody>
            <a:bodyPr>
              <a:spAutoFit/>
            </a:bodyPr>
            <a:p>
              <a:pPr>
                <a:spcBef>
                  <a:spcPct val="50000"/>
                </a:spcBef>
              </a:pPr>
              <a:r>
                <a:rPr lang="zh-CN" altLang="en-US" sz="2800" dirty="0">
                  <a:solidFill>
                    <a:srgbClr val="CC0000"/>
                  </a:solidFill>
                  <a:latin typeface="Times New Roman" panose="02020603050405020304" pitchFamily="18" charset="0"/>
                  <a:ea typeface="隶书" panose="02010509060101010101" pitchFamily="49" charset="-122"/>
                </a:rPr>
                <a:t>不对称三相电路的概念</a:t>
              </a:r>
              <a:endParaRPr lang="zh-CN" altLang="en-US" sz="2800" dirty="0">
                <a:solidFill>
                  <a:srgbClr val="CC0000"/>
                </a:solidFill>
                <a:latin typeface="Times New Roman" panose="02020603050405020304" pitchFamily="18" charset="0"/>
                <a:ea typeface="隶书" panose="02010509060101010101" pitchFamily="49" charset="-122"/>
              </a:endParaRPr>
            </a:p>
          </p:txBody>
        </p:sp>
        <p:pic>
          <p:nvPicPr>
            <p:cNvPr id="60437" name="Picture 23" descr="GEL Rounded Rectangle aquamarine">
              <a:hlinkClick r:id="rId6" action="ppaction://hlinksldjump"/>
            </p:cNvPr>
            <p:cNvPicPr>
              <a:picLocks noChangeAspect="1"/>
            </p:cNvPicPr>
            <p:nvPr/>
          </p:nvPicPr>
          <p:blipFill>
            <a:blip r:embed="rId3"/>
            <a:stretch>
              <a:fillRect/>
            </a:stretch>
          </p:blipFill>
          <p:spPr>
            <a:xfrm>
              <a:off x="612" y="2903"/>
              <a:ext cx="862" cy="391"/>
            </a:xfrm>
            <a:prstGeom prst="rect">
              <a:avLst/>
            </a:prstGeom>
            <a:noFill/>
            <a:ln w="9525">
              <a:noFill/>
            </a:ln>
          </p:spPr>
        </p:pic>
        <p:sp>
          <p:nvSpPr>
            <p:cNvPr id="60438" name="Text Box 24">
              <a:hlinkClick r:id="rId6" action="ppaction://hlinksldjump"/>
            </p:cNvPr>
            <p:cNvSpPr txBox="1"/>
            <p:nvPr/>
          </p:nvSpPr>
          <p:spPr>
            <a:xfrm>
              <a:off x="793" y="2931"/>
              <a:ext cx="627" cy="327"/>
            </a:xfrm>
            <a:prstGeom prst="rect">
              <a:avLst/>
            </a:prstGeom>
            <a:noFill/>
            <a:ln w="9525">
              <a:noFill/>
            </a:ln>
          </p:spPr>
          <p:txBody>
            <a:bodyPr>
              <a:spAutoFit/>
            </a:bodyPr>
            <a:p>
              <a:pPr>
                <a:spcBef>
                  <a:spcPct val="50000"/>
                </a:spcBef>
              </a:pPr>
              <a:r>
                <a:rPr lang="en-US" altLang="zh-CN" sz="2800" dirty="0">
                  <a:solidFill>
                    <a:srgbClr val="CC0000"/>
                  </a:solidFill>
                  <a:latin typeface="Times New Roman" panose="02020603050405020304" pitchFamily="18" charset="0"/>
                </a:rPr>
                <a:t>12-4</a:t>
              </a:r>
              <a:endParaRPr lang="en-US" altLang="zh-CN" sz="2800" dirty="0">
                <a:solidFill>
                  <a:srgbClr val="CC0000"/>
                </a:solidFill>
                <a:latin typeface="Times New Roman" panose="02020603050405020304" pitchFamily="18" charset="0"/>
              </a:endParaRPr>
            </a:p>
          </p:txBody>
        </p:sp>
      </p:grpSp>
      <p:grpSp>
        <p:nvGrpSpPr>
          <p:cNvPr id="6" name="Group 25"/>
          <p:cNvGrpSpPr/>
          <p:nvPr/>
        </p:nvGrpSpPr>
        <p:grpSpPr>
          <a:xfrm>
            <a:off x="971550" y="5256213"/>
            <a:ext cx="7416800" cy="620712"/>
            <a:chOff x="612" y="3311"/>
            <a:chExt cx="4672" cy="391"/>
          </a:xfrm>
        </p:grpSpPr>
        <p:pic>
          <p:nvPicPr>
            <p:cNvPr id="60431" name="Picture 26" descr="GEL Rounded Rectangle aquamarine">
              <a:hlinkClick r:id="rId7" action="ppaction://hlinksldjump"/>
            </p:cNvPr>
            <p:cNvPicPr>
              <a:picLocks noChangeAspect="1"/>
            </p:cNvPicPr>
            <p:nvPr/>
          </p:nvPicPr>
          <p:blipFill>
            <a:blip r:embed="rId2"/>
            <a:stretch>
              <a:fillRect/>
            </a:stretch>
          </p:blipFill>
          <p:spPr>
            <a:xfrm>
              <a:off x="1383" y="3311"/>
              <a:ext cx="3901" cy="391"/>
            </a:xfrm>
            <a:prstGeom prst="rect">
              <a:avLst/>
            </a:prstGeom>
            <a:noFill/>
            <a:ln w="9525">
              <a:noFill/>
            </a:ln>
          </p:spPr>
        </p:pic>
        <p:sp>
          <p:nvSpPr>
            <p:cNvPr id="60432" name="Text Box 27">
              <a:hlinkClick r:id="rId7" action="ppaction://hlinksldjump"/>
            </p:cNvPr>
            <p:cNvSpPr txBox="1"/>
            <p:nvPr/>
          </p:nvSpPr>
          <p:spPr>
            <a:xfrm>
              <a:off x="1558" y="3340"/>
              <a:ext cx="3554" cy="327"/>
            </a:xfrm>
            <a:prstGeom prst="rect">
              <a:avLst/>
            </a:prstGeom>
            <a:noFill/>
            <a:ln w="9525">
              <a:noFill/>
            </a:ln>
          </p:spPr>
          <p:txBody>
            <a:bodyPr>
              <a:spAutoFit/>
            </a:bodyPr>
            <a:p>
              <a:pPr>
                <a:spcBef>
                  <a:spcPct val="50000"/>
                </a:spcBef>
              </a:pPr>
              <a:r>
                <a:rPr lang="zh-CN" altLang="en-US" sz="2800" dirty="0">
                  <a:solidFill>
                    <a:srgbClr val="CC0000"/>
                  </a:solidFill>
                  <a:latin typeface="Times New Roman" panose="02020603050405020304" pitchFamily="18" charset="0"/>
                  <a:ea typeface="隶书" panose="02010509060101010101" pitchFamily="49" charset="-122"/>
                </a:rPr>
                <a:t>三相电路的功率</a:t>
              </a:r>
              <a:endParaRPr lang="zh-CN" altLang="en-US" sz="2800" dirty="0">
                <a:solidFill>
                  <a:srgbClr val="CC0000"/>
                </a:solidFill>
                <a:latin typeface="Times New Roman" panose="02020603050405020304" pitchFamily="18" charset="0"/>
                <a:ea typeface="隶书" panose="02010509060101010101" pitchFamily="49" charset="-122"/>
              </a:endParaRPr>
            </a:p>
          </p:txBody>
        </p:sp>
        <p:pic>
          <p:nvPicPr>
            <p:cNvPr id="60433" name="Picture 28" descr="GEL Rounded Rectangle aquamarine">
              <a:hlinkClick r:id="rId7" action="ppaction://hlinksldjump"/>
            </p:cNvPr>
            <p:cNvPicPr>
              <a:picLocks noChangeAspect="1"/>
            </p:cNvPicPr>
            <p:nvPr/>
          </p:nvPicPr>
          <p:blipFill>
            <a:blip r:embed="rId3"/>
            <a:stretch>
              <a:fillRect/>
            </a:stretch>
          </p:blipFill>
          <p:spPr>
            <a:xfrm>
              <a:off x="612" y="3311"/>
              <a:ext cx="862" cy="391"/>
            </a:xfrm>
            <a:prstGeom prst="rect">
              <a:avLst/>
            </a:prstGeom>
            <a:noFill/>
            <a:ln w="9525">
              <a:noFill/>
            </a:ln>
          </p:spPr>
        </p:pic>
        <p:sp>
          <p:nvSpPr>
            <p:cNvPr id="60434" name="Text Box 29">
              <a:hlinkClick r:id="rId7" action="ppaction://hlinksldjump"/>
            </p:cNvPr>
            <p:cNvSpPr txBox="1"/>
            <p:nvPr/>
          </p:nvSpPr>
          <p:spPr>
            <a:xfrm>
              <a:off x="793" y="3339"/>
              <a:ext cx="627" cy="327"/>
            </a:xfrm>
            <a:prstGeom prst="rect">
              <a:avLst/>
            </a:prstGeom>
            <a:noFill/>
            <a:ln w="9525">
              <a:noFill/>
            </a:ln>
          </p:spPr>
          <p:txBody>
            <a:bodyPr>
              <a:spAutoFit/>
            </a:bodyPr>
            <a:p>
              <a:pPr>
                <a:spcBef>
                  <a:spcPct val="50000"/>
                </a:spcBef>
              </a:pPr>
              <a:r>
                <a:rPr lang="en-US" altLang="zh-CN" sz="2800" dirty="0">
                  <a:solidFill>
                    <a:srgbClr val="CC0000"/>
                  </a:solidFill>
                  <a:latin typeface="Times New Roman" panose="02020603050405020304" pitchFamily="18" charset="0"/>
                </a:rPr>
                <a:t>12-5</a:t>
              </a:r>
              <a:endParaRPr lang="en-US" altLang="zh-CN" sz="2800" dirty="0">
                <a:solidFill>
                  <a:srgbClr val="CC0000"/>
                </a:solidFill>
                <a:latin typeface="Times New Roman" panose="02020603050405020304" pitchFamily="18" charset="0"/>
              </a:endParaRPr>
            </a:p>
          </p:txBody>
        </p:sp>
      </p:grpSp>
      <p:grpSp>
        <p:nvGrpSpPr>
          <p:cNvPr id="7" name="Group 30"/>
          <p:cNvGrpSpPr/>
          <p:nvPr/>
        </p:nvGrpSpPr>
        <p:grpSpPr>
          <a:xfrm>
            <a:off x="7596188" y="6021388"/>
            <a:ext cx="1368425" cy="647700"/>
            <a:chOff x="2971" y="3113"/>
            <a:chExt cx="1043" cy="499"/>
          </a:xfrm>
        </p:grpSpPr>
        <p:sp>
          <p:nvSpPr>
            <p:cNvPr id="60429" name="Oval 31"/>
            <p:cNvSpPr/>
            <p:nvPr/>
          </p:nvSpPr>
          <p:spPr>
            <a:xfrm>
              <a:off x="2971" y="3113"/>
              <a:ext cx="1043" cy="499"/>
            </a:xfrm>
            <a:prstGeom prst="ellipse">
              <a:avLst/>
            </a:prstGeom>
            <a:gradFill rotWithShape="0">
              <a:gsLst>
                <a:gs pos="0">
                  <a:srgbClr val="3366FF"/>
                </a:gs>
                <a:gs pos="50000">
                  <a:srgbClr val="7799FF"/>
                </a:gs>
                <a:gs pos="100000">
                  <a:srgbClr val="3366FF"/>
                </a:gs>
              </a:gsLst>
              <a:lin ang="5400000" scaled="1"/>
              <a:tileRect/>
            </a:gradFill>
            <a:ln w="28575" cap="sq" cmpd="sng">
              <a:solidFill>
                <a:srgbClr val="0033CC"/>
              </a:solidFill>
              <a:prstDash val="solid"/>
              <a:headEnd type="none" w="med" len="med"/>
              <a:tailEnd type="none" w="med" len="med"/>
            </a:ln>
            <a:effectLst>
              <a:prstShdw prst="shdw17" dist="17961" dir="2699999">
                <a:schemeClr val="bg2"/>
              </a:prstShdw>
            </a:effectLst>
          </p:spPr>
          <p:txBody>
            <a:bodyPr wrap="none" anchor="ctr" anchorCtr="0"/>
            <a:p>
              <a:endParaRPr lang="zh-CN" altLang="en-US" dirty="0">
                <a:latin typeface="Arial" panose="020B0604020202020204" pitchFamily="34" charset="0"/>
              </a:endParaRPr>
            </a:p>
          </p:txBody>
        </p:sp>
        <p:sp>
          <p:nvSpPr>
            <p:cNvPr id="60430" name="Oval 32">
              <a:hlinkClick r:id="" action="ppaction://hlinkshowjump?jump=endshow"/>
            </p:cNvPr>
            <p:cNvSpPr/>
            <p:nvPr/>
          </p:nvSpPr>
          <p:spPr>
            <a:xfrm>
              <a:off x="3016" y="3158"/>
              <a:ext cx="953" cy="408"/>
            </a:xfrm>
            <a:prstGeom prst="ellipse">
              <a:avLst/>
            </a:prstGeom>
            <a:gradFill rotWithShape="0">
              <a:gsLst>
                <a:gs pos="0">
                  <a:srgbClr val="0033CC"/>
                </a:gs>
                <a:gs pos="50000">
                  <a:srgbClr val="87DAED"/>
                </a:gs>
                <a:gs pos="100000">
                  <a:srgbClr val="0033CC"/>
                </a:gs>
              </a:gsLst>
              <a:lin ang="5400000" scaled="1"/>
              <a:tileRect/>
            </a:gradFill>
            <a:ln w="28575" cap="sq" cmpd="sng">
              <a:solidFill>
                <a:srgbClr val="0033CC"/>
              </a:solidFill>
              <a:prstDash val="solid"/>
              <a:headEnd type="none" w="med" len="med"/>
              <a:tailEnd type="none" w="med" len="med"/>
            </a:ln>
            <a:effectLst>
              <a:prstShdw prst="shdw17" dist="17961" dir="2699999">
                <a:schemeClr val="bg2"/>
              </a:prstShdw>
            </a:effectLst>
          </p:spPr>
          <p:txBody>
            <a:bodyPr wrap="none" anchor="ctr" anchorCtr="0"/>
            <a:p>
              <a:pPr algn="ctr"/>
              <a:r>
                <a:rPr lang="zh-CN" altLang="en-US" sz="2800" dirty="0">
                  <a:solidFill>
                    <a:srgbClr val="CC0000"/>
                  </a:solidFill>
                  <a:latin typeface="Arial" panose="020B0604020202020204" pitchFamily="34" charset="0"/>
                  <a:ea typeface="隶书" panose="02010509060101010101" pitchFamily="49" charset="-122"/>
                </a:rPr>
                <a:t>首 页</a:t>
              </a:r>
              <a:endParaRPr lang="zh-CN" altLang="en-US" sz="2800" dirty="0">
                <a:solidFill>
                  <a:srgbClr val="CC0000"/>
                </a:solidFill>
                <a:latin typeface="Arial" panose="020B0604020202020204" pitchFamily="34" charset="0"/>
                <a:ea typeface="隶书" panose="02010509060101010101" pitchFamily="49" charset="-122"/>
              </a:endParaRPr>
            </a:p>
          </p:txBody>
        </p:sp>
      </p:grpSp>
      <p:grpSp>
        <p:nvGrpSpPr>
          <p:cNvPr id="8" name="Group 33"/>
          <p:cNvGrpSpPr/>
          <p:nvPr/>
        </p:nvGrpSpPr>
        <p:grpSpPr>
          <a:xfrm>
            <a:off x="3203575" y="1412875"/>
            <a:ext cx="3024188" cy="1079500"/>
            <a:chOff x="1928" y="890"/>
            <a:chExt cx="1905" cy="680"/>
          </a:xfrm>
        </p:grpSpPr>
        <p:pic>
          <p:nvPicPr>
            <p:cNvPr id="60426" name="Picture 34" descr="GEL Oval MS-blue"/>
            <p:cNvPicPr preferRelativeResize="0"/>
            <p:nvPr/>
          </p:nvPicPr>
          <p:blipFill>
            <a:blip r:embed="rId8"/>
            <a:stretch>
              <a:fillRect/>
            </a:stretch>
          </p:blipFill>
          <p:spPr>
            <a:xfrm>
              <a:off x="1928" y="890"/>
              <a:ext cx="1905" cy="680"/>
            </a:xfrm>
            <a:prstGeom prst="rect">
              <a:avLst/>
            </a:prstGeom>
            <a:noFill/>
            <a:ln w="9525">
              <a:noFill/>
            </a:ln>
          </p:spPr>
        </p:pic>
        <p:pic>
          <p:nvPicPr>
            <p:cNvPr id="60427" name="Picture 35" descr="GEL Oval MS-yellow">
              <a:hlinkClick r:id="rId9" action="ppaction://hlinksldjump"/>
            </p:cNvPr>
            <p:cNvPicPr/>
            <p:nvPr/>
          </p:nvPicPr>
          <p:blipFill>
            <a:blip r:embed="rId10"/>
            <a:stretch>
              <a:fillRect/>
            </a:stretch>
          </p:blipFill>
          <p:spPr>
            <a:xfrm>
              <a:off x="2018" y="981"/>
              <a:ext cx="1715" cy="499"/>
            </a:xfrm>
            <a:prstGeom prst="rect">
              <a:avLst/>
            </a:prstGeom>
            <a:noFill/>
            <a:ln w="9525">
              <a:noFill/>
            </a:ln>
          </p:spPr>
        </p:pic>
        <p:sp>
          <p:nvSpPr>
            <p:cNvPr id="60428" name="Text Box 36" descr="斜纹布">
              <a:hlinkClick r:id="rId9" action="ppaction://hlinksldjump"/>
            </p:cNvPr>
            <p:cNvSpPr txBox="1"/>
            <p:nvPr/>
          </p:nvSpPr>
          <p:spPr>
            <a:xfrm>
              <a:off x="2291" y="1062"/>
              <a:ext cx="1238" cy="368"/>
            </a:xfrm>
            <a:prstGeom prst="rect">
              <a:avLst/>
            </a:prstGeom>
            <a:noFill/>
            <a:ln w="28575">
              <a:noFill/>
            </a:ln>
            <a:effectLst>
              <a:prstShdw prst="shdw17" dist="17961" dir="2699999">
                <a:schemeClr val="bg2"/>
              </a:prstShdw>
            </a:effectLst>
          </p:spPr>
          <p:txBody>
            <a:bodyPr>
              <a:spAutoFit/>
            </a:bodyPr>
            <a:p>
              <a:pPr algn="ctr">
                <a:spcBef>
                  <a:spcPct val="50000"/>
                </a:spcBef>
              </a:pPr>
              <a:r>
                <a:rPr lang="zh-CN" altLang="en-US" dirty="0">
                  <a:solidFill>
                    <a:srgbClr val="CC0000"/>
                  </a:solidFill>
                  <a:latin typeface="Times New Roman" panose="02020603050405020304" pitchFamily="18" charset="0"/>
                </a:rPr>
                <a:t>本章内容</a:t>
              </a:r>
              <a:endParaRPr lang="en-US" altLang="zh-CN" dirty="0">
                <a:solidFill>
                  <a:srgbClr val="CC0000"/>
                </a:solidFill>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106500"/>
                                        </p:tgtEl>
                                        <p:attrNameLst>
                                          <p:attrName>style.visibility</p:attrName>
                                        </p:attrNameLst>
                                      </p:cBhvr>
                                      <p:to>
                                        <p:strVal val="visible"/>
                                      </p:to>
                                    </p:set>
                                    <p:anim calcmode="lin" valueType="num">
                                      <p:cBhvr additive="base">
                                        <p:cTn id="7" dur="500" fill="hold"/>
                                        <p:tgtEl>
                                          <p:spTgt spid="106500"/>
                                        </p:tgtEl>
                                        <p:attrNameLst>
                                          <p:attrName>ppt_x</p:attrName>
                                        </p:attrNameLst>
                                      </p:cBhvr>
                                      <p:tavLst>
                                        <p:tav tm="0">
                                          <p:val>
                                            <p:strVal val="0-#ppt_w/2"/>
                                          </p:val>
                                        </p:tav>
                                        <p:tav tm="100000">
                                          <p:val>
                                            <p:strVal val="#ppt_x"/>
                                          </p:val>
                                        </p:tav>
                                      </p:tavLst>
                                    </p:anim>
                                    <p:anim calcmode="lin" valueType="num">
                                      <p:cBhvr additive="base">
                                        <p:cTn id="8" dur="500" fill="hold"/>
                                        <p:tgtEl>
                                          <p:spTgt spid="106500"/>
                                        </p:tgtEl>
                                        <p:attrNameLst>
                                          <p:attrName>ppt_y</p:attrName>
                                        </p:attrNameLst>
                                      </p:cBhvr>
                                      <p:tavLst>
                                        <p:tav tm="0">
                                          <p:val>
                                            <p:strVal val="0-#ppt_h/2"/>
                                          </p:val>
                                        </p:tav>
                                        <p:tav tm="100000">
                                          <p:val>
                                            <p:strVal val="#ppt_y"/>
                                          </p:val>
                                        </p:tav>
                                      </p:tavLst>
                                    </p:anim>
                                  </p:childTnLst>
                                </p:cTn>
                              </p:par>
                              <p:par>
                                <p:cTn id="9" presetID="2" presetClass="entr" presetSubtype="8" fill="hold" nodeType="withEffect">
                                  <p:stCondLst>
                                    <p:cond delay="80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0-#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80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0-#ppt_w/2"/>
                                          </p:val>
                                        </p:tav>
                                        <p:tav tm="100000">
                                          <p:val>
                                            <p:strVal val="#ppt_x"/>
                                          </p:val>
                                        </p:tav>
                                      </p:tavLst>
                                    </p:anim>
                                    <p:anim calcmode="lin" valueType="num">
                                      <p:cBhvr additive="base">
                                        <p:cTn id="16" dur="500" fill="hold"/>
                                        <p:tgtEl>
                                          <p:spTgt spid="3"/>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80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0-#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80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0-#ppt_w/2"/>
                                          </p:val>
                                        </p:tav>
                                        <p:tav tm="100000">
                                          <p:val>
                                            <p:strVal val="#ppt_x"/>
                                          </p:val>
                                        </p:tav>
                                      </p:tavLst>
                                    </p:anim>
                                    <p:anim calcmode="lin" valueType="num">
                                      <p:cBhvr additive="base">
                                        <p:cTn id="24" dur="500" fill="hold"/>
                                        <p:tgtEl>
                                          <p:spTgt spid="5"/>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stCondLst>
                                    <p:cond delay="80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0-#ppt_w/2"/>
                                          </p:val>
                                        </p:tav>
                                        <p:tav tm="100000">
                                          <p:val>
                                            <p:strVal val="#ppt_x"/>
                                          </p:val>
                                        </p:tav>
                                      </p:tavLst>
                                    </p:anim>
                                    <p:anim calcmode="lin" valueType="num">
                                      <p:cBhvr additive="base">
                                        <p:cTn id="28" dur="500" fill="hold"/>
                                        <p:tgtEl>
                                          <p:spTgt spid="6"/>
                                        </p:tgtEl>
                                        <p:attrNameLst>
                                          <p:attrName>ppt_y</p:attrName>
                                        </p:attrNameLst>
                                      </p:cBhvr>
                                      <p:tavLst>
                                        <p:tav tm="0">
                                          <p:val>
                                            <p:strVal val="#ppt_y"/>
                                          </p:val>
                                        </p:tav>
                                        <p:tav tm="100000">
                                          <p:val>
                                            <p:strVal val="#ppt_y"/>
                                          </p:val>
                                        </p:tav>
                                      </p:tavLst>
                                    </p:anim>
                                  </p:childTnLst>
                                </p:cTn>
                              </p:par>
                            </p:childTnLst>
                          </p:cTn>
                        </p:par>
                        <p:par>
                          <p:cTn id="29" fill="hold">
                            <p:stCondLst>
                              <p:cond delay="500"/>
                            </p:stCondLst>
                            <p:childTnLst>
                              <p:par>
                                <p:cTn id="30" presetID="49" presetClass="entr" presetSubtype="0" decel="100000" fill="hold" nodeType="afterEffect">
                                  <p:stCondLst>
                                    <p:cond delay="500"/>
                                  </p:stCondLst>
                                  <p:childTnLst>
                                    <p:set>
                                      <p:cBhvr>
                                        <p:cTn id="31" dur="1" fill="hold">
                                          <p:stCondLst>
                                            <p:cond delay="0"/>
                                          </p:stCondLst>
                                        </p:cTn>
                                        <p:tgtEl>
                                          <p:spTgt spid="8"/>
                                        </p:tgtEl>
                                        <p:attrNameLst>
                                          <p:attrName>style.visibility</p:attrName>
                                        </p:attrNameLst>
                                      </p:cBhvr>
                                      <p:to>
                                        <p:strVal val="visible"/>
                                      </p:to>
                                    </p:set>
                                    <p:anim calcmode="lin" valueType="num">
                                      <p:cBhvr>
                                        <p:cTn id="32" dur="500" fill="hold"/>
                                        <p:tgtEl>
                                          <p:spTgt spid="8"/>
                                        </p:tgtEl>
                                        <p:attrNameLst>
                                          <p:attrName>ppt_w</p:attrName>
                                        </p:attrNameLst>
                                      </p:cBhvr>
                                      <p:tavLst>
                                        <p:tav tm="0">
                                          <p:val>
                                            <p:fltVal val="0.000000"/>
                                          </p:val>
                                        </p:tav>
                                        <p:tav tm="100000">
                                          <p:val>
                                            <p:strVal val="#ppt_w"/>
                                          </p:val>
                                        </p:tav>
                                      </p:tavLst>
                                    </p:anim>
                                    <p:anim calcmode="lin" valueType="num">
                                      <p:cBhvr>
                                        <p:cTn id="33" dur="500" fill="hold"/>
                                        <p:tgtEl>
                                          <p:spTgt spid="8"/>
                                        </p:tgtEl>
                                        <p:attrNameLst>
                                          <p:attrName>ppt_h</p:attrName>
                                        </p:attrNameLst>
                                      </p:cBhvr>
                                      <p:tavLst>
                                        <p:tav tm="0">
                                          <p:val>
                                            <p:fltVal val="0.000000"/>
                                          </p:val>
                                        </p:tav>
                                        <p:tav tm="100000">
                                          <p:val>
                                            <p:strVal val="#ppt_h"/>
                                          </p:val>
                                        </p:tav>
                                      </p:tavLst>
                                    </p:anim>
                                    <p:anim calcmode="lin" valueType="num">
                                      <p:cBhvr>
                                        <p:cTn id="34" dur="500" fill="hold"/>
                                        <p:tgtEl>
                                          <p:spTgt spid="8"/>
                                        </p:tgtEl>
                                        <p:attrNameLst>
                                          <p:attrName>style.rotation</p:attrName>
                                        </p:attrNameLst>
                                      </p:cBhvr>
                                      <p:tavLst>
                                        <p:tav tm="0">
                                          <p:val>
                                            <p:fltVal val="360.000000"/>
                                          </p:val>
                                        </p:tav>
                                        <p:tav tm="100000">
                                          <p:val>
                                            <p:fltVal val="0.000000"/>
                                          </p:val>
                                        </p:tav>
                                      </p:tavLst>
                                    </p:anim>
                                    <p:animEffect transition="in" filter="fade">
                                      <p:cBhvr>
                                        <p:cTn id="35" dur="500"/>
                                        <p:tgtEl>
                                          <p:spTgt spid="8"/>
                                        </p:tgtEl>
                                      </p:cBhvr>
                                    </p:animEffect>
                                  </p:childTnLst>
                                </p:cTn>
                              </p:par>
                            </p:childTnLst>
                          </p:cTn>
                        </p:par>
                        <p:par>
                          <p:cTn id="36" fill="hold">
                            <p:stCondLst>
                              <p:cond delay="1500"/>
                            </p:stCondLst>
                            <p:childTnLst>
                              <p:par>
                                <p:cTn id="37" presetID="55" presetClass="entr" presetSubtype="0" fill="hold" nodeType="after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p:cTn id="39" dur="500" fill="hold"/>
                                        <p:tgtEl>
                                          <p:spTgt spid="7"/>
                                        </p:tgtEl>
                                        <p:attrNameLst>
                                          <p:attrName>ppt_w</p:attrName>
                                        </p:attrNameLst>
                                      </p:cBhvr>
                                      <p:tavLst>
                                        <p:tav tm="0">
                                          <p:val>
                                            <p:strVal val="#ppt_w*0.70"/>
                                          </p:val>
                                        </p:tav>
                                        <p:tav tm="100000">
                                          <p:val>
                                            <p:strVal val="#ppt_w"/>
                                          </p:val>
                                        </p:tav>
                                      </p:tavLst>
                                    </p:anim>
                                    <p:anim calcmode="lin" valueType="num">
                                      <p:cBhvr>
                                        <p:cTn id="40" dur="500" fill="hold"/>
                                        <p:tgtEl>
                                          <p:spTgt spid="7"/>
                                        </p:tgtEl>
                                        <p:attrNameLst>
                                          <p:attrName>ppt_h</p:attrName>
                                        </p:attrNameLst>
                                      </p:cBhvr>
                                      <p:tavLst>
                                        <p:tav tm="0">
                                          <p:val>
                                            <p:strVal val="#ppt_h"/>
                                          </p:val>
                                        </p:tav>
                                        <p:tav tm="100000">
                                          <p:val>
                                            <p:strVal val="#ppt_h"/>
                                          </p:val>
                                        </p:tav>
                                      </p:tavLst>
                                    </p:anim>
                                    <p:animEffect transition="in" filter="fade">
                                      <p:cBhvr>
                                        <p:cTn id="4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9" name="Text Box 3"/>
          <p:cNvSpPr txBox="1"/>
          <p:nvPr/>
        </p:nvSpPr>
        <p:spPr>
          <a:xfrm>
            <a:off x="900113" y="1196975"/>
            <a:ext cx="1468437" cy="579438"/>
          </a:xfrm>
          <a:prstGeom prst="rect">
            <a:avLst/>
          </a:prstGeom>
          <a:solidFill>
            <a:srgbClr val="FF3300"/>
          </a:solidFill>
          <a:ln w="9525">
            <a:noFill/>
          </a:ln>
        </p:spPr>
        <p:txBody>
          <a:bodyPr>
            <a:spAutoFit/>
          </a:bodyPr>
          <a:p>
            <a:pPr>
              <a:spcBef>
                <a:spcPct val="50000"/>
              </a:spcBef>
              <a:buFont typeface="Wingdings" panose="05000000000000000000" pitchFamily="2" charset="2"/>
              <a:buChar char="l"/>
            </a:pPr>
            <a:r>
              <a:rPr lang="zh-CN" altLang="en-US" dirty="0">
                <a:solidFill>
                  <a:schemeClr val="bg1"/>
                </a:solidFill>
                <a:latin typeface="楷体_GB2312" pitchFamily="49" charset="-122"/>
              </a:rPr>
              <a:t>重点</a:t>
            </a:r>
            <a:endParaRPr lang="zh-CN" altLang="en-US" dirty="0">
              <a:solidFill>
                <a:schemeClr val="bg1"/>
              </a:solidFill>
              <a:latin typeface="楷体_GB2312" pitchFamily="49" charset="-122"/>
            </a:endParaRPr>
          </a:p>
        </p:txBody>
      </p:sp>
      <p:sp>
        <p:nvSpPr>
          <p:cNvPr id="101380" name="Text Box 4"/>
          <p:cNvSpPr txBox="1"/>
          <p:nvPr/>
        </p:nvSpPr>
        <p:spPr>
          <a:xfrm>
            <a:off x="1331913" y="2205038"/>
            <a:ext cx="6459537" cy="641350"/>
          </a:xfrm>
          <a:prstGeom prst="rect">
            <a:avLst/>
          </a:prstGeom>
          <a:noFill/>
          <a:ln w="9525">
            <a:noFill/>
          </a:ln>
        </p:spPr>
        <p:txBody>
          <a:bodyPr>
            <a:spAutoFit/>
          </a:bodyPr>
          <a:p>
            <a:pPr>
              <a:spcBef>
                <a:spcPct val="50000"/>
              </a:spcBef>
            </a:pPr>
            <a:r>
              <a:rPr lang="en-US" altLang="zh-CN" sz="3600" dirty="0">
                <a:latin typeface="楷体_GB2312" pitchFamily="49" charset="-122"/>
              </a:rPr>
              <a:t> 1.</a:t>
            </a:r>
            <a:r>
              <a:rPr lang="zh-CN" altLang="en-US" sz="3600" dirty="0">
                <a:latin typeface="楷体_GB2312" pitchFamily="49" charset="-122"/>
              </a:rPr>
              <a:t>三相电路的基本概念</a:t>
            </a:r>
            <a:endParaRPr lang="zh-CN" altLang="en-US" sz="3600" dirty="0">
              <a:latin typeface="楷体_GB2312" pitchFamily="49" charset="-122"/>
            </a:endParaRPr>
          </a:p>
        </p:txBody>
      </p:sp>
      <p:sp>
        <p:nvSpPr>
          <p:cNvPr id="101381" name="Text Box 5"/>
          <p:cNvSpPr txBox="1"/>
          <p:nvPr/>
        </p:nvSpPr>
        <p:spPr>
          <a:xfrm>
            <a:off x="1331913" y="2997200"/>
            <a:ext cx="6459537" cy="641350"/>
          </a:xfrm>
          <a:prstGeom prst="rect">
            <a:avLst/>
          </a:prstGeom>
          <a:noFill/>
          <a:ln w="9525">
            <a:noFill/>
          </a:ln>
        </p:spPr>
        <p:txBody>
          <a:bodyPr>
            <a:spAutoFit/>
          </a:bodyPr>
          <a:p>
            <a:pPr>
              <a:spcBef>
                <a:spcPct val="50000"/>
              </a:spcBef>
            </a:pPr>
            <a:r>
              <a:rPr lang="en-US" altLang="zh-CN" sz="3600" dirty="0">
                <a:latin typeface="楷体_GB2312" pitchFamily="49" charset="-122"/>
              </a:rPr>
              <a:t> 2.</a:t>
            </a:r>
            <a:r>
              <a:rPr lang="zh-CN" altLang="en-US" sz="3600" dirty="0">
                <a:latin typeface="楷体_GB2312" pitchFamily="49" charset="-122"/>
              </a:rPr>
              <a:t>对称三相电路的分析</a:t>
            </a:r>
            <a:endParaRPr lang="zh-CN" altLang="en-US" sz="3600" dirty="0">
              <a:latin typeface="楷体_GB2312" pitchFamily="49" charset="-122"/>
            </a:endParaRPr>
          </a:p>
        </p:txBody>
      </p:sp>
      <p:sp>
        <p:nvSpPr>
          <p:cNvPr id="101382" name="Text Box 6"/>
          <p:cNvSpPr txBox="1"/>
          <p:nvPr/>
        </p:nvSpPr>
        <p:spPr>
          <a:xfrm>
            <a:off x="1331913" y="3860800"/>
            <a:ext cx="6459537" cy="641350"/>
          </a:xfrm>
          <a:prstGeom prst="rect">
            <a:avLst/>
          </a:prstGeom>
          <a:noFill/>
          <a:ln w="9525">
            <a:noFill/>
          </a:ln>
        </p:spPr>
        <p:txBody>
          <a:bodyPr>
            <a:spAutoFit/>
          </a:bodyPr>
          <a:p>
            <a:pPr>
              <a:spcBef>
                <a:spcPct val="50000"/>
              </a:spcBef>
            </a:pPr>
            <a:r>
              <a:rPr lang="en-US" altLang="zh-CN" sz="3600" dirty="0">
                <a:latin typeface="楷体_GB2312" pitchFamily="49" charset="-122"/>
              </a:rPr>
              <a:t> 3.</a:t>
            </a:r>
            <a:r>
              <a:rPr lang="zh-CN" altLang="en-US" sz="3600" dirty="0">
                <a:latin typeface="楷体_GB2312" pitchFamily="49" charset="-122"/>
              </a:rPr>
              <a:t>不对称三相电路的概念</a:t>
            </a:r>
            <a:endParaRPr lang="zh-CN" altLang="en-US" sz="3600" dirty="0">
              <a:latin typeface="楷体_GB2312" pitchFamily="49" charset="-122"/>
            </a:endParaRPr>
          </a:p>
        </p:txBody>
      </p:sp>
      <p:sp>
        <p:nvSpPr>
          <p:cNvPr id="101383" name="Text Box 7"/>
          <p:cNvSpPr txBox="1"/>
          <p:nvPr/>
        </p:nvSpPr>
        <p:spPr>
          <a:xfrm>
            <a:off x="1403350" y="4724400"/>
            <a:ext cx="6459538" cy="641350"/>
          </a:xfrm>
          <a:prstGeom prst="rect">
            <a:avLst/>
          </a:prstGeom>
          <a:noFill/>
          <a:ln w="9525">
            <a:noFill/>
          </a:ln>
        </p:spPr>
        <p:txBody>
          <a:bodyPr>
            <a:spAutoFit/>
          </a:bodyPr>
          <a:p>
            <a:pPr>
              <a:spcBef>
                <a:spcPct val="50000"/>
              </a:spcBef>
            </a:pPr>
            <a:r>
              <a:rPr lang="en-US" altLang="zh-CN" sz="3600" dirty="0">
                <a:latin typeface="楷体_GB2312" pitchFamily="49" charset="-122"/>
              </a:rPr>
              <a:t> 4.</a:t>
            </a:r>
            <a:r>
              <a:rPr lang="zh-CN" altLang="en-US" sz="3600" dirty="0">
                <a:latin typeface="楷体_GB2312" pitchFamily="49" charset="-122"/>
              </a:rPr>
              <a:t>三相电路的功率</a:t>
            </a:r>
            <a:endParaRPr lang="zh-CN" altLang="en-US" sz="3600" dirty="0">
              <a:latin typeface="楷体_GB2312" pitchFamily="49" charset="-122"/>
            </a:endParaRPr>
          </a:p>
        </p:txBody>
      </p:sp>
      <p:grpSp>
        <p:nvGrpSpPr>
          <p:cNvPr id="61447" name="Group 17"/>
          <p:cNvGrpSpPr/>
          <p:nvPr/>
        </p:nvGrpSpPr>
        <p:grpSpPr>
          <a:xfrm>
            <a:off x="8316913" y="6445250"/>
            <a:ext cx="792162" cy="366713"/>
            <a:chOff x="5193" y="4020"/>
            <a:chExt cx="499" cy="231"/>
          </a:xfrm>
        </p:grpSpPr>
        <p:pic>
          <p:nvPicPr>
            <p:cNvPr id="61448" name="Picture 18"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61449" name="Text Box 19">
              <a:hlinkClick r:id="" action="ppaction://noaction"/>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01379"/>
                                        </p:tgtEl>
                                        <p:attrNameLst>
                                          <p:attrName>style.visibility</p:attrName>
                                        </p:attrNameLst>
                                      </p:cBhvr>
                                      <p:to>
                                        <p:strVal val="visible"/>
                                      </p:to>
                                    </p:set>
                                    <p:anim calcmode="lin" valueType="num">
                                      <p:cBhvr additive="base">
                                        <p:cTn id="7" dur="500" fill="hold"/>
                                        <p:tgtEl>
                                          <p:spTgt spid="101379"/>
                                        </p:tgtEl>
                                        <p:attrNameLst>
                                          <p:attrName>ppt_x</p:attrName>
                                        </p:attrNameLst>
                                      </p:cBhvr>
                                      <p:tavLst>
                                        <p:tav tm="0">
                                          <p:val>
                                            <p:strVal val="0-#ppt_w/2"/>
                                          </p:val>
                                        </p:tav>
                                        <p:tav tm="100000">
                                          <p:val>
                                            <p:strVal val="#ppt_x"/>
                                          </p:val>
                                        </p:tav>
                                      </p:tavLst>
                                    </p:anim>
                                    <p:anim calcmode="lin" valueType="num">
                                      <p:cBhvr additive="base">
                                        <p:cTn id="8" dur="500" fill="hold"/>
                                        <p:tgtEl>
                                          <p:spTgt spid="10137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01380"/>
                                        </p:tgtEl>
                                        <p:attrNameLst>
                                          <p:attrName>style.visibility</p:attrName>
                                        </p:attrNameLst>
                                      </p:cBhvr>
                                      <p:to>
                                        <p:strVal val="visible"/>
                                      </p:to>
                                    </p:set>
                                    <p:anim calcmode="lin" valueType="num">
                                      <p:cBhvr>
                                        <p:cTn id="13" dur="1000" fill="hold"/>
                                        <p:tgtEl>
                                          <p:spTgt spid="101380"/>
                                        </p:tgtEl>
                                        <p:attrNameLst>
                                          <p:attrName>ppt_w</p:attrName>
                                        </p:attrNameLst>
                                      </p:cBhvr>
                                      <p:tavLst>
                                        <p:tav tm="0">
                                          <p:val>
                                            <p:fltVal val="0.000000"/>
                                          </p:val>
                                        </p:tav>
                                        <p:tav tm="100000">
                                          <p:val>
                                            <p:strVal val="#ppt_w"/>
                                          </p:val>
                                        </p:tav>
                                      </p:tavLst>
                                    </p:anim>
                                    <p:anim calcmode="lin" valueType="num">
                                      <p:cBhvr>
                                        <p:cTn id="14" dur="1000" fill="hold"/>
                                        <p:tgtEl>
                                          <p:spTgt spid="101380"/>
                                        </p:tgtEl>
                                        <p:attrNameLst>
                                          <p:attrName>ppt_h</p:attrName>
                                        </p:attrNameLst>
                                      </p:cBhvr>
                                      <p:tavLst>
                                        <p:tav tm="0">
                                          <p:val>
                                            <p:fltVal val="0.000000"/>
                                          </p:val>
                                        </p:tav>
                                        <p:tav tm="100000">
                                          <p:val>
                                            <p:strVal val="#ppt_h"/>
                                          </p:val>
                                        </p:tav>
                                      </p:tavLst>
                                    </p:anim>
                                  </p:childTnLst>
                                </p:cTn>
                              </p:par>
                            </p:childTnLst>
                          </p:cTn>
                        </p:par>
                        <p:par>
                          <p:cTn id="15" fill="hold">
                            <p:stCondLst>
                              <p:cond delay="1000"/>
                            </p:stCondLst>
                            <p:childTnLst>
                              <p:par>
                                <p:cTn id="16" presetID="23" presetClass="entr" presetSubtype="16" fill="hold" grpId="0" nodeType="afterEffect">
                                  <p:stCondLst>
                                    <p:cond delay="0"/>
                                  </p:stCondLst>
                                  <p:childTnLst>
                                    <p:set>
                                      <p:cBhvr>
                                        <p:cTn id="17" dur="1" fill="hold">
                                          <p:stCondLst>
                                            <p:cond delay="0"/>
                                          </p:stCondLst>
                                        </p:cTn>
                                        <p:tgtEl>
                                          <p:spTgt spid="101381"/>
                                        </p:tgtEl>
                                        <p:attrNameLst>
                                          <p:attrName>style.visibility</p:attrName>
                                        </p:attrNameLst>
                                      </p:cBhvr>
                                      <p:to>
                                        <p:strVal val="visible"/>
                                      </p:to>
                                    </p:set>
                                    <p:anim calcmode="lin" valueType="num">
                                      <p:cBhvr>
                                        <p:cTn id="18" dur="1000" fill="hold"/>
                                        <p:tgtEl>
                                          <p:spTgt spid="101381"/>
                                        </p:tgtEl>
                                        <p:attrNameLst>
                                          <p:attrName>ppt_w</p:attrName>
                                        </p:attrNameLst>
                                      </p:cBhvr>
                                      <p:tavLst>
                                        <p:tav tm="0">
                                          <p:val>
                                            <p:fltVal val="0.000000"/>
                                          </p:val>
                                        </p:tav>
                                        <p:tav tm="100000">
                                          <p:val>
                                            <p:strVal val="#ppt_w"/>
                                          </p:val>
                                        </p:tav>
                                      </p:tavLst>
                                    </p:anim>
                                    <p:anim calcmode="lin" valueType="num">
                                      <p:cBhvr>
                                        <p:cTn id="19" dur="1000" fill="hold"/>
                                        <p:tgtEl>
                                          <p:spTgt spid="101381"/>
                                        </p:tgtEl>
                                        <p:attrNameLst>
                                          <p:attrName>ppt_h</p:attrName>
                                        </p:attrNameLst>
                                      </p:cBhvr>
                                      <p:tavLst>
                                        <p:tav tm="0">
                                          <p:val>
                                            <p:fltVal val="0.000000"/>
                                          </p:val>
                                        </p:tav>
                                        <p:tav tm="100000">
                                          <p:val>
                                            <p:strVal val="#ppt_h"/>
                                          </p:val>
                                        </p:tav>
                                      </p:tavLst>
                                    </p:anim>
                                  </p:childTnLst>
                                </p:cTn>
                              </p:par>
                            </p:childTnLst>
                          </p:cTn>
                        </p:par>
                        <p:par>
                          <p:cTn id="20" fill="hold">
                            <p:stCondLst>
                              <p:cond delay="2000"/>
                            </p:stCondLst>
                            <p:childTnLst>
                              <p:par>
                                <p:cTn id="21" presetID="23" presetClass="entr" presetSubtype="16" fill="hold" grpId="0" nodeType="afterEffect">
                                  <p:stCondLst>
                                    <p:cond delay="0"/>
                                  </p:stCondLst>
                                  <p:childTnLst>
                                    <p:set>
                                      <p:cBhvr>
                                        <p:cTn id="22" dur="1" fill="hold">
                                          <p:stCondLst>
                                            <p:cond delay="0"/>
                                          </p:stCondLst>
                                        </p:cTn>
                                        <p:tgtEl>
                                          <p:spTgt spid="101382"/>
                                        </p:tgtEl>
                                        <p:attrNameLst>
                                          <p:attrName>style.visibility</p:attrName>
                                        </p:attrNameLst>
                                      </p:cBhvr>
                                      <p:to>
                                        <p:strVal val="visible"/>
                                      </p:to>
                                    </p:set>
                                    <p:anim calcmode="lin" valueType="num">
                                      <p:cBhvr>
                                        <p:cTn id="23" dur="1000" fill="hold"/>
                                        <p:tgtEl>
                                          <p:spTgt spid="101382"/>
                                        </p:tgtEl>
                                        <p:attrNameLst>
                                          <p:attrName>ppt_w</p:attrName>
                                        </p:attrNameLst>
                                      </p:cBhvr>
                                      <p:tavLst>
                                        <p:tav tm="0">
                                          <p:val>
                                            <p:fltVal val="0.000000"/>
                                          </p:val>
                                        </p:tav>
                                        <p:tav tm="100000">
                                          <p:val>
                                            <p:strVal val="#ppt_w"/>
                                          </p:val>
                                        </p:tav>
                                      </p:tavLst>
                                    </p:anim>
                                    <p:anim calcmode="lin" valueType="num">
                                      <p:cBhvr>
                                        <p:cTn id="24" dur="1000" fill="hold"/>
                                        <p:tgtEl>
                                          <p:spTgt spid="101382"/>
                                        </p:tgtEl>
                                        <p:attrNameLst>
                                          <p:attrName>ppt_h</p:attrName>
                                        </p:attrNameLst>
                                      </p:cBhvr>
                                      <p:tavLst>
                                        <p:tav tm="0">
                                          <p:val>
                                            <p:fltVal val="0.000000"/>
                                          </p:val>
                                        </p:tav>
                                        <p:tav tm="100000">
                                          <p:val>
                                            <p:strVal val="#ppt_h"/>
                                          </p:val>
                                        </p:tav>
                                      </p:tavLst>
                                    </p:anim>
                                  </p:childTnLst>
                                </p:cTn>
                              </p:par>
                            </p:childTnLst>
                          </p:cTn>
                        </p:par>
                        <p:par>
                          <p:cTn id="25" fill="hold">
                            <p:stCondLst>
                              <p:cond delay="3000"/>
                            </p:stCondLst>
                            <p:childTnLst>
                              <p:par>
                                <p:cTn id="26" presetID="23" presetClass="entr" presetSubtype="16" fill="hold" grpId="0" nodeType="afterEffect">
                                  <p:stCondLst>
                                    <p:cond delay="0"/>
                                  </p:stCondLst>
                                  <p:childTnLst>
                                    <p:set>
                                      <p:cBhvr>
                                        <p:cTn id="27" dur="1" fill="hold">
                                          <p:stCondLst>
                                            <p:cond delay="0"/>
                                          </p:stCondLst>
                                        </p:cTn>
                                        <p:tgtEl>
                                          <p:spTgt spid="101383"/>
                                        </p:tgtEl>
                                        <p:attrNameLst>
                                          <p:attrName>style.visibility</p:attrName>
                                        </p:attrNameLst>
                                      </p:cBhvr>
                                      <p:to>
                                        <p:strVal val="visible"/>
                                      </p:to>
                                    </p:set>
                                    <p:anim calcmode="lin" valueType="num">
                                      <p:cBhvr>
                                        <p:cTn id="28" dur="1000" fill="hold"/>
                                        <p:tgtEl>
                                          <p:spTgt spid="101383"/>
                                        </p:tgtEl>
                                        <p:attrNameLst>
                                          <p:attrName>ppt_w</p:attrName>
                                        </p:attrNameLst>
                                      </p:cBhvr>
                                      <p:tavLst>
                                        <p:tav tm="0">
                                          <p:val>
                                            <p:fltVal val="0.000000"/>
                                          </p:val>
                                        </p:tav>
                                        <p:tav tm="100000">
                                          <p:val>
                                            <p:strVal val="#ppt_w"/>
                                          </p:val>
                                        </p:tav>
                                      </p:tavLst>
                                    </p:anim>
                                    <p:anim calcmode="lin" valueType="num">
                                      <p:cBhvr>
                                        <p:cTn id="29" dur="1000" fill="hold"/>
                                        <p:tgtEl>
                                          <p:spTgt spid="101383"/>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9" grpId="0" animBg="1"/>
      <p:bldP spid="101380" grpId="0"/>
      <p:bldP spid="101381" grpId="0"/>
      <p:bldP spid="101382" grpId="0"/>
      <p:bldP spid="10138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Text Box 2"/>
          <p:cNvSpPr txBox="1"/>
          <p:nvPr/>
        </p:nvSpPr>
        <p:spPr>
          <a:xfrm>
            <a:off x="323850" y="1160463"/>
            <a:ext cx="8208963" cy="1260475"/>
          </a:xfrm>
          <a:prstGeom prst="rect">
            <a:avLst/>
          </a:prstGeom>
          <a:noFill/>
          <a:ln w="9525">
            <a:noFill/>
          </a:ln>
        </p:spPr>
        <p:txBody>
          <a:bodyPr>
            <a:spAutoFit/>
          </a:bodyPr>
          <a:p>
            <a:pPr>
              <a:lnSpc>
                <a:spcPct val="120000"/>
              </a:lnSpc>
              <a:spcBef>
                <a:spcPct val="50000"/>
              </a:spcBef>
            </a:pPr>
            <a:r>
              <a:rPr lang="en-US" altLang="zh-CN" sz="2800" dirty="0">
                <a:latin typeface="楷体_GB2312" pitchFamily="49" charset="-122"/>
              </a:rPr>
              <a:t>    </a:t>
            </a:r>
            <a:r>
              <a:rPr lang="zh-CN" altLang="en-US" sz="2800" dirty="0">
                <a:latin typeface="楷体_GB2312" pitchFamily="49" charset="-122"/>
              </a:rPr>
              <a:t>三相电路由三相电源、</a:t>
            </a:r>
            <a:r>
              <a:rPr lang="zh-CN" altLang="en-US" dirty="0">
                <a:latin typeface="Arial" panose="020B0604020202020204" pitchFamily="34" charset="0"/>
              </a:rPr>
              <a:t>三相负载和三相输电线路三部分组成。</a:t>
            </a:r>
            <a:endParaRPr lang="zh-CN" altLang="en-US" sz="2800" dirty="0">
              <a:latin typeface="楷体_GB2312" pitchFamily="49" charset="-122"/>
            </a:endParaRPr>
          </a:p>
        </p:txBody>
      </p:sp>
      <p:sp>
        <p:nvSpPr>
          <p:cNvPr id="35844" name="Text Box 4"/>
          <p:cNvSpPr txBox="1"/>
          <p:nvPr/>
        </p:nvSpPr>
        <p:spPr>
          <a:xfrm>
            <a:off x="539750" y="3332163"/>
            <a:ext cx="7416800" cy="519112"/>
          </a:xfrm>
          <a:prstGeom prst="rect">
            <a:avLst/>
          </a:prstGeom>
          <a:noFill/>
          <a:ln w="9525">
            <a:noFill/>
          </a:ln>
        </p:spPr>
        <p:txBody>
          <a:bodyPr>
            <a:spAutoFit/>
          </a:bodyPr>
          <a:p>
            <a:pPr marL="342900" indent="-342900">
              <a:spcBef>
                <a:spcPct val="50000"/>
              </a:spcBef>
              <a:buAutoNum type="circleNumDbPlain"/>
            </a:pPr>
            <a:r>
              <a:rPr lang="en-US" altLang="zh-CN" sz="2800" dirty="0">
                <a:latin typeface="楷体_GB2312" pitchFamily="49" charset="-122"/>
              </a:rPr>
              <a:t> </a:t>
            </a:r>
            <a:r>
              <a:rPr lang="zh-CN" altLang="en-US" sz="2800" dirty="0">
                <a:latin typeface="楷体_GB2312" pitchFamily="49" charset="-122"/>
              </a:rPr>
              <a:t>发电方面：比单项电源可提高功率</a:t>
            </a:r>
            <a:r>
              <a:rPr lang="en-US" altLang="zh-CN" sz="2800" b="0" dirty="0">
                <a:solidFill>
                  <a:schemeClr val="bg1"/>
                </a:solidFill>
                <a:latin typeface="Times New Roman" panose="02020603050405020304" pitchFamily="18" charset="0"/>
              </a:rPr>
              <a:t>50</a:t>
            </a:r>
            <a:r>
              <a:rPr lang="zh-CN" altLang="en-US" sz="2800" b="0" dirty="0">
                <a:solidFill>
                  <a:schemeClr val="bg1"/>
                </a:solidFill>
                <a:latin typeface="Times New Roman" panose="02020603050405020304" pitchFamily="18" charset="0"/>
              </a:rPr>
              <a:t>％</a:t>
            </a:r>
            <a:r>
              <a:rPr lang="zh-CN" altLang="en-US" sz="2800" b="0" dirty="0">
                <a:latin typeface="Times New Roman" panose="02020603050405020304" pitchFamily="18" charset="0"/>
              </a:rPr>
              <a:t>。</a:t>
            </a:r>
            <a:endParaRPr lang="zh-CN" altLang="en-US" sz="2800" b="0" dirty="0">
              <a:latin typeface="Times New Roman" panose="02020603050405020304" pitchFamily="18" charset="0"/>
            </a:endParaRPr>
          </a:p>
        </p:txBody>
      </p:sp>
      <p:sp>
        <p:nvSpPr>
          <p:cNvPr id="35845" name="Text Box 5"/>
          <p:cNvSpPr txBox="1"/>
          <p:nvPr/>
        </p:nvSpPr>
        <p:spPr>
          <a:xfrm>
            <a:off x="539750" y="3908425"/>
            <a:ext cx="7416800" cy="519113"/>
          </a:xfrm>
          <a:prstGeom prst="rect">
            <a:avLst/>
          </a:prstGeom>
          <a:noFill/>
          <a:ln w="9525">
            <a:noFill/>
          </a:ln>
        </p:spPr>
        <p:txBody>
          <a:bodyPr>
            <a:spAutoFit/>
          </a:bodyPr>
          <a:p>
            <a:pPr marL="342900" indent="-342900">
              <a:spcBef>
                <a:spcPct val="50000"/>
              </a:spcBef>
              <a:buAutoNum type="circleNumDbPlain" startAt="2"/>
            </a:pPr>
            <a:r>
              <a:rPr lang="en-US" altLang="zh-CN" sz="2800" dirty="0">
                <a:latin typeface="楷体_GB2312" pitchFamily="49" charset="-122"/>
              </a:rPr>
              <a:t> </a:t>
            </a:r>
            <a:r>
              <a:rPr lang="zh-CN" altLang="en-US" sz="2800" dirty="0">
                <a:latin typeface="楷体_GB2312" pitchFamily="49" charset="-122"/>
              </a:rPr>
              <a:t>输电方面：比单项输电节省钢材</a:t>
            </a:r>
            <a:r>
              <a:rPr lang="en-US" altLang="zh-CN" sz="2800" b="0" dirty="0">
                <a:solidFill>
                  <a:schemeClr val="bg1"/>
                </a:solidFill>
                <a:latin typeface="Times New Roman" panose="02020603050405020304" pitchFamily="18" charset="0"/>
              </a:rPr>
              <a:t>25</a:t>
            </a:r>
            <a:r>
              <a:rPr lang="zh-CN" altLang="en-US" sz="2800" b="0" dirty="0">
                <a:solidFill>
                  <a:schemeClr val="bg1"/>
                </a:solidFill>
                <a:latin typeface="Times New Roman" panose="02020603050405020304" pitchFamily="18" charset="0"/>
              </a:rPr>
              <a:t>％</a:t>
            </a:r>
            <a:r>
              <a:rPr lang="zh-CN" altLang="en-US" sz="2800" b="0" dirty="0">
                <a:latin typeface="Times New Roman" panose="02020603050405020304" pitchFamily="18" charset="0"/>
              </a:rPr>
              <a:t>。</a:t>
            </a:r>
            <a:endParaRPr lang="zh-CN" altLang="en-US" sz="2800" b="0" dirty="0">
              <a:latin typeface="Times New Roman" panose="02020603050405020304" pitchFamily="18" charset="0"/>
            </a:endParaRPr>
          </a:p>
        </p:txBody>
      </p:sp>
      <p:sp>
        <p:nvSpPr>
          <p:cNvPr id="35865" name="Text Box 25" descr="花束"/>
          <p:cNvSpPr txBox="1"/>
          <p:nvPr/>
        </p:nvSpPr>
        <p:spPr>
          <a:xfrm>
            <a:off x="1908175" y="549275"/>
            <a:ext cx="4679950" cy="762000"/>
          </a:xfrm>
          <a:prstGeom prst="rect">
            <a:avLst/>
          </a:prstGeom>
          <a:noFill/>
          <a:ln w="9525">
            <a:noFill/>
          </a:ln>
          <a:effectLst>
            <a:prstShdw prst="shdw17" dist="17961" dir="2699999">
              <a:srgbClr val="7A7A99"/>
            </a:prstShdw>
          </a:effectLst>
        </p:spPr>
        <p:txBody>
          <a:bodyPr>
            <a:spAutoFit/>
          </a:bodyPr>
          <a:p>
            <a:pPr>
              <a:spcBef>
                <a:spcPct val="50000"/>
              </a:spcBef>
            </a:pPr>
            <a:r>
              <a:rPr lang="en-US" altLang="zh-CN" sz="4400" b="0" dirty="0">
                <a:solidFill>
                  <a:schemeClr val="bg1"/>
                </a:solidFill>
                <a:latin typeface="Times New Roman" panose="02020603050405020304" pitchFamily="18" charset="0"/>
              </a:rPr>
              <a:t>12-1</a:t>
            </a:r>
            <a:r>
              <a:rPr lang="en-US" altLang="zh-CN" sz="4400" dirty="0">
                <a:solidFill>
                  <a:schemeClr val="bg1"/>
                </a:solidFill>
                <a:latin typeface="楷体_GB2312" pitchFamily="49" charset="-122"/>
              </a:rPr>
              <a:t>  </a:t>
            </a:r>
            <a:r>
              <a:rPr lang="zh-CN" altLang="en-US" sz="4400" dirty="0">
                <a:solidFill>
                  <a:schemeClr val="bg1"/>
                </a:solidFill>
                <a:latin typeface="楷体_GB2312" pitchFamily="49" charset="-122"/>
              </a:rPr>
              <a:t>三相电路</a:t>
            </a:r>
            <a:endParaRPr lang="zh-CN" altLang="en-US" sz="4400" dirty="0">
              <a:solidFill>
                <a:schemeClr val="bg1"/>
              </a:solidFill>
              <a:latin typeface="楷体_GB2312" pitchFamily="49" charset="-122"/>
            </a:endParaRPr>
          </a:p>
        </p:txBody>
      </p:sp>
      <p:sp>
        <p:nvSpPr>
          <p:cNvPr id="35866" name="Rectangle 26"/>
          <p:cNvSpPr/>
          <p:nvPr/>
        </p:nvSpPr>
        <p:spPr>
          <a:xfrm>
            <a:off x="611188" y="2565400"/>
            <a:ext cx="3673475" cy="608013"/>
          </a:xfrm>
          <a:prstGeom prst="rect">
            <a:avLst/>
          </a:prstGeom>
          <a:noFill/>
          <a:ln w="28575" cap="flat" cmpd="sng">
            <a:solidFill>
              <a:srgbClr val="00FFFF"/>
            </a:solidFill>
            <a:prstDash val="solid"/>
            <a:miter/>
            <a:headEnd type="none" w="med" len="med"/>
            <a:tailEnd type="none" w="med" len="med"/>
          </a:ln>
        </p:spPr>
        <p:txBody>
          <a:bodyPr>
            <a:spAutoFit/>
          </a:bodyPr>
          <a:p>
            <a:pPr>
              <a:buSzPct val="85000"/>
              <a:buFont typeface="Wingdings" panose="05000000000000000000" pitchFamily="2" charset="2"/>
              <a:buChar char="l"/>
            </a:pPr>
            <a:r>
              <a:rPr lang="zh-CN" altLang="en-US" dirty="0">
                <a:solidFill>
                  <a:srgbClr val="CC6600"/>
                </a:solidFill>
                <a:latin typeface="Arial" panose="020B0604020202020204" pitchFamily="34" charset="0"/>
              </a:rPr>
              <a:t>三相电路的优点</a:t>
            </a:r>
            <a:endParaRPr lang="zh-CN" altLang="en-US" dirty="0">
              <a:solidFill>
                <a:srgbClr val="CC6600"/>
              </a:solidFill>
              <a:latin typeface="Arial" panose="020B0604020202020204" pitchFamily="34" charset="0"/>
            </a:endParaRPr>
          </a:p>
        </p:txBody>
      </p:sp>
      <p:grpSp>
        <p:nvGrpSpPr>
          <p:cNvPr id="62471" name="Group 27"/>
          <p:cNvGrpSpPr/>
          <p:nvPr/>
        </p:nvGrpSpPr>
        <p:grpSpPr>
          <a:xfrm>
            <a:off x="8316913" y="6445250"/>
            <a:ext cx="792162" cy="366713"/>
            <a:chOff x="5193" y="4020"/>
            <a:chExt cx="499" cy="231"/>
          </a:xfrm>
        </p:grpSpPr>
        <p:pic>
          <p:nvPicPr>
            <p:cNvPr id="62484" name="Picture 28"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62485" name="Text Box 29">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2472" name="Group 30"/>
          <p:cNvGrpSpPr/>
          <p:nvPr/>
        </p:nvGrpSpPr>
        <p:grpSpPr>
          <a:xfrm>
            <a:off x="7451725" y="6445250"/>
            <a:ext cx="792163" cy="366713"/>
            <a:chOff x="5193" y="4020"/>
            <a:chExt cx="499" cy="231"/>
          </a:xfrm>
        </p:grpSpPr>
        <p:pic>
          <p:nvPicPr>
            <p:cNvPr id="62482" name="Picture 31"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62483" name="Text Box 32">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 name="Group 41"/>
          <p:cNvGrpSpPr/>
          <p:nvPr/>
        </p:nvGrpSpPr>
        <p:grpSpPr>
          <a:xfrm>
            <a:off x="504825" y="4508500"/>
            <a:ext cx="8099425" cy="946150"/>
            <a:chOff x="318" y="2840"/>
            <a:chExt cx="5102" cy="596"/>
          </a:xfrm>
        </p:grpSpPr>
        <p:sp>
          <p:nvSpPr>
            <p:cNvPr id="62480" name="Text Box 36"/>
            <p:cNvSpPr txBox="1"/>
            <p:nvPr/>
          </p:nvSpPr>
          <p:spPr>
            <a:xfrm>
              <a:off x="703" y="2840"/>
              <a:ext cx="4717" cy="596"/>
            </a:xfrm>
            <a:prstGeom prst="rect">
              <a:avLst/>
            </a:prstGeom>
            <a:noFill/>
            <a:ln w="9525">
              <a:noFill/>
            </a:ln>
          </p:spPr>
          <p:txBody>
            <a:bodyPr>
              <a:spAutoFit/>
            </a:bodyPr>
            <a:p>
              <a:pPr>
                <a:spcBef>
                  <a:spcPct val="50000"/>
                </a:spcBef>
              </a:pPr>
              <a:r>
                <a:rPr lang="zh-CN" altLang="en-US" sz="2800" dirty="0">
                  <a:latin typeface="楷体_GB2312" pitchFamily="49" charset="-122"/>
                </a:rPr>
                <a:t>配电方面：三相变压器比单项变压器经济且便于接入负载。</a:t>
              </a:r>
              <a:endParaRPr lang="zh-CN" altLang="en-US" sz="2800" dirty="0">
                <a:latin typeface="楷体_GB2312" pitchFamily="49" charset="-122"/>
              </a:endParaRPr>
            </a:p>
          </p:txBody>
        </p:sp>
        <p:sp>
          <p:nvSpPr>
            <p:cNvPr id="62481" name="Text Box 38"/>
            <p:cNvSpPr txBox="1"/>
            <p:nvPr/>
          </p:nvSpPr>
          <p:spPr>
            <a:xfrm>
              <a:off x="318" y="2886"/>
              <a:ext cx="385" cy="327"/>
            </a:xfrm>
            <a:prstGeom prst="rect">
              <a:avLst/>
            </a:prstGeom>
            <a:noFill/>
            <a:ln w="9525">
              <a:noFill/>
            </a:ln>
          </p:spPr>
          <p:txBody>
            <a:bodyPr>
              <a:spAutoFit/>
            </a:bodyPr>
            <a:p>
              <a:pPr>
                <a:spcBef>
                  <a:spcPct val="50000"/>
                </a:spcBef>
              </a:pPr>
              <a:r>
                <a:rPr lang="en-US" altLang="zh-CN" sz="2800" dirty="0">
                  <a:latin typeface="Times New Roman" panose="02020603050405020304" pitchFamily="18" charset="0"/>
                  <a:sym typeface="Wingdings" panose="05000000000000000000" pitchFamily="2" charset="2"/>
                </a:rPr>
                <a:t></a:t>
              </a:r>
              <a:endParaRPr lang="en-US" altLang="zh-CN" sz="2800" dirty="0">
                <a:latin typeface="Times New Roman" panose="02020603050405020304" pitchFamily="18" charset="0"/>
                <a:sym typeface="Wingdings" panose="05000000000000000000" pitchFamily="2" charset="2"/>
              </a:endParaRPr>
            </a:p>
          </p:txBody>
        </p:sp>
      </p:grpSp>
      <p:grpSp>
        <p:nvGrpSpPr>
          <p:cNvPr id="5" name="Group 42"/>
          <p:cNvGrpSpPr/>
          <p:nvPr/>
        </p:nvGrpSpPr>
        <p:grpSpPr>
          <a:xfrm>
            <a:off x="504825" y="5445125"/>
            <a:ext cx="8027988" cy="946150"/>
            <a:chOff x="318" y="3430"/>
            <a:chExt cx="5057" cy="596"/>
          </a:xfrm>
        </p:grpSpPr>
        <p:sp>
          <p:nvSpPr>
            <p:cNvPr id="62478" name="Text Box 37"/>
            <p:cNvSpPr txBox="1"/>
            <p:nvPr/>
          </p:nvSpPr>
          <p:spPr>
            <a:xfrm>
              <a:off x="702" y="3430"/>
              <a:ext cx="4673" cy="596"/>
            </a:xfrm>
            <a:prstGeom prst="rect">
              <a:avLst/>
            </a:prstGeom>
            <a:noFill/>
            <a:ln w="9525">
              <a:noFill/>
            </a:ln>
          </p:spPr>
          <p:txBody>
            <a:bodyPr>
              <a:spAutoFit/>
            </a:bodyPr>
            <a:p>
              <a:pPr>
                <a:spcBef>
                  <a:spcPct val="50000"/>
                </a:spcBef>
              </a:pPr>
              <a:r>
                <a:rPr lang="zh-CN" altLang="en-US" sz="2800" dirty="0">
                  <a:latin typeface="楷体_GB2312" pitchFamily="49" charset="-122"/>
                </a:rPr>
                <a:t>用电设备：结构简单、成本低、运行可靠、维护方便。</a:t>
              </a:r>
              <a:endParaRPr lang="zh-CN" altLang="en-US" sz="2800" dirty="0">
                <a:latin typeface="楷体_GB2312" pitchFamily="49" charset="-122"/>
              </a:endParaRPr>
            </a:p>
          </p:txBody>
        </p:sp>
        <p:sp>
          <p:nvSpPr>
            <p:cNvPr id="62479" name="Text Box 39"/>
            <p:cNvSpPr txBox="1"/>
            <p:nvPr/>
          </p:nvSpPr>
          <p:spPr>
            <a:xfrm>
              <a:off x="318" y="3466"/>
              <a:ext cx="385" cy="327"/>
            </a:xfrm>
            <a:prstGeom prst="rect">
              <a:avLst/>
            </a:prstGeom>
            <a:noFill/>
            <a:ln w="9525">
              <a:noFill/>
            </a:ln>
          </p:spPr>
          <p:txBody>
            <a:bodyPr>
              <a:spAutoFit/>
            </a:bodyPr>
            <a:p>
              <a:pPr>
                <a:spcBef>
                  <a:spcPct val="50000"/>
                </a:spcBef>
              </a:pPr>
              <a:r>
                <a:rPr lang="en-US" altLang="zh-CN" sz="2800" dirty="0">
                  <a:latin typeface="Times New Roman" panose="02020603050405020304" pitchFamily="18" charset="0"/>
                  <a:sym typeface="Wingdings" panose="05000000000000000000" pitchFamily="2" charset="2"/>
                </a:rPr>
                <a:t></a:t>
              </a:r>
              <a:endParaRPr lang="en-US" altLang="zh-CN" sz="2800" dirty="0">
                <a:latin typeface="Times New Roman" panose="02020603050405020304" pitchFamily="18" charset="0"/>
                <a:sym typeface="Wingdings" panose="05000000000000000000" pitchFamily="2" charset="2"/>
              </a:endParaRPr>
            </a:p>
          </p:txBody>
        </p:sp>
      </p:grpSp>
      <p:grpSp>
        <p:nvGrpSpPr>
          <p:cNvPr id="62475" name="Group 43"/>
          <p:cNvGrpSpPr/>
          <p:nvPr/>
        </p:nvGrpSpPr>
        <p:grpSpPr>
          <a:xfrm>
            <a:off x="6588125" y="6446838"/>
            <a:ext cx="792163" cy="366712"/>
            <a:chOff x="4695" y="4061"/>
            <a:chExt cx="499" cy="231"/>
          </a:xfrm>
        </p:grpSpPr>
        <p:pic>
          <p:nvPicPr>
            <p:cNvPr id="62476" name="Picture 44" descr="78900"/>
            <p:cNvPicPr>
              <a:picLocks noChangeAspect="1"/>
            </p:cNvPicPr>
            <p:nvPr/>
          </p:nvPicPr>
          <p:blipFill>
            <a:blip r:embed="rId1"/>
            <a:stretch>
              <a:fillRect/>
            </a:stretch>
          </p:blipFill>
          <p:spPr>
            <a:xfrm>
              <a:off x="4695" y="4107"/>
              <a:ext cx="499" cy="181"/>
            </a:xfrm>
            <a:prstGeom prst="rect">
              <a:avLst/>
            </a:prstGeom>
            <a:noFill/>
            <a:ln w="9525">
              <a:noFill/>
            </a:ln>
          </p:spPr>
        </p:pic>
        <p:sp>
          <p:nvSpPr>
            <p:cNvPr id="62477" name="Text Box 45">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35865"/>
                                        </p:tgtEl>
                                        <p:attrNameLst>
                                          <p:attrName>style.visibility</p:attrName>
                                        </p:attrNameLst>
                                      </p:cBhvr>
                                      <p:to>
                                        <p:strVal val="visible"/>
                                      </p:to>
                                    </p:set>
                                    <p:anim calcmode="lin" valueType="num">
                                      <p:cBhvr additive="base">
                                        <p:cTn id="7" dur="500" fill="hold"/>
                                        <p:tgtEl>
                                          <p:spTgt spid="35865"/>
                                        </p:tgtEl>
                                        <p:attrNameLst>
                                          <p:attrName>ppt_x</p:attrName>
                                        </p:attrNameLst>
                                      </p:cBhvr>
                                      <p:tavLst>
                                        <p:tav tm="0">
                                          <p:val>
                                            <p:strVal val="0-#ppt_w/2"/>
                                          </p:val>
                                        </p:tav>
                                        <p:tav tm="100000">
                                          <p:val>
                                            <p:strVal val="#ppt_x"/>
                                          </p:val>
                                        </p:tav>
                                      </p:tavLst>
                                    </p:anim>
                                    <p:anim calcmode="lin" valueType="num">
                                      <p:cBhvr additive="base">
                                        <p:cTn id="8" dur="500" fill="hold"/>
                                        <p:tgtEl>
                                          <p:spTgt spid="35865"/>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5842"/>
                                        </p:tgtEl>
                                        <p:attrNameLst>
                                          <p:attrName>style.visibility</p:attrName>
                                        </p:attrNameLst>
                                      </p:cBhvr>
                                      <p:to>
                                        <p:strVal val="visible"/>
                                      </p:to>
                                    </p:set>
                                    <p:animEffect transition="in" filter="slide(fromBottom)">
                                      <p:cBhvr>
                                        <p:cTn id="13" dur="2000"/>
                                        <p:tgtEl>
                                          <p:spTgt spid="35842"/>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5" fill="hold" grpId="0" nodeType="clickEffect">
                                  <p:stCondLst>
                                    <p:cond delay="0"/>
                                  </p:stCondLst>
                                  <p:childTnLst>
                                    <p:set>
                                      <p:cBhvr>
                                        <p:cTn id="17" dur="1" fill="hold">
                                          <p:stCondLst>
                                            <p:cond delay="0"/>
                                          </p:stCondLst>
                                        </p:cTn>
                                        <p:tgtEl>
                                          <p:spTgt spid="35866"/>
                                        </p:tgtEl>
                                        <p:attrNameLst>
                                          <p:attrName>style.visibility</p:attrName>
                                        </p:attrNameLst>
                                      </p:cBhvr>
                                      <p:to>
                                        <p:strVal val="visible"/>
                                      </p:to>
                                    </p:set>
                                    <p:animEffect transition="in" filter="blinds(vertical)">
                                      <p:cBhvr>
                                        <p:cTn id="18" dur="500"/>
                                        <p:tgtEl>
                                          <p:spTgt spid="3586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5844"/>
                                        </p:tgtEl>
                                        <p:attrNameLst>
                                          <p:attrName>style.visibility</p:attrName>
                                        </p:attrNameLst>
                                      </p:cBhvr>
                                      <p:to>
                                        <p:strVal val="visible"/>
                                      </p:to>
                                    </p:set>
                                    <p:animEffect transition="in" filter="wipe(left)">
                                      <p:cBhvr>
                                        <p:cTn id="23" dur="2000"/>
                                        <p:tgtEl>
                                          <p:spTgt spid="3584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5845"/>
                                        </p:tgtEl>
                                        <p:attrNameLst>
                                          <p:attrName>style.visibility</p:attrName>
                                        </p:attrNameLst>
                                      </p:cBhvr>
                                      <p:to>
                                        <p:strVal val="visible"/>
                                      </p:to>
                                    </p:set>
                                    <p:animEffect transition="in" filter="wipe(left)">
                                      <p:cBhvr>
                                        <p:cTn id="28" dur="2000"/>
                                        <p:tgtEl>
                                          <p:spTgt spid="3584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wipe(left)">
                                      <p:cBhvr>
                                        <p:cTn id="33" dur="1000"/>
                                        <p:tgtEl>
                                          <p:spTgt spid="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wipe(left)">
                                      <p:cBhvr>
                                        <p:cTn id="38"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p:bldP spid="35844" grpId="0"/>
      <p:bldP spid="35845" grpId="0"/>
      <p:bldP spid="35865" grpId="0"/>
      <p:bldP spid="3586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Text Box 2"/>
          <p:cNvSpPr txBox="1"/>
          <p:nvPr/>
        </p:nvSpPr>
        <p:spPr>
          <a:xfrm>
            <a:off x="539750" y="1628775"/>
            <a:ext cx="3382963" cy="547688"/>
          </a:xfrm>
          <a:prstGeom prst="rect">
            <a:avLst/>
          </a:prstGeom>
          <a:noFill/>
          <a:ln w="28575" cap="flat" cmpd="sng">
            <a:solidFill>
              <a:srgbClr val="00FFFF"/>
            </a:solidFill>
            <a:prstDash val="solid"/>
            <a:miter/>
            <a:headEnd type="none" w="med" len="med"/>
            <a:tailEnd type="none" w="med" len="med"/>
          </a:ln>
        </p:spPr>
        <p:txBody>
          <a:bodyPr>
            <a:spAutoFit/>
          </a:bodyPr>
          <a:p>
            <a:pPr>
              <a:spcBef>
                <a:spcPct val="50000"/>
              </a:spcBef>
              <a:buSzPct val="85000"/>
              <a:buFont typeface="Wingdings" panose="05000000000000000000" pitchFamily="2" charset="2"/>
              <a:buChar char="l"/>
            </a:pPr>
            <a:r>
              <a:rPr lang="zh-CN" altLang="en-US" sz="2800" dirty="0">
                <a:solidFill>
                  <a:srgbClr val="FF9900"/>
                </a:solidFill>
                <a:latin typeface="楷体_GB2312" pitchFamily="49" charset="-122"/>
              </a:rPr>
              <a:t>三相电路的特殊性</a:t>
            </a:r>
            <a:endParaRPr lang="zh-CN" altLang="en-US" sz="2800" dirty="0">
              <a:solidFill>
                <a:srgbClr val="FF9900"/>
              </a:solidFill>
              <a:latin typeface="楷体_GB2312" pitchFamily="49" charset="-122"/>
            </a:endParaRPr>
          </a:p>
        </p:txBody>
      </p:sp>
      <p:sp>
        <p:nvSpPr>
          <p:cNvPr id="34819" name="Text Box 3"/>
          <p:cNvSpPr txBox="1"/>
          <p:nvPr/>
        </p:nvSpPr>
        <p:spPr>
          <a:xfrm>
            <a:off x="900113" y="2263775"/>
            <a:ext cx="3095625" cy="519113"/>
          </a:xfrm>
          <a:prstGeom prst="rect">
            <a:avLst/>
          </a:prstGeom>
          <a:noFill/>
          <a:ln w="9525">
            <a:noFill/>
          </a:ln>
        </p:spPr>
        <p:txBody>
          <a:bodyPr>
            <a:spAutoFit/>
          </a:bodyPr>
          <a:p>
            <a:pPr>
              <a:spcBef>
                <a:spcPct val="50000"/>
              </a:spcBef>
            </a:pPr>
            <a:r>
              <a:rPr lang="en-US" altLang="zh-CN" sz="2800" dirty="0">
                <a:latin typeface="楷体_GB2312" pitchFamily="49" charset="-122"/>
              </a:rPr>
              <a:t> </a:t>
            </a:r>
            <a:r>
              <a:rPr lang="zh-CN" altLang="en-US" sz="2800" dirty="0">
                <a:latin typeface="楷体_GB2312" pitchFamily="49" charset="-122"/>
              </a:rPr>
              <a:t>（</a:t>
            </a:r>
            <a:r>
              <a:rPr lang="en-US" altLang="zh-CN" sz="2800" dirty="0">
                <a:latin typeface="楷体_GB2312" pitchFamily="49" charset="-122"/>
              </a:rPr>
              <a:t>1</a:t>
            </a:r>
            <a:r>
              <a:rPr lang="zh-CN" altLang="en-US" sz="2800" dirty="0">
                <a:latin typeface="楷体_GB2312" pitchFamily="49" charset="-122"/>
              </a:rPr>
              <a:t>）特殊的电源</a:t>
            </a:r>
            <a:endParaRPr lang="zh-CN" altLang="en-US" sz="2800" dirty="0">
              <a:latin typeface="楷体_GB2312" pitchFamily="49" charset="-122"/>
            </a:endParaRPr>
          </a:p>
        </p:txBody>
      </p:sp>
      <p:sp>
        <p:nvSpPr>
          <p:cNvPr id="34820" name="Text Box 4"/>
          <p:cNvSpPr txBox="1"/>
          <p:nvPr/>
        </p:nvSpPr>
        <p:spPr>
          <a:xfrm>
            <a:off x="900113" y="2838450"/>
            <a:ext cx="3311525" cy="519113"/>
          </a:xfrm>
          <a:prstGeom prst="rect">
            <a:avLst/>
          </a:prstGeom>
          <a:noFill/>
          <a:ln w="9525">
            <a:noFill/>
          </a:ln>
        </p:spPr>
        <p:txBody>
          <a:bodyPr>
            <a:spAutoFit/>
          </a:bodyPr>
          <a:p>
            <a:pPr>
              <a:spcBef>
                <a:spcPct val="50000"/>
              </a:spcBef>
            </a:pPr>
            <a:r>
              <a:rPr lang="en-US" altLang="zh-CN" sz="2800" dirty="0">
                <a:latin typeface="楷体_GB2312" pitchFamily="49" charset="-122"/>
              </a:rPr>
              <a:t> </a:t>
            </a:r>
            <a:r>
              <a:rPr lang="zh-CN" altLang="en-US" sz="2800" dirty="0">
                <a:latin typeface="楷体_GB2312" pitchFamily="49" charset="-122"/>
              </a:rPr>
              <a:t>（</a:t>
            </a:r>
            <a:r>
              <a:rPr lang="en-US" altLang="zh-CN" sz="2800" dirty="0">
                <a:latin typeface="楷体_GB2312" pitchFamily="49" charset="-122"/>
              </a:rPr>
              <a:t>2</a:t>
            </a:r>
            <a:r>
              <a:rPr lang="zh-CN" altLang="en-US" sz="2800" dirty="0">
                <a:latin typeface="楷体_GB2312" pitchFamily="49" charset="-122"/>
              </a:rPr>
              <a:t>）特殊的负载</a:t>
            </a:r>
            <a:endParaRPr lang="zh-CN" altLang="en-US" sz="2800" dirty="0">
              <a:latin typeface="楷体_GB2312" pitchFamily="49" charset="-122"/>
            </a:endParaRPr>
          </a:p>
        </p:txBody>
      </p:sp>
      <p:sp>
        <p:nvSpPr>
          <p:cNvPr id="34821" name="Text Box 5"/>
          <p:cNvSpPr txBox="1"/>
          <p:nvPr/>
        </p:nvSpPr>
        <p:spPr>
          <a:xfrm>
            <a:off x="900113" y="3414713"/>
            <a:ext cx="3168650" cy="519112"/>
          </a:xfrm>
          <a:prstGeom prst="rect">
            <a:avLst/>
          </a:prstGeom>
          <a:noFill/>
          <a:ln w="9525">
            <a:noFill/>
          </a:ln>
        </p:spPr>
        <p:txBody>
          <a:bodyPr>
            <a:spAutoFit/>
          </a:bodyPr>
          <a:p>
            <a:pPr>
              <a:spcBef>
                <a:spcPct val="50000"/>
              </a:spcBef>
            </a:pPr>
            <a:r>
              <a:rPr lang="en-US" altLang="zh-CN" sz="2800" dirty="0">
                <a:latin typeface="楷体_GB2312" pitchFamily="49" charset="-122"/>
              </a:rPr>
              <a:t> </a:t>
            </a:r>
            <a:r>
              <a:rPr lang="zh-CN" altLang="en-US" sz="2800" dirty="0">
                <a:latin typeface="楷体_GB2312" pitchFamily="49" charset="-122"/>
              </a:rPr>
              <a:t>（</a:t>
            </a:r>
            <a:r>
              <a:rPr lang="en-US" altLang="zh-CN" sz="2800" dirty="0">
                <a:latin typeface="楷体_GB2312" pitchFamily="49" charset="-122"/>
              </a:rPr>
              <a:t>3</a:t>
            </a:r>
            <a:r>
              <a:rPr lang="zh-CN" altLang="en-US" sz="2800" dirty="0">
                <a:latin typeface="楷体_GB2312" pitchFamily="49" charset="-122"/>
              </a:rPr>
              <a:t>）特殊的连接</a:t>
            </a:r>
            <a:endParaRPr lang="zh-CN" altLang="en-US" sz="2800" dirty="0">
              <a:latin typeface="楷体_GB2312" pitchFamily="49" charset="-122"/>
            </a:endParaRPr>
          </a:p>
        </p:txBody>
      </p:sp>
      <p:sp>
        <p:nvSpPr>
          <p:cNvPr id="34822" name="Text Box 6"/>
          <p:cNvSpPr txBox="1"/>
          <p:nvPr/>
        </p:nvSpPr>
        <p:spPr>
          <a:xfrm>
            <a:off x="900113" y="4005263"/>
            <a:ext cx="7416800" cy="519112"/>
          </a:xfrm>
          <a:prstGeom prst="rect">
            <a:avLst/>
          </a:prstGeom>
          <a:noFill/>
          <a:ln w="9525">
            <a:noFill/>
          </a:ln>
        </p:spPr>
        <p:txBody>
          <a:bodyPr>
            <a:spAutoFit/>
          </a:bodyPr>
          <a:p>
            <a:pPr>
              <a:spcBef>
                <a:spcPct val="50000"/>
              </a:spcBef>
            </a:pPr>
            <a:r>
              <a:rPr lang="en-US" altLang="zh-CN" sz="2800" dirty="0">
                <a:latin typeface="楷体_GB2312" pitchFamily="49" charset="-122"/>
              </a:rPr>
              <a:t> </a:t>
            </a:r>
            <a:r>
              <a:rPr lang="zh-CN" altLang="en-US" sz="2800" dirty="0">
                <a:latin typeface="楷体_GB2312" pitchFamily="49" charset="-122"/>
              </a:rPr>
              <a:t>（</a:t>
            </a:r>
            <a:r>
              <a:rPr lang="en-US" altLang="zh-CN" sz="2800" dirty="0">
                <a:latin typeface="楷体_GB2312" pitchFamily="49" charset="-122"/>
              </a:rPr>
              <a:t>4</a:t>
            </a:r>
            <a:r>
              <a:rPr lang="zh-CN" altLang="en-US" sz="2800" dirty="0">
                <a:latin typeface="楷体_GB2312" pitchFamily="49" charset="-122"/>
              </a:rPr>
              <a:t>）特殊的求解方式  </a:t>
            </a:r>
            <a:endParaRPr lang="zh-CN" altLang="en-US" sz="2800" dirty="0">
              <a:latin typeface="楷体_GB2312" pitchFamily="49" charset="-122"/>
            </a:endParaRPr>
          </a:p>
        </p:txBody>
      </p:sp>
      <p:sp>
        <p:nvSpPr>
          <p:cNvPr id="34838" name="Text Box 22"/>
          <p:cNvSpPr txBox="1"/>
          <p:nvPr/>
        </p:nvSpPr>
        <p:spPr>
          <a:xfrm>
            <a:off x="323850" y="404813"/>
            <a:ext cx="8064500" cy="1117600"/>
          </a:xfrm>
          <a:prstGeom prst="rect">
            <a:avLst/>
          </a:prstGeom>
          <a:noFill/>
          <a:ln w="9525">
            <a:noFill/>
          </a:ln>
        </p:spPr>
        <p:txBody>
          <a:bodyPr>
            <a:spAutoFit/>
          </a:bodyPr>
          <a:p>
            <a:pPr>
              <a:lnSpc>
                <a:spcPct val="120000"/>
              </a:lnSpc>
              <a:spcBef>
                <a:spcPct val="50000"/>
              </a:spcBef>
            </a:pPr>
            <a:r>
              <a:rPr lang="en-US" altLang="zh-CN" sz="2800" dirty="0">
                <a:latin typeface="楷体_GB2312" pitchFamily="49" charset="-122"/>
              </a:rPr>
              <a:t>    </a:t>
            </a:r>
            <a:r>
              <a:rPr lang="zh-CN" altLang="en-US" sz="2800" dirty="0">
                <a:latin typeface="楷体_GB2312" pitchFamily="49" charset="-122"/>
              </a:rPr>
              <a:t>以上优点使三相电路在动力方面获得了广泛应用，是目前电力系统采用的主要供电方式。</a:t>
            </a:r>
            <a:endParaRPr lang="zh-CN" altLang="en-US" sz="2800" dirty="0">
              <a:latin typeface="楷体_GB2312" pitchFamily="49" charset="-122"/>
            </a:endParaRPr>
          </a:p>
        </p:txBody>
      </p:sp>
      <p:sp>
        <p:nvSpPr>
          <p:cNvPr id="34839" name="Text Box 23"/>
          <p:cNvSpPr txBox="1"/>
          <p:nvPr/>
        </p:nvSpPr>
        <p:spPr>
          <a:xfrm>
            <a:off x="755650" y="4581525"/>
            <a:ext cx="6913563" cy="519113"/>
          </a:xfrm>
          <a:prstGeom prst="rect">
            <a:avLst/>
          </a:prstGeom>
          <a:noFill/>
          <a:ln w="28575">
            <a:noFill/>
          </a:ln>
        </p:spPr>
        <p:txBody>
          <a:bodyPr>
            <a:spAutoFit/>
          </a:bodyPr>
          <a:p>
            <a:pPr>
              <a:spcBef>
                <a:spcPct val="50000"/>
              </a:spcBef>
              <a:buSzPct val="85000"/>
              <a:buFont typeface="Wingdings" panose="05000000000000000000" pitchFamily="2" charset="2"/>
            </a:pPr>
            <a:r>
              <a:rPr lang="zh-CN" altLang="en-US" sz="2800" dirty="0">
                <a:latin typeface="楷体_GB2312" pitchFamily="49" charset="-122"/>
              </a:rPr>
              <a:t>研究三相电路要注意其特殊性。</a:t>
            </a:r>
            <a:endParaRPr lang="zh-CN" altLang="en-US" sz="2800" dirty="0">
              <a:latin typeface="楷体_GB2312" pitchFamily="49" charset="-122"/>
            </a:endParaRPr>
          </a:p>
        </p:txBody>
      </p:sp>
      <p:grpSp>
        <p:nvGrpSpPr>
          <p:cNvPr id="63497" name="Group 33"/>
          <p:cNvGrpSpPr/>
          <p:nvPr/>
        </p:nvGrpSpPr>
        <p:grpSpPr>
          <a:xfrm>
            <a:off x="8316913" y="6445250"/>
            <a:ext cx="792162" cy="366713"/>
            <a:chOff x="5193" y="4020"/>
            <a:chExt cx="499" cy="231"/>
          </a:xfrm>
        </p:grpSpPr>
        <p:pic>
          <p:nvPicPr>
            <p:cNvPr id="63504" name="Picture 34"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63505" name="Text Box 35">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3498" name="Group 36"/>
          <p:cNvGrpSpPr/>
          <p:nvPr/>
        </p:nvGrpSpPr>
        <p:grpSpPr>
          <a:xfrm>
            <a:off x="7451725" y="6445250"/>
            <a:ext cx="792163" cy="366713"/>
            <a:chOff x="5193" y="4020"/>
            <a:chExt cx="499" cy="231"/>
          </a:xfrm>
        </p:grpSpPr>
        <p:pic>
          <p:nvPicPr>
            <p:cNvPr id="63502" name="Picture 37"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63503" name="Text Box 38">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3499" name="Group 39"/>
          <p:cNvGrpSpPr/>
          <p:nvPr/>
        </p:nvGrpSpPr>
        <p:grpSpPr>
          <a:xfrm>
            <a:off x="6588125" y="6446838"/>
            <a:ext cx="792163" cy="366712"/>
            <a:chOff x="4695" y="4061"/>
            <a:chExt cx="499" cy="231"/>
          </a:xfrm>
        </p:grpSpPr>
        <p:pic>
          <p:nvPicPr>
            <p:cNvPr id="63500" name="Picture 40" descr="78900"/>
            <p:cNvPicPr>
              <a:picLocks noChangeAspect="1"/>
            </p:cNvPicPr>
            <p:nvPr/>
          </p:nvPicPr>
          <p:blipFill>
            <a:blip r:embed="rId1"/>
            <a:stretch>
              <a:fillRect/>
            </a:stretch>
          </p:blipFill>
          <p:spPr>
            <a:xfrm>
              <a:off x="4695" y="4107"/>
              <a:ext cx="499" cy="181"/>
            </a:xfrm>
            <a:prstGeom prst="rect">
              <a:avLst/>
            </a:prstGeom>
            <a:noFill/>
            <a:ln w="9525">
              <a:noFill/>
            </a:ln>
          </p:spPr>
        </p:pic>
        <p:sp>
          <p:nvSpPr>
            <p:cNvPr id="63501" name="Text Box 41">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34838"/>
                                        </p:tgtEl>
                                        <p:attrNameLst>
                                          <p:attrName>style.visibility</p:attrName>
                                        </p:attrNameLst>
                                      </p:cBhvr>
                                      <p:to>
                                        <p:strVal val="visible"/>
                                      </p:to>
                                    </p:set>
                                    <p:animEffect transition="in" filter="slide(fromBottom)">
                                      <p:cBhvr>
                                        <p:cTn id="7" dur="2000"/>
                                        <p:tgtEl>
                                          <p:spTgt spid="348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4818"/>
                                        </p:tgtEl>
                                        <p:attrNameLst>
                                          <p:attrName>style.visibility</p:attrName>
                                        </p:attrNameLst>
                                      </p:cBhvr>
                                      <p:to>
                                        <p:strVal val="visible"/>
                                      </p:to>
                                    </p:set>
                                    <p:animEffect transition="in" filter="wipe(left)">
                                      <p:cBhvr>
                                        <p:cTn id="12" dur="2000"/>
                                        <p:tgtEl>
                                          <p:spTgt spid="348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4819"/>
                                        </p:tgtEl>
                                        <p:attrNameLst>
                                          <p:attrName>style.visibility</p:attrName>
                                        </p:attrNameLst>
                                      </p:cBhvr>
                                      <p:to>
                                        <p:strVal val="visible"/>
                                      </p:to>
                                    </p:set>
                                    <p:animEffect transition="in" filter="wipe(left)">
                                      <p:cBhvr>
                                        <p:cTn id="17" dur="2000"/>
                                        <p:tgtEl>
                                          <p:spTgt spid="348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4820"/>
                                        </p:tgtEl>
                                        <p:attrNameLst>
                                          <p:attrName>style.visibility</p:attrName>
                                        </p:attrNameLst>
                                      </p:cBhvr>
                                      <p:to>
                                        <p:strVal val="visible"/>
                                      </p:to>
                                    </p:set>
                                    <p:animEffect transition="in" filter="wipe(left)">
                                      <p:cBhvr>
                                        <p:cTn id="22" dur="2000"/>
                                        <p:tgtEl>
                                          <p:spTgt spid="348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4821"/>
                                        </p:tgtEl>
                                        <p:attrNameLst>
                                          <p:attrName>style.visibility</p:attrName>
                                        </p:attrNameLst>
                                      </p:cBhvr>
                                      <p:to>
                                        <p:strVal val="visible"/>
                                      </p:to>
                                    </p:set>
                                    <p:animEffect transition="in" filter="wipe(left)">
                                      <p:cBhvr>
                                        <p:cTn id="27" dur="2000"/>
                                        <p:tgtEl>
                                          <p:spTgt spid="348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4822"/>
                                        </p:tgtEl>
                                        <p:attrNameLst>
                                          <p:attrName>style.visibility</p:attrName>
                                        </p:attrNameLst>
                                      </p:cBhvr>
                                      <p:to>
                                        <p:strVal val="visible"/>
                                      </p:to>
                                    </p:set>
                                    <p:animEffect transition="in" filter="wipe(left)">
                                      <p:cBhvr>
                                        <p:cTn id="32" dur="2000"/>
                                        <p:tgtEl>
                                          <p:spTgt spid="3482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4839"/>
                                        </p:tgtEl>
                                        <p:attrNameLst>
                                          <p:attrName>style.visibility</p:attrName>
                                        </p:attrNameLst>
                                      </p:cBhvr>
                                      <p:to>
                                        <p:strVal val="visible"/>
                                      </p:to>
                                    </p:set>
                                    <p:animEffect transition="in" filter="wipe(left)">
                                      <p:cBhvr>
                                        <p:cTn id="37" dur="2000"/>
                                        <p:tgtEl>
                                          <p:spTgt spid="348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p:bldP spid="34820" grpId="0"/>
      <p:bldP spid="34821" grpId="0"/>
      <p:bldP spid="34822" grpId="0"/>
      <p:bldP spid="34838" grpId="0"/>
      <p:bldP spid="3483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Text Box 2"/>
          <p:cNvSpPr txBox="1"/>
          <p:nvPr/>
        </p:nvSpPr>
        <p:spPr>
          <a:xfrm>
            <a:off x="395288" y="549275"/>
            <a:ext cx="4464050" cy="579438"/>
          </a:xfrm>
          <a:prstGeom prst="rect">
            <a:avLst/>
          </a:prstGeom>
          <a:noFill/>
          <a:ln w="9525">
            <a:noFill/>
          </a:ln>
        </p:spPr>
        <p:txBody>
          <a:bodyPr>
            <a:spAutoFit/>
          </a:bodyPr>
          <a:p>
            <a:pPr>
              <a:spcBef>
                <a:spcPct val="50000"/>
              </a:spcBef>
            </a:pPr>
            <a:r>
              <a:rPr lang="en-US" altLang="zh-CN" dirty="0">
                <a:solidFill>
                  <a:schemeClr val="bg1"/>
                </a:solidFill>
                <a:latin typeface="楷体_GB2312" pitchFamily="49" charset="-122"/>
              </a:rPr>
              <a:t>1.</a:t>
            </a:r>
            <a:r>
              <a:rPr lang="zh-CN" altLang="en-US" dirty="0">
                <a:solidFill>
                  <a:schemeClr val="bg1"/>
                </a:solidFill>
                <a:latin typeface="楷体_GB2312" pitchFamily="49" charset="-122"/>
              </a:rPr>
              <a:t>对称三相电源的产生</a:t>
            </a:r>
            <a:endParaRPr lang="zh-CN" altLang="en-US" dirty="0">
              <a:solidFill>
                <a:schemeClr val="bg1"/>
              </a:solidFill>
              <a:latin typeface="楷体_GB2312" pitchFamily="49" charset="-122"/>
            </a:endParaRPr>
          </a:p>
        </p:txBody>
      </p:sp>
      <p:sp>
        <p:nvSpPr>
          <p:cNvPr id="39939" name="Text Box 3"/>
          <p:cNvSpPr txBox="1"/>
          <p:nvPr/>
        </p:nvSpPr>
        <p:spPr>
          <a:xfrm>
            <a:off x="4643438" y="1916113"/>
            <a:ext cx="3959225" cy="3681412"/>
          </a:xfrm>
          <a:prstGeom prst="rect">
            <a:avLst/>
          </a:prstGeom>
          <a:noFill/>
          <a:ln w="9525">
            <a:noFill/>
          </a:ln>
        </p:spPr>
        <p:txBody>
          <a:bodyPr>
            <a:spAutoFit/>
          </a:bodyPr>
          <a:p>
            <a:pPr indent="666750" algn="just">
              <a:lnSpc>
                <a:spcPct val="120000"/>
              </a:lnSpc>
              <a:spcBef>
                <a:spcPct val="50000"/>
              </a:spcBef>
            </a:pPr>
            <a:r>
              <a:rPr lang="zh-CN" altLang="en-US" sz="2800" dirty="0">
                <a:latin typeface="楷体_GB2312" pitchFamily="49" charset="-122"/>
              </a:rPr>
              <a:t>通常由三相同步发电机产生，三相绕组在空间互差</a:t>
            </a:r>
            <a:r>
              <a:rPr lang="en-US" altLang="zh-CN" sz="2800" b="0" dirty="0">
                <a:solidFill>
                  <a:schemeClr val="bg1"/>
                </a:solidFill>
                <a:latin typeface="Times New Roman" panose="02020603050405020304" pitchFamily="18" charset="0"/>
              </a:rPr>
              <a:t>120</a:t>
            </a:r>
            <a:r>
              <a:rPr lang="en-US" altLang="zh-CN" sz="2800" b="0" dirty="0">
                <a:solidFill>
                  <a:schemeClr val="bg1"/>
                </a:solidFill>
                <a:latin typeface="楷体_GB2312" pitchFamily="49" charset="-122"/>
              </a:rPr>
              <a:t>°</a:t>
            </a:r>
            <a:r>
              <a:rPr lang="zh-CN" altLang="en-US" sz="2800" dirty="0">
                <a:latin typeface="楷体_GB2312" pitchFamily="49" charset="-122"/>
              </a:rPr>
              <a:t>，当转子以均匀角速度</a:t>
            </a:r>
            <a:r>
              <a:rPr lang="zh-CN" altLang="en-US" sz="2800" b="0" i="1" dirty="0">
                <a:solidFill>
                  <a:schemeClr val="bg1"/>
                </a:solidFill>
                <a:latin typeface="Times New Roman" panose="02020603050405020304" pitchFamily="18" charset="0"/>
                <a:sym typeface="Symbol" panose="05050102010706020507" pitchFamily="18" charset="2"/>
              </a:rPr>
              <a:t></a:t>
            </a:r>
            <a:r>
              <a:rPr lang="zh-CN" altLang="en-US" sz="2800" dirty="0">
                <a:latin typeface="楷体_GB2312" pitchFamily="49" charset="-122"/>
              </a:rPr>
              <a:t>转动时，在三相绕组中产生感应电压，从而形成对称三相电源。</a:t>
            </a:r>
            <a:endParaRPr lang="zh-CN" altLang="en-US" sz="2800" dirty="0">
              <a:latin typeface="楷体_GB2312" pitchFamily="49" charset="-122"/>
            </a:endParaRPr>
          </a:p>
        </p:txBody>
      </p:sp>
      <p:sp>
        <p:nvSpPr>
          <p:cNvPr id="40023" name="Text Box 87"/>
          <p:cNvSpPr txBox="1"/>
          <p:nvPr/>
        </p:nvSpPr>
        <p:spPr>
          <a:xfrm>
            <a:off x="539750" y="5589588"/>
            <a:ext cx="3959225" cy="519112"/>
          </a:xfrm>
          <a:prstGeom prst="rect">
            <a:avLst/>
          </a:prstGeom>
          <a:solidFill>
            <a:schemeClr val="hlink"/>
          </a:solidFill>
          <a:ln w="9525">
            <a:noFill/>
          </a:ln>
        </p:spPr>
        <p:txBody>
          <a:bodyPr>
            <a:spAutoFit/>
          </a:bodyPr>
          <a:p>
            <a:pPr>
              <a:spcBef>
                <a:spcPct val="50000"/>
              </a:spcBef>
            </a:pPr>
            <a:r>
              <a:rPr lang="zh-CN" altLang="en-US" sz="2800" dirty="0">
                <a:solidFill>
                  <a:schemeClr val="bg1"/>
                </a:solidFill>
                <a:latin typeface="Times New Roman" panose="02020603050405020304" pitchFamily="18" charset="0"/>
              </a:rPr>
              <a:t>三相同步发电机示意图</a:t>
            </a:r>
            <a:endParaRPr lang="zh-CN" altLang="en-US" sz="2800" dirty="0">
              <a:solidFill>
                <a:schemeClr val="bg1"/>
              </a:solidFill>
              <a:latin typeface="Times New Roman" panose="02020603050405020304" pitchFamily="18" charset="0"/>
            </a:endParaRPr>
          </a:p>
        </p:txBody>
      </p:sp>
      <p:sp>
        <p:nvSpPr>
          <p:cNvPr id="40041" name="Text Box 105"/>
          <p:cNvSpPr txBox="1"/>
          <p:nvPr/>
        </p:nvSpPr>
        <p:spPr>
          <a:xfrm>
            <a:off x="323850" y="1052513"/>
            <a:ext cx="8208963" cy="1117600"/>
          </a:xfrm>
          <a:prstGeom prst="rect">
            <a:avLst/>
          </a:prstGeom>
          <a:noFill/>
          <a:ln w="9525">
            <a:noFill/>
          </a:ln>
        </p:spPr>
        <p:txBody>
          <a:bodyPr>
            <a:spAutoFit/>
          </a:bodyPr>
          <a:p>
            <a:pPr>
              <a:lnSpc>
                <a:spcPct val="120000"/>
              </a:lnSpc>
              <a:spcBef>
                <a:spcPct val="50000"/>
              </a:spcBef>
            </a:pPr>
            <a:r>
              <a:rPr lang="en-US" altLang="zh-CN" sz="2800" dirty="0">
                <a:latin typeface="楷体_GB2312" pitchFamily="49" charset="-122"/>
              </a:rPr>
              <a:t>    </a:t>
            </a:r>
            <a:r>
              <a:rPr lang="zh-CN" altLang="en-US" sz="2800" dirty="0">
                <a:latin typeface="楷体_GB2312" pitchFamily="49" charset="-122"/>
              </a:rPr>
              <a:t>三相电源是三个频率相同、振幅相同、相位彼此相差</a:t>
            </a:r>
            <a:r>
              <a:rPr lang="en-US" altLang="zh-CN" sz="2800" b="0" dirty="0">
                <a:latin typeface="Times New Roman" panose="02020603050405020304" pitchFamily="18" charset="0"/>
              </a:rPr>
              <a:t>120</a:t>
            </a:r>
            <a:r>
              <a:rPr lang="en-US" altLang="zh-CN" sz="2800" b="0" baseline="30000" dirty="0">
                <a:latin typeface="楷体_GB2312" pitchFamily="49" charset="-122"/>
              </a:rPr>
              <a:t>°</a:t>
            </a:r>
            <a:r>
              <a:rPr lang="zh-CN" altLang="en-US" sz="2800" dirty="0">
                <a:latin typeface="楷体_GB2312" pitchFamily="49" charset="-122"/>
              </a:rPr>
              <a:t>的正弦电源。</a:t>
            </a:r>
            <a:endParaRPr lang="zh-CN" altLang="en-US" sz="2800" dirty="0">
              <a:latin typeface="楷体_GB2312" pitchFamily="49" charset="-122"/>
            </a:endParaRPr>
          </a:p>
        </p:txBody>
      </p:sp>
      <p:grpSp>
        <p:nvGrpSpPr>
          <p:cNvPr id="2" name="Group 119"/>
          <p:cNvGrpSpPr/>
          <p:nvPr/>
        </p:nvGrpSpPr>
        <p:grpSpPr>
          <a:xfrm>
            <a:off x="827088" y="2205038"/>
            <a:ext cx="3257550" cy="3128962"/>
            <a:chOff x="521" y="1389"/>
            <a:chExt cx="2052" cy="1971"/>
          </a:xfrm>
        </p:grpSpPr>
        <p:sp>
          <p:nvSpPr>
            <p:cNvPr id="64528" name="Oval 5"/>
            <p:cNvSpPr/>
            <p:nvPr/>
          </p:nvSpPr>
          <p:spPr>
            <a:xfrm>
              <a:off x="913" y="1664"/>
              <a:ext cx="1196" cy="1171"/>
            </a:xfrm>
            <a:prstGeom prst="ellipse">
              <a:avLst/>
            </a:prstGeom>
            <a:noFill/>
            <a:ln w="28575" cap="flat" cmpd="sng">
              <a:solidFill>
                <a:srgbClr val="00FFFF"/>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nvGrpSpPr>
            <p:cNvPr id="64529" name="Group 6"/>
            <p:cNvGrpSpPr/>
            <p:nvPr/>
          </p:nvGrpSpPr>
          <p:grpSpPr>
            <a:xfrm>
              <a:off x="1171" y="1765"/>
              <a:ext cx="701" cy="727"/>
              <a:chOff x="972" y="2040"/>
              <a:chExt cx="816" cy="864"/>
            </a:xfrm>
          </p:grpSpPr>
          <p:sp>
            <p:nvSpPr>
              <p:cNvPr id="64605" name="Line 7"/>
              <p:cNvSpPr/>
              <p:nvPr/>
            </p:nvSpPr>
            <p:spPr>
              <a:xfrm>
                <a:off x="1212" y="2328"/>
                <a:ext cx="0" cy="576"/>
              </a:xfrm>
              <a:prstGeom prst="line">
                <a:avLst/>
              </a:prstGeom>
              <a:ln w="28575" cap="flat" cmpd="sng">
                <a:solidFill>
                  <a:srgbClr val="FF9900"/>
                </a:solidFill>
                <a:prstDash val="solid"/>
                <a:headEnd type="none" w="med" len="med"/>
                <a:tailEnd type="none" w="med" len="med"/>
              </a:ln>
            </p:spPr>
          </p:sp>
          <p:sp>
            <p:nvSpPr>
              <p:cNvPr id="64606" name="Line 8"/>
              <p:cNvSpPr/>
              <p:nvPr/>
            </p:nvSpPr>
            <p:spPr>
              <a:xfrm>
                <a:off x="1548" y="2328"/>
                <a:ext cx="0" cy="576"/>
              </a:xfrm>
              <a:prstGeom prst="line">
                <a:avLst/>
              </a:prstGeom>
              <a:ln w="28575" cap="flat" cmpd="sng">
                <a:solidFill>
                  <a:srgbClr val="FF9900"/>
                </a:solidFill>
                <a:prstDash val="solid"/>
                <a:headEnd type="none" w="med" len="med"/>
                <a:tailEnd type="none" w="med" len="med"/>
              </a:ln>
            </p:spPr>
          </p:sp>
          <p:sp>
            <p:nvSpPr>
              <p:cNvPr id="64607" name="Arc 9"/>
              <p:cNvSpPr/>
              <p:nvPr/>
            </p:nvSpPr>
            <p:spPr>
              <a:xfrm rot="-8240074" flipV="1">
                <a:off x="1092" y="2040"/>
                <a:ext cx="576" cy="576"/>
              </a:xfrm>
              <a:custGeom>
                <a:avLst/>
                <a:gdLst>
                  <a:gd name="txL" fmla="*/ 0 w 21600"/>
                  <a:gd name="txT" fmla="*/ 0 h 21600"/>
                  <a:gd name="txR" fmla="*/ 21600 w 21600"/>
                  <a:gd name="txB" fmla="*/ 21600 h 21600"/>
                </a:gdLst>
                <a:ahLst/>
                <a:cxnLst>
                  <a:cxn ang="0">
                    <a:pos x="0" y="0"/>
                  </a:cxn>
                  <a:cxn ang="0">
                    <a:pos x="15" y="15"/>
                  </a:cxn>
                  <a:cxn ang="0">
                    <a:pos x="0" y="15"/>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28575" cap="flat" cmpd="sng">
                <a:solidFill>
                  <a:srgbClr val="66FF33"/>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4608" name="Line 10"/>
              <p:cNvSpPr/>
              <p:nvPr/>
            </p:nvSpPr>
            <p:spPr>
              <a:xfrm>
                <a:off x="1548" y="2316"/>
                <a:ext cx="240" cy="0"/>
              </a:xfrm>
              <a:prstGeom prst="line">
                <a:avLst/>
              </a:prstGeom>
              <a:ln w="28575" cap="flat" cmpd="sng">
                <a:solidFill>
                  <a:srgbClr val="66FF33"/>
                </a:solidFill>
                <a:prstDash val="solid"/>
                <a:headEnd type="none" w="med" len="med"/>
                <a:tailEnd type="none" w="med" len="med"/>
              </a:ln>
            </p:spPr>
          </p:sp>
          <p:sp>
            <p:nvSpPr>
              <p:cNvPr id="64609" name="Line 11"/>
              <p:cNvSpPr/>
              <p:nvPr/>
            </p:nvSpPr>
            <p:spPr>
              <a:xfrm flipH="1">
                <a:off x="972" y="2328"/>
                <a:ext cx="228" cy="0"/>
              </a:xfrm>
              <a:prstGeom prst="line">
                <a:avLst/>
              </a:prstGeom>
              <a:ln w="28575" cap="flat" cmpd="sng">
                <a:solidFill>
                  <a:srgbClr val="66FF33"/>
                </a:solidFill>
                <a:prstDash val="solid"/>
                <a:headEnd type="none" w="med" len="med"/>
                <a:tailEnd type="none" w="med" len="med"/>
              </a:ln>
            </p:spPr>
          </p:sp>
        </p:grpSp>
        <p:grpSp>
          <p:nvGrpSpPr>
            <p:cNvPr id="64530" name="Group 12"/>
            <p:cNvGrpSpPr/>
            <p:nvPr/>
          </p:nvGrpSpPr>
          <p:grpSpPr>
            <a:xfrm rot="10800000">
              <a:off x="1171" y="2017"/>
              <a:ext cx="701" cy="727"/>
              <a:chOff x="972" y="2040"/>
              <a:chExt cx="816" cy="864"/>
            </a:xfrm>
          </p:grpSpPr>
          <p:sp>
            <p:nvSpPr>
              <p:cNvPr id="64600" name="Line 13"/>
              <p:cNvSpPr/>
              <p:nvPr/>
            </p:nvSpPr>
            <p:spPr>
              <a:xfrm>
                <a:off x="1212" y="2328"/>
                <a:ext cx="0" cy="576"/>
              </a:xfrm>
              <a:prstGeom prst="line">
                <a:avLst/>
              </a:prstGeom>
              <a:ln w="28575" cap="flat" cmpd="sng">
                <a:solidFill>
                  <a:srgbClr val="66FF33"/>
                </a:solidFill>
                <a:prstDash val="solid"/>
                <a:headEnd type="none" w="med" len="med"/>
                <a:tailEnd type="none" w="med" len="med"/>
              </a:ln>
            </p:spPr>
          </p:sp>
          <p:sp>
            <p:nvSpPr>
              <p:cNvPr id="64601" name="Line 14"/>
              <p:cNvSpPr/>
              <p:nvPr/>
            </p:nvSpPr>
            <p:spPr>
              <a:xfrm>
                <a:off x="1548" y="2328"/>
                <a:ext cx="0" cy="576"/>
              </a:xfrm>
              <a:prstGeom prst="line">
                <a:avLst/>
              </a:prstGeom>
              <a:ln w="28575" cap="flat" cmpd="sng">
                <a:solidFill>
                  <a:srgbClr val="66FF33"/>
                </a:solidFill>
                <a:prstDash val="solid"/>
                <a:headEnd type="none" w="med" len="med"/>
                <a:tailEnd type="none" w="med" len="med"/>
              </a:ln>
            </p:spPr>
          </p:sp>
          <p:sp>
            <p:nvSpPr>
              <p:cNvPr id="64602" name="Arc 15"/>
              <p:cNvSpPr/>
              <p:nvPr/>
            </p:nvSpPr>
            <p:spPr>
              <a:xfrm rot="-8240074" flipV="1">
                <a:off x="1092" y="2040"/>
                <a:ext cx="576" cy="576"/>
              </a:xfrm>
              <a:custGeom>
                <a:avLst/>
                <a:gdLst>
                  <a:gd name="txL" fmla="*/ 0 w 21600"/>
                  <a:gd name="txT" fmla="*/ 0 h 21600"/>
                  <a:gd name="txR" fmla="*/ 21600 w 21600"/>
                  <a:gd name="txB" fmla="*/ 21600 h 21600"/>
                </a:gdLst>
                <a:ahLst/>
                <a:cxnLst>
                  <a:cxn ang="0">
                    <a:pos x="0" y="0"/>
                  </a:cxn>
                  <a:cxn ang="0">
                    <a:pos x="15" y="15"/>
                  </a:cxn>
                  <a:cxn ang="0">
                    <a:pos x="0" y="15"/>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28575" cap="flat" cmpd="sng">
                <a:solidFill>
                  <a:srgbClr val="66FF33"/>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4603" name="Line 16"/>
              <p:cNvSpPr/>
              <p:nvPr/>
            </p:nvSpPr>
            <p:spPr>
              <a:xfrm>
                <a:off x="1548" y="2316"/>
                <a:ext cx="240" cy="0"/>
              </a:xfrm>
              <a:prstGeom prst="line">
                <a:avLst/>
              </a:prstGeom>
              <a:ln w="28575" cap="flat" cmpd="sng">
                <a:solidFill>
                  <a:srgbClr val="66FF33"/>
                </a:solidFill>
                <a:prstDash val="solid"/>
                <a:headEnd type="none" w="med" len="med"/>
                <a:tailEnd type="none" w="med" len="med"/>
              </a:ln>
            </p:spPr>
          </p:sp>
          <p:sp>
            <p:nvSpPr>
              <p:cNvPr id="64604" name="Line 17"/>
              <p:cNvSpPr/>
              <p:nvPr/>
            </p:nvSpPr>
            <p:spPr>
              <a:xfrm flipH="1">
                <a:off x="972" y="2328"/>
                <a:ext cx="228" cy="0"/>
              </a:xfrm>
              <a:prstGeom prst="line">
                <a:avLst/>
              </a:prstGeom>
              <a:ln w="28575" cap="flat" cmpd="sng">
                <a:solidFill>
                  <a:srgbClr val="66FF33"/>
                </a:solidFill>
                <a:prstDash val="solid"/>
                <a:headEnd type="none" w="med" len="med"/>
                <a:tailEnd type="none" w="med" len="med"/>
              </a:ln>
            </p:spPr>
          </p:sp>
        </p:grpSp>
        <p:sp>
          <p:nvSpPr>
            <p:cNvPr id="64531" name="Freeform 18"/>
            <p:cNvSpPr/>
            <p:nvPr/>
          </p:nvSpPr>
          <p:spPr>
            <a:xfrm>
              <a:off x="1294" y="2118"/>
              <a:ext cx="454" cy="111"/>
            </a:xfrm>
            <a:custGeom>
              <a:avLst/>
              <a:gdLst>
                <a:gd name="txL" fmla="*/ 0 w 928"/>
                <a:gd name="txT" fmla="*/ 0 h 192"/>
                <a:gd name="txR" fmla="*/ 928 w 928"/>
                <a:gd name="txB" fmla="*/ 192 h 192"/>
              </a:gdLst>
              <a:ahLst/>
              <a:cxnLst>
                <a:cxn ang="0">
                  <a:pos x="98" y="0"/>
                </a:cxn>
                <a:cxn ang="0">
                  <a:pos x="51" y="28"/>
                </a:cxn>
                <a:cxn ang="0">
                  <a:pos x="403" y="83"/>
                </a:cxn>
                <a:cxn ang="0">
                  <a:pos x="356" y="111"/>
                </a:cxn>
              </a:cxnLst>
              <a:rect l="txL" t="txT" r="txR" b="txB"/>
              <a:pathLst>
                <a:path w="928" h="192">
                  <a:moveTo>
                    <a:pt x="200" y="0"/>
                  </a:moveTo>
                  <a:cubicBezTo>
                    <a:pt x="100" y="12"/>
                    <a:pt x="0" y="24"/>
                    <a:pt x="104" y="48"/>
                  </a:cubicBezTo>
                  <a:cubicBezTo>
                    <a:pt x="208" y="72"/>
                    <a:pt x="720" y="120"/>
                    <a:pt x="824" y="144"/>
                  </a:cubicBezTo>
                  <a:cubicBezTo>
                    <a:pt x="928" y="168"/>
                    <a:pt x="744" y="192"/>
                    <a:pt x="728" y="192"/>
                  </a:cubicBezTo>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4532" name="Freeform 19"/>
            <p:cNvSpPr/>
            <p:nvPr/>
          </p:nvSpPr>
          <p:spPr>
            <a:xfrm>
              <a:off x="1284" y="2189"/>
              <a:ext cx="454" cy="111"/>
            </a:xfrm>
            <a:custGeom>
              <a:avLst/>
              <a:gdLst>
                <a:gd name="txL" fmla="*/ 0 w 928"/>
                <a:gd name="txT" fmla="*/ 0 h 192"/>
                <a:gd name="txR" fmla="*/ 928 w 928"/>
                <a:gd name="txB" fmla="*/ 192 h 192"/>
              </a:gdLst>
              <a:ahLst/>
              <a:cxnLst>
                <a:cxn ang="0">
                  <a:pos x="98" y="0"/>
                </a:cxn>
                <a:cxn ang="0">
                  <a:pos x="51" y="28"/>
                </a:cxn>
                <a:cxn ang="0">
                  <a:pos x="403" y="83"/>
                </a:cxn>
                <a:cxn ang="0">
                  <a:pos x="356" y="111"/>
                </a:cxn>
              </a:cxnLst>
              <a:rect l="txL" t="txT" r="txR" b="txB"/>
              <a:pathLst>
                <a:path w="928" h="192">
                  <a:moveTo>
                    <a:pt x="200" y="0"/>
                  </a:moveTo>
                  <a:cubicBezTo>
                    <a:pt x="100" y="12"/>
                    <a:pt x="0" y="24"/>
                    <a:pt x="104" y="48"/>
                  </a:cubicBezTo>
                  <a:cubicBezTo>
                    <a:pt x="208" y="72"/>
                    <a:pt x="720" y="120"/>
                    <a:pt x="824" y="144"/>
                  </a:cubicBezTo>
                  <a:cubicBezTo>
                    <a:pt x="928" y="168"/>
                    <a:pt x="744" y="192"/>
                    <a:pt x="728" y="192"/>
                  </a:cubicBezTo>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4533" name="Freeform 20"/>
            <p:cNvSpPr/>
            <p:nvPr/>
          </p:nvSpPr>
          <p:spPr>
            <a:xfrm>
              <a:off x="1284" y="2270"/>
              <a:ext cx="454" cy="111"/>
            </a:xfrm>
            <a:custGeom>
              <a:avLst/>
              <a:gdLst>
                <a:gd name="txL" fmla="*/ 0 w 928"/>
                <a:gd name="txT" fmla="*/ 0 h 192"/>
                <a:gd name="txR" fmla="*/ 928 w 928"/>
                <a:gd name="txB" fmla="*/ 192 h 192"/>
              </a:gdLst>
              <a:ahLst/>
              <a:cxnLst>
                <a:cxn ang="0">
                  <a:pos x="98" y="0"/>
                </a:cxn>
                <a:cxn ang="0">
                  <a:pos x="51" y="28"/>
                </a:cxn>
                <a:cxn ang="0">
                  <a:pos x="403" y="83"/>
                </a:cxn>
                <a:cxn ang="0">
                  <a:pos x="356" y="111"/>
                </a:cxn>
              </a:cxnLst>
              <a:rect l="txL" t="txT" r="txR" b="txB"/>
              <a:pathLst>
                <a:path w="928" h="192">
                  <a:moveTo>
                    <a:pt x="200" y="0"/>
                  </a:moveTo>
                  <a:cubicBezTo>
                    <a:pt x="100" y="12"/>
                    <a:pt x="0" y="24"/>
                    <a:pt x="104" y="48"/>
                  </a:cubicBezTo>
                  <a:cubicBezTo>
                    <a:pt x="208" y="72"/>
                    <a:pt x="720" y="120"/>
                    <a:pt x="824" y="144"/>
                  </a:cubicBezTo>
                  <a:cubicBezTo>
                    <a:pt x="928" y="168"/>
                    <a:pt x="744" y="192"/>
                    <a:pt x="728" y="192"/>
                  </a:cubicBezTo>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4534" name="Freeform 21"/>
            <p:cNvSpPr/>
            <p:nvPr/>
          </p:nvSpPr>
          <p:spPr>
            <a:xfrm>
              <a:off x="1284" y="2351"/>
              <a:ext cx="454" cy="111"/>
            </a:xfrm>
            <a:custGeom>
              <a:avLst/>
              <a:gdLst>
                <a:gd name="txL" fmla="*/ 0 w 928"/>
                <a:gd name="txT" fmla="*/ 0 h 192"/>
                <a:gd name="txR" fmla="*/ 928 w 928"/>
                <a:gd name="txB" fmla="*/ 192 h 192"/>
              </a:gdLst>
              <a:ahLst/>
              <a:cxnLst>
                <a:cxn ang="0">
                  <a:pos x="98" y="0"/>
                </a:cxn>
                <a:cxn ang="0">
                  <a:pos x="51" y="28"/>
                </a:cxn>
                <a:cxn ang="0">
                  <a:pos x="403" y="83"/>
                </a:cxn>
                <a:cxn ang="0">
                  <a:pos x="356" y="111"/>
                </a:cxn>
              </a:cxnLst>
              <a:rect l="txL" t="txT" r="txR" b="txB"/>
              <a:pathLst>
                <a:path w="928" h="192">
                  <a:moveTo>
                    <a:pt x="200" y="0"/>
                  </a:moveTo>
                  <a:cubicBezTo>
                    <a:pt x="100" y="12"/>
                    <a:pt x="0" y="24"/>
                    <a:pt x="104" y="48"/>
                  </a:cubicBezTo>
                  <a:cubicBezTo>
                    <a:pt x="208" y="72"/>
                    <a:pt x="720" y="120"/>
                    <a:pt x="824" y="144"/>
                  </a:cubicBezTo>
                  <a:cubicBezTo>
                    <a:pt x="928" y="168"/>
                    <a:pt x="744" y="192"/>
                    <a:pt x="728" y="192"/>
                  </a:cubicBezTo>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4535" name="Line 22"/>
            <p:cNvSpPr/>
            <p:nvPr/>
          </p:nvSpPr>
          <p:spPr>
            <a:xfrm flipH="1">
              <a:off x="1119" y="2462"/>
              <a:ext cx="248" cy="0"/>
            </a:xfrm>
            <a:prstGeom prst="line">
              <a:avLst/>
            </a:prstGeom>
            <a:ln w="28575" cap="flat" cmpd="sng">
              <a:solidFill>
                <a:srgbClr val="FF9900"/>
              </a:solidFill>
              <a:prstDash val="solid"/>
              <a:headEnd type="none" w="med" len="med"/>
              <a:tailEnd type="none" w="med" len="med"/>
            </a:ln>
          </p:spPr>
        </p:sp>
        <p:sp>
          <p:nvSpPr>
            <p:cNvPr id="64536" name="Freeform 23"/>
            <p:cNvSpPr/>
            <p:nvPr/>
          </p:nvSpPr>
          <p:spPr>
            <a:xfrm rot="351775">
              <a:off x="1387" y="2088"/>
              <a:ext cx="330" cy="40"/>
            </a:xfrm>
            <a:custGeom>
              <a:avLst/>
              <a:gdLst>
                <a:gd name="txL" fmla="*/ 0 w 384"/>
                <a:gd name="txT" fmla="*/ 0 h 144"/>
                <a:gd name="txR" fmla="*/ 384 w 384"/>
                <a:gd name="txB" fmla="*/ 144 h 144"/>
              </a:gdLst>
              <a:ahLst/>
              <a:cxnLst>
                <a:cxn ang="0">
                  <a:pos x="0" y="0"/>
                </a:cxn>
                <a:cxn ang="0">
                  <a:pos x="248" y="13"/>
                </a:cxn>
                <a:cxn ang="0">
                  <a:pos x="330" y="27"/>
                </a:cxn>
                <a:cxn ang="0">
                  <a:pos x="248" y="40"/>
                </a:cxn>
              </a:cxnLst>
              <a:rect l="txL" t="txT" r="txR" b="txB"/>
              <a:pathLst>
                <a:path w="384" h="144">
                  <a:moveTo>
                    <a:pt x="0" y="0"/>
                  </a:moveTo>
                  <a:cubicBezTo>
                    <a:pt x="112" y="16"/>
                    <a:pt x="224" y="32"/>
                    <a:pt x="288" y="48"/>
                  </a:cubicBezTo>
                  <a:cubicBezTo>
                    <a:pt x="352" y="64"/>
                    <a:pt x="384" y="80"/>
                    <a:pt x="384" y="96"/>
                  </a:cubicBezTo>
                  <a:cubicBezTo>
                    <a:pt x="384" y="112"/>
                    <a:pt x="336" y="128"/>
                    <a:pt x="288" y="144"/>
                  </a:cubicBezTo>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4537" name="Line 24"/>
            <p:cNvSpPr/>
            <p:nvPr/>
          </p:nvSpPr>
          <p:spPr>
            <a:xfrm flipH="1">
              <a:off x="1119" y="2068"/>
              <a:ext cx="248" cy="0"/>
            </a:xfrm>
            <a:prstGeom prst="line">
              <a:avLst/>
            </a:prstGeom>
            <a:ln w="28575" cap="flat" cmpd="sng">
              <a:solidFill>
                <a:srgbClr val="FF9900"/>
              </a:solidFill>
              <a:prstDash val="solid"/>
              <a:headEnd type="none" w="med" len="med"/>
              <a:tailEnd type="none" w="med" len="med"/>
            </a:ln>
          </p:spPr>
        </p:sp>
        <p:sp>
          <p:nvSpPr>
            <p:cNvPr id="64538" name="Text Box 25"/>
            <p:cNvSpPr txBox="1"/>
            <p:nvPr/>
          </p:nvSpPr>
          <p:spPr>
            <a:xfrm>
              <a:off x="1418" y="1866"/>
              <a:ext cx="255" cy="288"/>
            </a:xfrm>
            <a:prstGeom prst="rect">
              <a:avLst/>
            </a:prstGeom>
            <a:noFill/>
            <a:ln w="28575">
              <a:noFill/>
            </a:ln>
          </p:spPr>
          <p:txBody>
            <a:bodyPr wrap="none">
              <a:spAutoFit/>
            </a:bodyPr>
            <a:p>
              <a:r>
                <a:rPr lang="en-US" altLang="zh-CN" sz="2400" b="0" dirty="0">
                  <a:solidFill>
                    <a:schemeClr val="bg1"/>
                  </a:solidFill>
                  <a:latin typeface="Times New Roman" panose="02020603050405020304" pitchFamily="18" charset="0"/>
                  <a:ea typeface="宋体" panose="02010600030101010101" pitchFamily="2" charset="-122"/>
                </a:rPr>
                <a:t>N</a:t>
              </a:r>
              <a:endParaRPr lang="en-US" altLang="zh-CN" sz="2400" b="0" dirty="0">
                <a:solidFill>
                  <a:schemeClr val="bg1"/>
                </a:solidFill>
                <a:latin typeface="Times New Roman" panose="02020603050405020304" pitchFamily="18" charset="0"/>
                <a:ea typeface="宋体" panose="02010600030101010101" pitchFamily="2" charset="-122"/>
              </a:endParaRPr>
            </a:p>
          </p:txBody>
        </p:sp>
        <p:sp>
          <p:nvSpPr>
            <p:cNvPr id="64539" name="Text Box 26"/>
            <p:cNvSpPr txBox="1"/>
            <p:nvPr/>
          </p:nvSpPr>
          <p:spPr>
            <a:xfrm>
              <a:off x="1428" y="2401"/>
              <a:ext cx="223" cy="288"/>
            </a:xfrm>
            <a:prstGeom prst="rect">
              <a:avLst/>
            </a:prstGeom>
            <a:noFill/>
            <a:ln w="28575">
              <a:noFill/>
            </a:ln>
          </p:spPr>
          <p:txBody>
            <a:bodyPr wrap="none">
              <a:spAutoFit/>
            </a:bodyPr>
            <a:p>
              <a:r>
                <a:rPr lang="en-US" altLang="zh-CN" sz="2400" b="0" dirty="0">
                  <a:solidFill>
                    <a:schemeClr val="bg1"/>
                  </a:solidFill>
                  <a:latin typeface="Times New Roman" panose="02020603050405020304" pitchFamily="18" charset="0"/>
                  <a:ea typeface="宋体" panose="02010600030101010101" pitchFamily="2" charset="-122"/>
                </a:rPr>
                <a:t>S</a:t>
              </a:r>
              <a:endParaRPr lang="en-US" altLang="zh-CN" sz="2400" b="0" dirty="0">
                <a:solidFill>
                  <a:schemeClr val="bg1"/>
                </a:solidFill>
                <a:latin typeface="Times New Roman" panose="02020603050405020304" pitchFamily="18" charset="0"/>
                <a:ea typeface="宋体" panose="02010600030101010101" pitchFamily="2" charset="-122"/>
              </a:endParaRPr>
            </a:p>
          </p:txBody>
        </p:sp>
        <p:sp>
          <p:nvSpPr>
            <p:cNvPr id="64540" name="Line 27"/>
            <p:cNvSpPr/>
            <p:nvPr/>
          </p:nvSpPr>
          <p:spPr>
            <a:xfrm>
              <a:off x="1119" y="2068"/>
              <a:ext cx="124" cy="0"/>
            </a:xfrm>
            <a:prstGeom prst="line">
              <a:avLst/>
            </a:prstGeom>
            <a:ln w="28575" cap="flat" cmpd="sng">
              <a:solidFill>
                <a:srgbClr val="FF9900"/>
              </a:solidFill>
              <a:prstDash val="solid"/>
              <a:headEnd type="none" w="med" len="med"/>
              <a:tailEnd type="triangle" w="med" len="med"/>
            </a:ln>
          </p:spPr>
        </p:sp>
        <p:sp>
          <p:nvSpPr>
            <p:cNvPr id="64541" name="Text Box 28"/>
            <p:cNvSpPr txBox="1"/>
            <p:nvPr/>
          </p:nvSpPr>
          <p:spPr>
            <a:xfrm>
              <a:off x="1036" y="1954"/>
              <a:ext cx="140" cy="288"/>
            </a:xfrm>
            <a:prstGeom prst="rect">
              <a:avLst/>
            </a:prstGeom>
            <a:noFill/>
            <a:ln w="28575">
              <a:noFill/>
            </a:ln>
          </p:spPr>
          <p:txBody>
            <a:bodyPr anchor="ctr" anchorCtr="0">
              <a:spAutoFit/>
            </a:bodyPr>
            <a:p>
              <a:pPr algn="ctr" eaLnBrk="0" hangingPunct="0">
                <a:spcBef>
                  <a:spcPct val="50000"/>
                </a:spcBef>
              </a:pPr>
              <a:r>
                <a:rPr lang="en-US" altLang="zh-CN" sz="2400" b="0" dirty="0">
                  <a:solidFill>
                    <a:srgbClr val="FF9900"/>
                  </a:solidFill>
                  <a:latin typeface="Times New Roman" panose="02020603050405020304" pitchFamily="18" charset="0"/>
                  <a:ea typeface="宋体" panose="02010600030101010101" pitchFamily="2" charset="-122"/>
                  <a:sym typeface="Symbol" panose="05050102010706020507" pitchFamily="18" charset="2"/>
                </a:rPr>
                <a:t>º</a:t>
              </a:r>
              <a:endParaRPr lang="en-US" altLang="zh-CN" sz="2400" b="0" dirty="0">
                <a:solidFill>
                  <a:srgbClr val="FF9900"/>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64542" name="Text Box 29"/>
            <p:cNvSpPr txBox="1"/>
            <p:nvPr/>
          </p:nvSpPr>
          <p:spPr>
            <a:xfrm>
              <a:off x="1046" y="2348"/>
              <a:ext cx="140" cy="288"/>
            </a:xfrm>
            <a:prstGeom prst="rect">
              <a:avLst/>
            </a:prstGeom>
            <a:noFill/>
            <a:ln w="28575">
              <a:noFill/>
            </a:ln>
          </p:spPr>
          <p:txBody>
            <a:bodyPr anchor="ctr" anchorCtr="0">
              <a:spAutoFit/>
            </a:bodyPr>
            <a:p>
              <a:pPr algn="ctr" eaLnBrk="0" hangingPunct="0">
                <a:spcBef>
                  <a:spcPct val="50000"/>
                </a:spcBef>
              </a:pPr>
              <a:r>
                <a:rPr lang="en-US" altLang="zh-CN" sz="2400" b="0" dirty="0">
                  <a:solidFill>
                    <a:srgbClr val="FF9900"/>
                  </a:solidFill>
                  <a:latin typeface="Times New Roman" panose="02020603050405020304" pitchFamily="18" charset="0"/>
                  <a:ea typeface="宋体" panose="02010600030101010101" pitchFamily="2" charset="-122"/>
                  <a:sym typeface="Symbol" panose="05050102010706020507" pitchFamily="18" charset="2"/>
                </a:rPr>
                <a:t>º</a:t>
              </a:r>
              <a:endParaRPr lang="en-US" altLang="zh-CN" sz="2400" b="0" dirty="0">
                <a:solidFill>
                  <a:srgbClr val="FF9900"/>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64543" name="Text Box 30"/>
            <p:cNvSpPr txBox="1"/>
            <p:nvPr/>
          </p:nvSpPr>
          <p:spPr>
            <a:xfrm>
              <a:off x="1119" y="2068"/>
              <a:ext cx="180" cy="288"/>
            </a:xfrm>
            <a:prstGeom prst="rect">
              <a:avLst/>
            </a:prstGeom>
            <a:noFill/>
            <a:ln w="28575">
              <a:noFill/>
            </a:ln>
          </p:spPr>
          <p:txBody>
            <a:bodyPr wrap="none">
              <a:spAutoFit/>
            </a:bodyPr>
            <a:p>
              <a:r>
                <a:rPr lang="en-US" altLang="zh-CN" sz="2400" b="0" i="1" dirty="0">
                  <a:solidFill>
                    <a:schemeClr val="bg1"/>
                  </a:solidFill>
                  <a:latin typeface="Times New Roman" panose="02020603050405020304" pitchFamily="18" charset="0"/>
                  <a:ea typeface="宋体" panose="02010600030101010101" pitchFamily="2" charset="-122"/>
                </a:rPr>
                <a:t>I</a:t>
              </a:r>
              <a:endParaRPr lang="en-US" altLang="zh-CN" sz="2400" b="0" i="1" dirty="0">
                <a:solidFill>
                  <a:schemeClr val="bg1"/>
                </a:solidFill>
                <a:latin typeface="Times New Roman" panose="02020603050405020304" pitchFamily="18" charset="0"/>
                <a:ea typeface="宋体" panose="02010600030101010101" pitchFamily="2" charset="-122"/>
              </a:endParaRPr>
            </a:p>
          </p:txBody>
        </p:sp>
        <p:sp>
          <p:nvSpPr>
            <p:cNvPr id="64544" name="Line 31"/>
            <p:cNvSpPr/>
            <p:nvPr/>
          </p:nvSpPr>
          <p:spPr>
            <a:xfrm flipV="1">
              <a:off x="1532" y="1704"/>
              <a:ext cx="0" cy="122"/>
            </a:xfrm>
            <a:prstGeom prst="line">
              <a:avLst/>
            </a:prstGeom>
            <a:ln w="28575" cap="flat" cmpd="sng">
              <a:solidFill>
                <a:srgbClr val="FF9900"/>
              </a:solidFill>
              <a:prstDash val="solid"/>
              <a:headEnd type="none" w="med" len="med"/>
              <a:tailEnd type="triangle" w="med" len="med"/>
            </a:ln>
          </p:spPr>
        </p:sp>
        <p:sp>
          <p:nvSpPr>
            <p:cNvPr id="64545" name="Line 32"/>
            <p:cNvSpPr/>
            <p:nvPr/>
          </p:nvSpPr>
          <p:spPr>
            <a:xfrm rot="-1107049" flipV="1">
              <a:off x="1336" y="1745"/>
              <a:ext cx="0" cy="121"/>
            </a:xfrm>
            <a:prstGeom prst="line">
              <a:avLst/>
            </a:prstGeom>
            <a:ln w="28575" cap="flat" cmpd="sng">
              <a:solidFill>
                <a:srgbClr val="FF9900"/>
              </a:solidFill>
              <a:prstDash val="solid"/>
              <a:headEnd type="none" w="med" len="med"/>
              <a:tailEnd type="triangle" w="med" len="med"/>
            </a:ln>
          </p:spPr>
        </p:sp>
        <p:sp>
          <p:nvSpPr>
            <p:cNvPr id="64546" name="Line 33"/>
            <p:cNvSpPr/>
            <p:nvPr/>
          </p:nvSpPr>
          <p:spPr>
            <a:xfrm rot="-2713708" flipV="1">
              <a:off x="1160" y="1823"/>
              <a:ext cx="1" cy="124"/>
            </a:xfrm>
            <a:prstGeom prst="line">
              <a:avLst/>
            </a:prstGeom>
            <a:ln w="28575" cap="flat" cmpd="sng">
              <a:solidFill>
                <a:srgbClr val="FF9900"/>
              </a:solidFill>
              <a:prstDash val="solid"/>
              <a:headEnd type="none" w="med" len="med"/>
              <a:tailEnd type="triangle" w="med" len="med"/>
            </a:ln>
          </p:spPr>
        </p:sp>
        <p:sp>
          <p:nvSpPr>
            <p:cNvPr id="64547" name="Line 34"/>
            <p:cNvSpPr/>
            <p:nvPr/>
          </p:nvSpPr>
          <p:spPr>
            <a:xfrm rot="1741084" flipV="1">
              <a:off x="1717" y="1735"/>
              <a:ext cx="1" cy="121"/>
            </a:xfrm>
            <a:prstGeom prst="line">
              <a:avLst/>
            </a:prstGeom>
            <a:ln w="28575" cap="flat" cmpd="sng">
              <a:solidFill>
                <a:srgbClr val="FF9900"/>
              </a:solidFill>
              <a:prstDash val="solid"/>
              <a:headEnd type="none" w="med" len="med"/>
              <a:tailEnd type="triangle" w="med" len="med"/>
            </a:ln>
          </p:spPr>
        </p:sp>
        <p:sp>
          <p:nvSpPr>
            <p:cNvPr id="64548" name="Line 35"/>
            <p:cNvSpPr/>
            <p:nvPr/>
          </p:nvSpPr>
          <p:spPr>
            <a:xfrm rot="2500223" flipV="1">
              <a:off x="1862" y="1816"/>
              <a:ext cx="0" cy="121"/>
            </a:xfrm>
            <a:prstGeom prst="line">
              <a:avLst/>
            </a:prstGeom>
            <a:ln w="28575" cap="flat" cmpd="sng">
              <a:solidFill>
                <a:srgbClr val="FF9900"/>
              </a:solidFill>
              <a:prstDash val="solid"/>
              <a:headEnd type="none" w="med" len="med"/>
              <a:tailEnd type="triangle" w="med" len="med"/>
            </a:ln>
          </p:spPr>
        </p:sp>
        <p:sp>
          <p:nvSpPr>
            <p:cNvPr id="64549" name="Line 36"/>
            <p:cNvSpPr/>
            <p:nvPr/>
          </p:nvSpPr>
          <p:spPr>
            <a:xfrm>
              <a:off x="1944" y="1987"/>
              <a:ext cx="82" cy="162"/>
            </a:xfrm>
            <a:prstGeom prst="line">
              <a:avLst/>
            </a:prstGeom>
            <a:ln w="28575" cap="flat" cmpd="sng">
              <a:solidFill>
                <a:srgbClr val="FF3300"/>
              </a:solidFill>
              <a:prstDash val="solid"/>
              <a:headEnd type="none" w="med" len="med"/>
              <a:tailEnd type="triangle" w="med" len="med"/>
            </a:ln>
          </p:spPr>
        </p:sp>
        <p:sp>
          <p:nvSpPr>
            <p:cNvPr id="64550" name="Text Box 37"/>
            <p:cNvSpPr txBox="1"/>
            <p:nvPr/>
          </p:nvSpPr>
          <p:spPr>
            <a:xfrm>
              <a:off x="1820" y="2068"/>
              <a:ext cx="248" cy="288"/>
            </a:xfrm>
            <a:prstGeom prst="rect">
              <a:avLst/>
            </a:prstGeom>
            <a:noFill/>
            <a:ln w="28575">
              <a:noFill/>
            </a:ln>
          </p:spPr>
          <p:txBody>
            <a:bodyPr wrap="none">
              <a:spAutoFit/>
            </a:bodyPr>
            <a:p>
              <a:r>
                <a:rPr lang="en-US" altLang="zh-CN" sz="2400" b="0" i="1" dirty="0">
                  <a:solidFill>
                    <a:schemeClr val="bg1"/>
                  </a:solidFill>
                  <a:latin typeface="Symbol" panose="05050102010706020507" pitchFamily="18" charset="2"/>
                  <a:ea typeface="宋体" panose="02010600030101010101" pitchFamily="2" charset="-122"/>
                </a:rPr>
                <a:t>w</a:t>
              </a:r>
              <a:endParaRPr lang="en-US" altLang="zh-CN" sz="2400" b="0" i="1" dirty="0">
                <a:solidFill>
                  <a:schemeClr val="bg1"/>
                </a:solidFill>
                <a:latin typeface="Symbol" panose="05050102010706020507" pitchFamily="18" charset="2"/>
                <a:ea typeface="宋体" panose="02010600030101010101" pitchFamily="2" charset="-122"/>
              </a:endParaRPr>
            </a:p>
          </p:txBody>
        </p:sp>
        <p:sp>
          <p:nvSpPr>
            <p:cNvPr id="64551" name="Line 38"/>
            <p:cNvSpPr/>
            <p:nvPr/>
          </p:nvSpPr>
          <p:spPr>
            <a:xfrm>
              <a:off x="1532" y="2633"/>
              <a:ext cx="0" cy="162"/>
            </a:xfrm>
            <a:prstGeom prst="line">
              <a:avLst/>
            </a:prstGeom>
            <a:ln w="28575" cap="flat" cmpd="sng">
              <a:solidFill>
                <a:srgbClr val="FF9900"/>
              </a:solidFill>
              <a:prstDash val="solid"/>
              <a:headEnd type="none" w="med" len="med"/>
              <a:tailEnd type="triangle" w="med" len="med"/>
            </a:ln>
          </p:spPr>
        </p:sp>
        <p:sp>
          <p:nvSpPr>
            <p:cNvPr id="64552" name="Line 39"/>
            <p:cNvSpPr/>
            <p:nvPr/>
          </p:nvSpPr>
          <p:spPr>
            <a:xfrm rot="-1231107">
              <a:off x="1697" y="2593"/>
              <a:ext cx="0" cy="161"/>
            </a:xfrm>
            <a:prstGeom prst="line">
              <a:avLst/>
            </a:prstGeom>
            <a:ln w="28575" cap="flat" cmpd="sng">
              <a:solidFill>
                <a:srgbClr val="FF9900"/>
              </a:solidFill>
              <a:prstDash val="solid"/>
              <a:headEnd type="none" w="med" len="med"/>
              <a:tailEnd type="triangle" w="med" len="med"/>
            </a:ln>
          </p:spPr>
        </p:sp>
        <p:sp>
          <p:nvSpPr>
            <p:cNvPr id="64553" name="Line 40"/>
            <p:cNvSpPr/>
            <p:nvPr/>
          </p:nvSpPr>
          <p:spPr>
            <a:xfrm rot="-2392961">
              <a:off x="1862" y="2512"/>
              <a:ext cx="0" cy="162"/>
            </a:xfrm>
            <a:prstGeom prst="line">
              <a:avLst/>
            </a:prstGeom>
            <a:ln w="28575" cap="flat" cmpd="sng">
              <a:solidFill>
                <a:srgbClr val="FF9900"/>
              </a:solidFill>
              <a:prstDash val="solid"/>
              <a:headEnd type="none" w="med" len="med"/>
              <a:tailEnd type="triangle" w="med" len="med"/>
            </a:ln>
          </p:spPr>
        </p:sp>
        <p:sp>
          <p:nvSpPr>
            <p:cNvPr id="64554" name="Line 41"/>
            <p:cNvSpPr/>
            <p:nvPr/>
          </p:nvSpPr>
          <p:spPr>
            <a:xfrm rot="1128713">
              <a:off x="1336" y="2613"/>
              <a:ext cx="0" cy="162"/>
            </a:xfrm>
            <a:prstGeom prst="line">
              <a:avLst/>
            </a:prstGeom>
            <a:ln w="28575" cap="flat" cmpd="sng">
              <a:solidFill>
                <a:srgbClr val="FF9900"/>
              </a:solidFill>
              <a:prstDash val="solid"/>
              <a:headEnd type="none" w="med" len="med"/>
              <a:tailEnd type="triangle" w="med" len="med"/>
            </a:ln>
          </p:spPr>
        </p:sp>
        <p:sp>
          <p:nvSpPr>
            <p:cNvPr id="64555" name="Line 42"/>
            <p:cNvSpPr/>
            <p:nvPr/>
          </p:nvSpPr>
          <p:spPr>
            <a:xfrm rot="2851567">
              <a:off x="1170" y="2520"/>
              <a:ext cx="1" cy="165"/>
            </a:xfrm>
            <a:prstGeom prst="line">
              <a:avLst/>
            </a:prstGeom>
            <a:ln w="28575" cap="flat" cmpd="sng">
              <a:solidFill>
                <a:srgbClr val="FF9900"/>
              </a:solidFill>
              <a:prstDash val="solid"/>
              <a:headEnd type="none" w="med" len="med"/>
              <a:tailEnd type="triangle" w="med" len="med"/>
            </a:ln>
          </p:spPr>
        </p:sp>
        <p:sp>
          <p:nvSpPr>
            <p:cNvPr id="64556" name="Text Box 43"/>
            <p:cNvSpPr txBox="1"/>
            <p:nvPr/>
          </p:nvSpPr>
          <p:spPr>
            <a:xfrm>
              <a:off x="1423" y="1389"/>
              <a:ext cx="255" cy="288"/>
            </a:xfrm>
            <a:prstGeom prst="rect">
              <a:avLst/>
            </a:prstGeom>
            <a:noFill/>
            <a:ln w="28575">
              <a:noFill/>
            </a:ln>
          </p:spPr>
          <p:txBody>
            <a:bodyPr wrap="none">
              <a:spAutoFit/>
            </a:bodyPr>
            <a:p>
              <a:r>
                <a:rPr lang="en-US" altLang="zh-CN" sz="2400" b="0" dirty="0">
                  <a:solidFill>
                    <a:schemeClr val="bg1"/>
                  </a:solidFill>
                  <a:latin typeface="Times New Roman" panose="02020603050405020304" pitchFamily="18" charset="0"/>
                  <a:ea typeface="宋体" panose="02010600030101010101" pitchFamily="2" charset="-122"/>
                </a:rPr>
                <a:t>A</a:t>
              </a:r>
              <a:endParaRPr lang="en-US" altLang="zh-CN" sz="2400" b="0" dirty="0">
                <a:solidFill>
                  <a:schemeClr val="bg1"/>
                </a:solidFill>
                <a:latin typeface="Times New Roman" panose="02020603050405020304" pitchFamily="18" charset="0"/>
                <a:ea typeface="宋体" panose="02010600030101010101" pitchFamily="2" charset="-122"/>
              </a:endParaRPr>
            </a:p>
          </p:txBody>
        </p:sp>
        <p:sp>
          <p:nvSpPr>
            <p:cNvPr id="64557" name="Text Box 44"/>
            <p:cNvSpPr txBox="1"/>
            <p:nvPr/>
          </p:nvSpPr>
          <p:spPr>
            <a:xfrm>
              <a:off x="2099" y="1815"/>
              <a:ext cx="233" cy="288"/>
            </a:xfrm>
            <a:prstGeom prst="rect">
              <a:avLst/>
            </a:prstGeom>
            <a:noFill/>
            <a:ln w="28575">
              <a:noFill/>
            </a:ln>
          </p:spPr>
          <p:txBody>
            <a:bodyPr wrap="none">
              <a:spAutoFit/>
            </a:bodyPr>
            <a:p>
              <a:r>
                <a:rPr lang="en-US" altLang="zh-CN" sz="2400" b="0" dirty="0">
                  <a:solidFill>
                    <a:schemeClr val="bg1"/>
                  </a:solidFill>
                  <a:latin typeface="Times New Roman" panose="02020603050405020304" pitchFamily="18" charset="0"/>
                  <a:ea typeface="宋体" panose="02010600030101010101" pitchFamily="2" charset="-122"/>
                </a:rPr>
                <a:t>Z</a:t>
              </a:r>
              <a:endParaRPr lang="en-US" altLang="zh-CN" sz="2400" b="0" dirty="0">
                <a:solidFill>
                  <a:schemeClr val="bg1"/>
                </a:solidFill>
                <a:latin typeface="Times New Roman" panose="02020603050405020304" pitchFamily="18" charset="0"/>
                <a:ea typeface="宋体" panose="02010600030101010101" pitchFamily="2" charset="-122"/>
              </a:endParaRPr>
            </a:p>
          </p:txBody>
        </p:sp>
        <p:sp>
          <p:nvSpPr>
            <p:cNvPr id="64558" name="Text Box 45"/>
            <p:cNvSpPr txBox="1"/>
            <p:nvPr/>
          </p:nvSpPr>
          <p:spPr>
            <a:xfrm>
              <a:off x="2006" y="2557"/>
              <a:ext cx="244" cy="288"/>
            </a:xfrm>
            <a:prstGeom prst="rect">
              <a:avLst/>
            </a:prstGeom>
            <a:noFill/>
            <a:ln w="28575">
              <a:noFill/>
            </a:ln>
          </p:spPr>
          <p:txBody>
            <a:bodyPr wrap="none">
              <a:spAutoFit/>
            </a:bodyPr>
            <a:p>
              <a:r>
                <a:rPr lang="en-US" altLang="zh-CN" sz="2400" b="0" dirty="0">
                  <a:solidFill>
                    <a:schemeClr val="bg1"/>
                  </a:solidFill>
                  <a:latin typeface="Times New Roman" panose="02020603050405020304" pitchFamily="18" charset="0"/>
                  <a:ea typeface="宋体" panose="02010600030101010101" pitchFamily="2" charset="-122"/>
                </a:rPr>
                <a:t>B</a:t>
              </a:r>
              <a:endParaRPr lang="en-US" altLang="zh-CN" sz="2400" b="0" dirty="0">
                <a:solidFill>
                  <a:schemeClr val="bg1"/>
                </a:solidFill>
                <a:latin typeface="Times New Roman" panose="02020603050405020304" pitchFamily="18" charset="0"/>
                <a:ea typeface="宋体" panose="02010600030101010101" pitchFamily="2" charset="-122"/>
              </a:endParaRPr>
            </a:p>
          </p:txBody>
        </p:sp>
        <p:sp>
          <p:nvSpPr>
            <p:cNvPr id="64559" name="Text Box 46"/>
            <p:cNvSpPr txBox="1"/>
            <p:nvPr/>
          </p:nvSpPr>
          <p:spPr>
            <a:xfrm>
              <a:off x="1392" y="2875"/>
              <a:ext cx="255" cy="288"/>
            </a:xfrm>
            <a:prstGeom prst="rect">
              <a:avLst/>
            </a:prstGeom>
            <a:noFill/>
            <a:ln w="28575">
              <a:noFill/>
            </a:ln>
          </p:spPr>
          <p:txBody>
            <a:bodyPr wrap="none">
              <a:spAutoFit/>
            </a:bodyPr>
            <a:p>
              <a:r>
                <a:rPr lang="en-US" altLang="zh-CN" sz="2400" b="0" dirty="0">
                  <a:solidFill>
                    <a:schemeClr val="bg1"/>
                  </a:solidFill>
                  <a:latin typeface="Times New Roman" panose="02020603050405020304" pitchFamily="18" charset="0"/>
                  <a:ea typeface="宋体" panose="02010600030101010101" pitchFamily="2" charset="-122"/>
                </a:rPr>
                <a:t>X</a:t>
              </a:r>
              <a:endParaRPr lang="en-US" altLang="zh-CN" sz="2400" b="0" dirty="0">
                <a:solidFill>
                  <a:schemeClr val="bg1"/>
                </a:solidFill>
                <a:latin typeface="Times New Roman" panose="02020603050405020304" pitchFamily="18" charset="0"/>
                <a:ea typeface="宋体" panose="02010600030101010101" pitchFamily="2" charset="-122"/>
              </a:endParaRPr>
            </a:p>
          </p:txBody>
        </p:sp>
        <p:sp>
          <p:nvSpPr>
            <p:cNvPr id="64560" name="Text Box 47"/>
            <p:cNvSpPr txBox="1"/>
            <p:nvPr/>
          </p:nvSpPr>
          <p:spPr>
            <a:xfrm>
              <a:off x="785" y="2537"/>
              <a:ext cx="244" cy="288"/>
            </a:xfrm>
            <a:prstGeom prst="rect">
              <a:avLst/>
            </a:prstGeom>
            <a:noFill/>
            <a:ln w="28575">
              <a:noFill/>
            </a:ln>
          </p:spPr>
          <p:txBody>
            <a:bodyPr wrap="none">
              <a:spAutoFit/>
            </a:bodyPr>
            <a:p>
              <a:r>
                <a:rPr lang="en-US" altLang="zh-CN" sz="2400" b="0" dirty="0">
                  <a:solidFill>
                    <a:schemeClr val="bg1"/>
                  </a:solidFill>
                  <a:latin typeface="Times New Roman" panose="02020603050405020304" pitchFamily="18" charset="0"/>
                  <a:ea typeface="宋体" panose="02010600030101010101" pitchFamily="2" charset="-122"/>
                </a:rPr>
                <a:t>C</a:t>
              </a:r>
              <a:endParaRPr lang="en-US" altLang="zh-CN" sz="2400" b="0" dirty="0">
                <a:solidFill>
                  <a:schemeClr val="bg1"/>
                </a:solidFill>
                <a:latin typeface="Times New Roman" panose="02020603050405020304" pitchFamily="18" charset="0"/>
                <a:ea typeface="宋体" panose="02010600030101010101" pitchFamily="2" charset="-122"/>
              </a:endParaRPr>
            </a:p>
          </p:txBody>
        </p:sp>
        <p:sp>
          <p:nvSpPr>
            <p:cNvPr id="64561" name="Text Box 48"/>
            <p:cNvSpPr txBox="1"/>
            <p:nvPr/>
          </p:nvSpPr>
          <p:spPr>
            <a:xfrm>
              <a:off x="726" y="1856"/>
              <a:ext cx="255" cy="288"/>
            </a:xfrm>
            <a:prstGeom prst="rect">
              <a:avLst/>
            </a:prstGeom>
            <a:noFill/>
            <a:ln w="28575">
              <a:noFill/>
            </a:ln>
          </p:spPr>
          <p:txBody>
            <a:bodyPr wrap="none">
              <a:spAutoFit/>
            </a:bodyPr>
            <a:p>
              <a:r>
                <a:rPr lang="en-US" altLang="zh-CN" sz="2400" b="0" dirty="0">
                  <a:solidFill>
                    <a:schemeClr val="bg1"/>
                  </a:solidFill>
                  <a:latin typeface="Times New Roman" panose="02020603050405020304" pitchFamily="18" charset="0"/>
                  <a:ea typeface="宋体" panose="02010600030101010101" pitchFamily="2" charset="-122"/>
                </a:rPr>
                <a:t>Y</a:t>
              </a:r>
              <a:endParaRPr lang="en-US" altLang="zh-CN" sz="2400" b="0" dirty="0">
                <a:solidFill>
                  <a:schemeClr val="bg1"/>
                </a:solidFill>
                <a:latin typeface="Times New Roman" panose="02020603050405020304" pitchFamily="18" charset="0"/>
                <a:ea typeface="宋体" panose="02010600030101010101" pitchFamily="2" charset="-122"/>
              </a:endParaRPr>
            </a:p>
          </p:txBody>
        </p:sp>
        <p:grpSp>
          <p:nvGrpSpPr>
            <p:cNvPr id="64562" name="Group 49"/>
            <p:cNvGrpSpPr/>
            <p:nvPr/>
          </p:nvGrpSpPr>
          <p:grpSpPr>
            <a:xfrm>
              <a:off x="1485" y="1596"/>
              <a:ext cx="88" cy="83"/>
              <a:chOff x="1260" y="2709"/>
              <a:chExt cx="102" cy="99"/>
            </a:xfrm>
          </p:grpSpPr>
          <p:sp>
            <p:nvSpPr>
              <p:cNvPr id="64596" name="Rectangle 50"/>
              <p:cNvSpPr/>
              <p:nvPr/>
            </p:nvSpPr>
            <p:spPr>
              <a:xfrm>
                <a:off x="1260" y="2712"/>
                <a:ext cx="102" cy="96"/>
              </a:xfrm>
              <a:prstGeom prst="rect">
                <a:avLst/>
              </a:prstGeom>
              <a:solidFill>
                <a:schemeClr val="bg1"/>
              </a:solidFill>
              <a:ln w="28575" cap="flat" cmpd="sng">
                <a:solidFill>
                  <a:srgbClr val="FF99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4597" name="Oval 51"/>
              <p:cNvSpPr/>
              <p:nvPr/>
            </p:nvSpPr>
            <p:spPr>
              <a:xfrm>
                <a:off x="1266" y="2717"/>
                <a:ext cx="91" cy="91"/>
              </a:xfrm>
              <a:prstGeom prst="ellipse">
                <a:avLst/>
              </a:prstGeom>
              <a:solidFill>
                <a:schemeClr val="accent1"/>
              </a:solid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4598" name="Freeform 52"/>
              <p:cNvSpPr/>
              <p:nvPr/>
            </p:nvSpPr>
            <p:spPr>
              <a:xfrm>
                <a:off x="1266" y="2709"/>
                <a:ext cx="96" cy="90"/>
              </a:xfrm>
              <a:custGeom>
                <a:avLst/>
                <a:gdLst>
                  <a:gd name="txL" fmla="*/ 0 w 96"/>
                  <a:gd name="txT" fmla="*/ 0 h 90"/>
                  <a:gd name="txR" fmla="*/ 96 w 96"/>
                  <a:gd name="txB" fmla="*/ 90 h 90"/>
                </a:gdLst>
                <a:ahLst/>
                <a:cxnLst>
                  <a:cxn ang="0">
                    <a:pos x="0" y="90"/>
                  </a:cxn>
                  <a:cxn ang="0">
                    <a:pos x="0" y="3"/>
                  </a:cxn>
                  <a:cxn ang="0">
                    <a:pos x="96" y="0"/>
                  </a:cxn>
                  <a:cxn ang="0">
                    <a:pos x="96" y="90"/>
                  </a:cxn>
                </a:cxnLst>
                <a:rect l="txL" t="txT" r="txR" b="txB"/>
                <a:pathLst>
                  <a:path w="96" h="90">
                    <a:moveTo>
                      <a:pt x="0" y="90"/>
                    </a:moveTo>
                    <a:lnTo>
                      <a:pt x="0" y="3"/>
                    </a:lnTo>
                    <a:lnTo>
                      <a:pt x="96" y="0"/>
                    </a:lnTo>
                    <a:lnTo>
                      <a:pt x="96" y="90"/>
                    </a:lnTo>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4599" name="Oval 53"/>
              <p:cNvSpPr/>
              <p:nvPr/>
            </p:nvSpPr>
            <p:spPr>
              <a:xfrm>
                <a:off x="1300" y="2752"/>
                <a:ext cx="23" cy="23"/>
              </a:xfrm>
              <a:prstGeom prst="ellipse">
                <a:avLst/>
              </a:prstGeom>
              <a:solidFill>
                <a:schemeClr val="tx1"/>
              </a:solidFill>
              <a:ln w="28575" cap="flat" cmpd="sng">
                <a:solidFill>
                  <a:schemeClr val="bg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64563" name="Group 54"/>
            <p:cNvGrpSpPr/>
            <p:nvPr/>
          </p:nvGrpSpPr>
          <p:grpSpPr>
            <a:xfrm rot="7200000">
              <a:off x="1954" y="2594"/>
              <a:ext cx="86" cy="85"/>
              <a:chOff x="1260" y="2709"/>
              <a:chExt cx="102" cy="99"/>
            </a:xfrm>
          </p:grpSpPr>
          <p:sp>
            <p:nvSpPr>
              <p:cNvPr id="64592" name="Rectangle 55"/>
              <p:cNvSpPr/>
              <p:nvPr/>
            </p:nvSpPr>
            <p:spPr>
              <a:xfrm>
                <a:off x="1260" y="2712"/>
                <a:ext cx="102" cy="96"/>
              </a:xfrm>
              <a:prstGeom prst="rect">
                <a:avLst/>
              </a:prstGeom>
              <a:solidFill>
                <a:schemeClr val="bg1"/>
              </a:solidFill>
              <a:ln w="28575" cap="flat" cmpd="sng">
                <a:solidFill>
                  <a:srgbClr val="FF99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4593" name="Oval 56"/>
              <p:cNvSpPr/>
              <p:nvPr/>
            </p:nvSpPr>
            <p:spPr>
              <a:xfrm>
                <a:off x="1266" y="2717"/>
                <a:ext cx="91" cy="91"/>
              </a:xfrm>
              <a:prstGeom prst="ellipse">
                <a:avLst/>
              </a:prstGeom>
              <a:solidFill>
                <a:schemeClr val="accent1"/>
              </a:solid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4594" name="Freeform 57"/>
              <p:cNvSpPr/>
              <p:nvPr/>
            </p:nvSpPr>
            <p:spPr>
              <a:xfrm>
                <a:off x="1266" y="2709"/>
                <a:ext cx="96" cy="90"/>
              </a:xfrm>
              <a:custGeom>
                <a:avLst/>
                <a:gdLst>
                  <a:gd name="txL" fmla="*/ 0 w 96"/>
                  <a:gd name="txT" fmla="*/ 0 h 90"/>
                  <a:gd name="txR" fmla="*/ 96 w 96"/>
                  <a:gd name="txB" fmla="*/ 90 h 90"/>
                </a:gdLst>
                <a:ahLst/>
                <a:cxnLst>
                  <a:cxn ang="0">
                    <a:pos x="0" y="90"/>
                  </a:cxn>
                  <a:cxn ang="0">
                    <a:pos x="0" y="3"/>
                  </a:cxn>
                  <a:cxn ang="0">
                    <a:pos x="96" y="0"/>
                  </a:cxn>
                  <a:cxn ang="0">
                    <a:pos x="96" y="90"/>
                  </a:cxn>
                </a:cxnLst>
                <a:rect l="txL" t="txT" r="txR" b="txB"/>
                <a:pathLst>
                  <a:path w="96" h="90">
                    <a:moveTo>
                      <a:pt x="0" y="90"/>
                    </a:moveTo>
                    <a:lnTo>
                      <a:pt x="0" y="3"/>
                    </a:lnTo>
                    <a:lnTo>
                      <a:pt x="96" y="0"/>
                    </a:lnTo>
                    <a:lnTo>
                      <a:pt x="96" y="90"/>
                    </a:lnTo>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4595" name="Oval 58"/>
              <p:cNvSpPr/>
              <p:nvPr/>
            </p:nvSpPr>
            <p:spPr>
              <a:xfrm>
                <a:off x="1300" y="2752"/>
                <a:ext cx="23" cy="23"/>
              </a:xfrm>
              <a:prstGeom prst="ellipse">
                <a:avLst/>
              </a:prstGeom>
              <a:solidFill>
                <a:schemeClr val="tx1"/>
              </a:solidFill>
              <a:ln w="28575" cap="flat" cmpd="sng">
                <a:solidFill>
                  <a:schemeClr val="bg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64564" name="Group 59"/>
            <p:cNvGrpSpPr/>
            <p:nvPr/>
          </p:nvGrpSpPr>
          <p:grpSpPr>
            <a:xfrm rot="-7200000">
              <a:off x="945" y="2547"/>
              <a:ext cx="85" cy="85"/>
              <a:chOff x="1260" y="2709"/>
              <a:chExt cx="102" cy="99"/>
            </a:xfrm>
          </p:grpSpPr>
          <p:sp>
            <p:nvSpPr>
              <p:cNvPr id="64588" name="Rectangle 60"/>
              <p:cNvSpPr/>
              <p:nvPr/>
            </p:nvSpPr>
            <p:spPr>
              <a:xfrm>
                <a:off x="1260" y="2712"/>
                <a:ext cx="102" cy="96"/>
              </a:xfrm>
              <a:prstGeom prst="rect">
                <a:avLst/>
              </a:prstGeom>
              <a:solidFill>
                <a:schemeClr val="bg1"/>
              </a:solidFill>
              <a:ln w="28575" cap="flat" cmpd="sng">
                <a:solidFill>
                  <a:srgbClr val="FF99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4589" name="Oval 61"/>
              <p:cNvSpPr/>
              <p:nvPr/>
            </p:nvSpPr>
            <p:spPr>
              <a:xfrm>
                <a:off x="1266" y="2717"/>
                <a:ext cx="91" cy="91"/>
              </a:xfrm>
              <a:prstGeom prst="ellipse">
                <a:avLst/>
              </a:prstGeom>
              <a:solidFill>
                <a:schemeClr val="accent1"/>
              </a:solid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4590" name="Freeform 62"/>
              <p:cNvSpPr/>
              <p:nvPr/>
            </p:nvSpPr>
            <p:spPr>
              <a:xfrm>
                <a:off x="1266" y="2709"/>
                <a:ext cx="96" cy="90"/>
              </a:xfrm>
              <a:custGeom>
                <a:avLst/>
                <a:gdLst>
                  <a:gd name="txL" fmla="*/ 0 w 96"/>
                  <a:gd name="txT" fmla="*/ 0 h 90"/>
                  <a:gd name="txR" fmla="*/ 96 w 96"/>
                  <a:gd name="txB" fmla="*/ 90 h 90"/>
                </a:gdLst>
                <a:ahLst/>
                <a:cxnLst>
                  <a:cxn ang="0">
                    <a:pos x="0" y="90"/>
                  </a:cxn>
                  <a:cxn ang="0">
                    <a:pos x="0" y="3"/>
                  </a:cxn>
                  <a:cxn ang="0">
                    <a:pos x="96" y="0"/>
                  </a:cxn>
                  <a:cxn ang="0">
                    <a:pos x="96" y="90"/>
                  </a:cxn>
                </a:cxnLst>
                <a:rect l="txL" t="txT" r="txR" b="txB"/>
                <a:pathLst>
                  <a:path w="96" h="90">
                    <a:moveTo>
                      <a:pt x="0" y="90"/>
                    </a:moveTo>
                    <a:lnTo>
                      <a:pt x="0" y="3"/>
                    </a:lnTo>
                    <a:lnTo>
                      <a:pt x="96" y="0"/>
                    </a:lnTo>
                    <a:lnTo>
                      <a:pt x="96" y="90"/>
                    </a:lnTo>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4591" name="Oval 63"/>
              <p:cNvSpPr/>
              <p:nvPr/>
            </p:nvSpPr>
            <p:spPr>
              <a:xfrm>
                <a:off x="1300" y="2752"/>
                <a:ext cx="23" cy="23"/>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nchorCtr="0"/>
              <a:p>
                <a:pPr algn="ctr"/>
                <a:endParaRPr lang="zh-CN" altLang="zh-CN" sz="2400" b="0" dirty="0">
                  <a:solidFill>
                    <a:schemeClr val="bg1"/>
                  </a:solidFill>
                  <a:latin typeface="Arial" panose="020B0604020202020204" pitchFamily="34" charset="0"/>
                  <a:ea typeface="仿宋_GB2312" pitchFamily="49" charset="-122"/>
                </a:endParaRPr>
              </a:p>
            </p:txBody>
          </p:sp>
        </p:grpSp>
        <p:grpSp>
          <p:nvGrpSpPr>
            <p:cNvPr id="64565" name="Group 64"/>
            <p:cNvGrpSpPr/>
            <p:nvPr/>
          </p:nvGrpSpPr>
          <p:grpSpPr>
            <a:xfrm rot="3600000">
              <a:off x="2037" y="1941"/>
              <a:ext cx="86" cy="85"/>
              <a:chOff x="3264" y="1927"/>
              <a:chExt cx="102" cy="99"/>
            </a:xfrm>
          </p:grpSpPr>
          <p:sp>
            <p:nvSpPr>
              <p:cNvPr id="64586" name="Rectangle 65"/>
              <p:cNvSpPr/>
              <p:nvPr/>
            </p:nvSpPr>
            <p:spPr>
              <a:xfrm>
                <a:off x="3264" y="1930"/>
                <a:ext cx="102" cy="96"/>
              </a:xfrm>
              <a:prstGeom prst="rect">
                <a:avLst/>
              </a:prstGeom>
              <a:solidFill>
                <a:schemeClr val="bg1"/>
              </a:solidFill>
              <a:ln w="28575" cap="flat" cmpd="sng">
                <a:solidFill>
                  <a:srgbClr val="FF99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4587" name="Freeform 66"/>
              <p:cNvSpPr/>
              <p:nvPr/>
            </p:nvSpPr>
            <p:spPr>
              <a:xfrm>
                <a:off x="3270" y="1927"/>
                <a:ext cx="96" cy="90"/>
              </a:xfrm>
              <a:custGeom>
                <a:avLst/>
                <a:gdLst>
                  <a:gd name="txL" fmla="*/ 0 w 96"/>
                  <a:gd name="txT" fmla="*/ 0 h 90"/>
                  <a:gd name="txR" fmla="*/ 96 w 96"/>
                  <a:gd name="txB" fmla="*/ 90 h 90"/>
                </a:gdLst>
                <a:ahLst/>
                <a:cxnLst>
                  <a:cxn ang="0">
                    <a:pos x="0" y="90"/>
                  </a:cxn>
                  <a:cxn ang="0">
                    <a:pos x="0" y="3"/>
                  </a:cxn>
                  <a:cxn ang="0">
                    <a:pos x="96" y="0"/>
                  </a:cxn>
                  <a:cxn ang="0">
                    <a:pos x="96" y="90"/>
                  </a:cxn>
                </a:cxnLst>
                <a:rect l="txL" t="txT" r="txR" b="txB"/>
                <a:pathLst>
                  <a:path w="96" h="90">
                    <a:moveTo>
                      <a:pt x="0" y="90"/>
                    </a:moveTo>
                    <a:lnTo>
                      <a:pt x="0" y="3"/>
                    </a:lnTo>
                    <a:lnTo>
                      <a:pt x="96" y="0"/>
                    </a:lnTo>
                    <a:lnTo>
                      <a:pt x="96" y="90"/>
                    </a:lnTo>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64566" name="Group 67"/>
            <p:cNvGrpSpPr/>
            <p:nvPr/>
          </p:nvGrpSpPr>
          <p:grpSpPr>
            <a:xfrm rot="2643584">
              <a:off x="2044" y="1949"/>
              <a:ext cx="78" cy="78"/>
              <a:chOff x="3269" y="2111"/>
              <a:chExt cx="91" cy="92"/>
            </a:xfrm>
          </p:grpSpPr>
          <p:sp>
            <p:nvSpPr>
              <p:cNvPr id="64583" name="Oval 68"/>
              <p:cNvSpPr/>
              <p:nvPr/>
            </p:nvSpPr>
            <p:spPr>
              <a:xfrm rot="5400000">
                <a:off x="3269" y="2112"/>
                <a:ext cx="91" cy="91"/>
              </a:xfrm>
              <a:prstGeom prst="ellipse">
                <a:avLst/>
              </a:prstGeom>
              <a:solidFill>
                <a:schemeClr val="accent1"/>
              </a:solid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4584" name="Line 69"/>
              <p:cNvSpPr/>
              <p:nvPr/>
            </p:nvSpPr>
            <p:spPr>
              <a:xfrm rot="5400000">
                <a:off x="3269" y="2156"/>
                <a:ext cx="91" cy="0"/>
              </a:xfrm>
              <a:prstGeom prst="line">
                <a:avLst/>
              </a:prstGeom>
              <a:ln w="28575" cap="flat" cmpd="sng">
                <a:solidFill>
                  <a:schemeClr val="bg1"/>
                </a:solidFill>
                <a:prstDash val="solid"/>
                <a:headEnd type="none" w="med" len="med"/>
                <a:tailEnd type="none" w="med" len="med"/>
              </a:ln>
            </p:spPr>
          </p:sp>
          <p:sp>
            <p:nvSpPr>
              <p:cNvPr id="64585" name="Line 70"/>
              <p:cNvSpPr/>
              <p:nvPr/>
            </p:nvSpPr>
            <p:spPr>
              <a:xfrm rot="5400000">
                <a:off x="3314" y="2112"/>
                <a:ext cx="0" cy="91"/>
              </a:xfrm>
              <a:prstGeom prst="line">
                <a:avLst/>
              </a:prstGeom>
              <a:ln w="28575" cap="flat" cmpd="sng">
                <a:solidFill>
                  <a:schemeClr val="bg1"/>
                </a:solidFill>
                <a:prstDash val="solid"/>
                <a:headEnd type="none" w="med" len="med"/>
                <a:tailEnd type="none" w="med" len="med"/>
              </a:ln>
            </p:spPr>
          </p:sp>
        </p:grpSp>
        <p:grpSp>
          <p:nvGrpSpPr>
            <p:cNvPr id="64567" name="Group 71"/>
            <p:cNvGrpSpPr/>
            <p:nvPr/>
          </p:nvGrpSpPr>
          <p:grpSpPr>
            <a:xfrm rot="-4079253" flipH="1">
              <a:off x="884" y="1977"/>
              <a:ext cx="86" cy="85"/>
              <a:chOff x="3264" y="1927"/>
              <a:chExt cx="102" cy="99"/>
            </a:xfrm>
          </p:grpSpPr>
          <p:sp>
            <p:nvSpPr>
              <p:cNvPr id="64581" name="Rectangle 72"/>
              <p:cNvSpPr/>
              <p:nvPr/>
            </p:nvSpPr>
            <p:spPr>
              <a:xfrm>
                <a:off x="3264" y="1930"/>
                <a:ext cx="102" cy="96"/>
              </a:xfrm>
              <a:prstGeom prst="rect">
                <a:avLst/>
              </a:prstGeom>
              <a:solidFill>
                <a:schemeClr val="bg1"/>
              </a:solidFill>
              <a:ln w="28575" cap="flat" cmpd="sng">
                <a:solidFill>
                  <a:srgbClr val="FF99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4582" name="Freeform 73"/>
              <p:cNvSpPr/>
              <p:nvPr/>
            </p:nvSpPr>
            <p:spPr>
              <a:xfrm>
                <a:off x="3270" y="1927"/>
                <a:ext cx="96" cy="90"/>
              </a:xfrm>
              <a:custGeom>
                <a:avLst/>
                <a:gdLst>
                  <a:gd name="txL" fmla="*/ 0 w 96"/>
                  <a:gd name="txT" fmla="*/ 0 h 90"/>
                  <a:gd name="txR" fmla="*/ 96 w 96"/>
                  <a:gd name="txB" fmla="*/ 90 h 90"/>
                </a:gdLst>
                <a:ahLst/>
                <a:cxnLst>
                  <a:cxn ang="0">
                    <a:pos x="0" y="90"/>
                  </a:cxn>
                  <a:cxn ang="0">
                    <a:pos x="0" y="3"/>
                  </a:cxn>
                  <a:cxn ang="0">
                    <a:pos x="96" y="0"/>
                  </a:cxn>
                  <a:cxn ang="0">
                    <a:pos x="96" y="90"/>
                  </a:cxn>
                </a:cxnLst>
                <a:rect l="txL" t="txT" r="txR" b="txB"/>
                <a:pathLst>
                  <a:path w="96" h="90">
                    <a:moveTo>
                      <a:pt x="0" y="90"/>
                    </a:moveTo>
                    <a:lnTo>
                      <a:pt x="0" y="3"/>
                    </a:lnTo>
                    <a:lnTo>
                      <a:pt x="96" y="0"/>
                    </a:lnTo>
                    <a:lnTo>
                      <a:pt x="96" y="90"/>
                    </a:lnTo>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64568" name="Group 78"/>
            <p:cNvGrpSpPr/>
            <p:nvPr/>
          </p:nvGrpSpPr>
          <p:grpSpPr>
            <a:xfrm rot="10678065">
              <a:off x="1459" y="2826"/>
              <a:ext cx="88" cy="83"/>
              <a:chOff x="3264" y="1927"/>
              <a:chExt cx="102" cy="99"/>
            </a:xfrm>
          </p:grpSpPr>
          <p:sp>
            <p:nvSpPr>
              <p:cNvPr id="64579" name="Rectangle 79"/>
              <p:cNvSpPr/>
              <p:nvPr/>
            </p:nvSpPr>
            <p:spPr>
              <a:xfrm>
                <a:off x="3264" y="1930"/>
                <a:ext cx="102" cy="96"/>
              </a:xfrm>
              <a:prstGeom prst="rect">
                <a:avLst/>
              </a:prstGeom>
              <a:solidFill>
                <a:schemeClr val="bg1"/>
              </a:solidFill>
              <a:ln w="28575" cap="flat" cmpd="sng">
                <a:solidFill>
                  <a:srgbClr val="FF99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4580" name="Freeform 80"/>
              <p:cNvSpPr/>
              <p:nvPr/>
            </p:nvSpPr>
            <p:spPr>
              <a:xfrm>
                <a:off x="3270" y="1927"/>
                <a:ext cx="96" cy="90"/>
              </a:xfrm>
              <a:custGeom>
                <a:avLst/>
                <a:gdLst>
                  <a:gd name="txL" fmla="*/ 0 w 96"/>
                  <a:gd name="txT" fmla="*/ 0 h 90"/>
                  <a:gd name="txR" fmla="*/ 96 w 96"/>
                  <a:gd name="txB" fmla="*/ 90 h 90"/>
                </a:gdLst>
                <a:ahLst/>
                <a:cxnLst>
                  <a:cxn ang="0">
                    <a:pos x="0" y="90"/>
                  </a:cxn>
                  <a:cxn ang="0">
                    <a:pos x="0" y="3"/>
                  </a:cxn>
                  <a:cxn ang="0">
                    <a:pos x="96" y="0"/>
                  </a:cxn>
                  <a:cxn ang="0">
                    <a:pos x="96" y="90"/>
                  </a:cxn>
                </a:cxnLst>
                <a:rect l="txL" t="txT" r="txR" b="txB"/>
                <a:pathLst>
                  <a:path w="96" h="90">
                    <a:moveTo>
                      <a:pt x="0" y="90"/>
                    </a:moveTo>
                    <a:lnTo>
                      <a:pt x="0" y="3"/>
                    </a:lnTo>
                    <a:lnTo>
                      <a:pt x="96" y="0"/>
                    </a:lnTo>
                    <a:lnTo>
                      <a:pt x="96" y="90"/>
                    </a:lnTo>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64569" name="Group 81"/>
            <p:cNvGrpSpPr/>
            <p:nvPr/>
          </p:nvGrpSpPr>
          <p:grpSpPr>
            <a:xfrm rot="2643584">
              <a:off x="1457" y="2830"/>
              <a:ext cx="78" cy="77"/>
              <a:chOff x="3269" y="2111"/>
              <a:chExt cx="91" cy="92"/>
            </a:xfrm>
          </p:grpSpPr>
          <p:sp>
            <p:nvSpPr>
              <p:cNvPr id="64576" name="Oval 82"/>
              <p:cNvSpPr/>
              <p:nvPr/>
            </p:nvSpPr>
            <p:spPr>
              <a:xfrm rot="5400000">
                <a:off x="3269" y="2112"/>
                <a:ext cx="91" cy="91"/>
              </a:xfrm>
              <a:prstGeom prst="ellipse">
                <a:avLst/>
              </a:prstGeom>
              <a:solidFill>
                <a:schemeClr val="accent1"/>
              </a:solid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4577" name="Line 83"/>
              <p:cNvSpPr/>
              <p:nvPr/>
            </p:nvSpPr>
            <p:spPr>
              <a:xfrm rot="5400000">
                <a:off x="3269" y="2156"/>
                <a:ext cx="91" cy="0"/>
              </a:xfrm>
              <a:prstGeom prst="line">
                <a:avLst/>
              </a:prstGeom>
              <a:ln w="28575" cap="flat" cmpd="sng">
                <a:solidFill>
                  <a:schemeClr val="bg1"/>
                </a:solidFill>
                <a:prstDash val="solid"/>
                <a:headEnd type="none" w="med" len="med"/>
                <a:tailEnd type="none" w="med" len="med"/>
              </a:ln>
            </p:spPr>
          </p:sp>
          <p:sp>
            <p:nvSpPr>
              <p:cNvPr id="64578" name="Line 84"/>
              <p:cNvSpPr/>
              <p:nvPr/>
            </p:nvSpPr>
            <p:spPr>
              <a:xfrm rot="5400000">
                <a:off x="3314" y="2112"/>
                <a:ext cx="0" cy="91"/>
              </a:xfrm>
              <a:prstGeom prst="line">
                <a:avLst/>
              </a:prstGeom>
              <a:ln w="28575" cap="flat" cmpd="sng">
                <a:solidFill>
                  <a:schemeClr val="bg1"/>
                </a:solidFill>
                <a:prstDash val="solid"/>
                <a:headEnd type="none" w="med" len="med"/>
                <a:tailEnd type="none" w="med" len="med"/>
              </a:ln>
            </p:spPr>
          </p:sp>
        </p:grpSp>
        <p:sp>
          <p:nvSpPr>
            <p:cNvPr id="64570" name="Oval 85"/>
            <p:cNvSpPr/>
            <p:nvPr/>
          </p:nvSpPr>
          <p:spPr>
            <a:xfrm>
              <a:off x="705" y="1460"/>
              <a:ext cx="1656" cy="1621"/>
            </a:xfrm>
            <a:prstGeom prst="ellipse">
              <a:avLst/>
            </a:prstGeom>
            <a:noFill/>
            <a:ln w="28575" cap="flat" cmpd="sng">
              <a:solidFill>
                <a:srgbClr val="00FFFF"/>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4571" name="Freeform 86"/>
            <p:cNvSpPr/>
            <p:nvPr/>
          </p:nvSpPr>
          <p:spPr>
            <a:xfrm>
              <a:off x="521" y="2936"/>
              <a:ext cx="2052" cy="424"/>
            </a:xfrm>
            <a:custGeom>
              <a:avLst/>
              <a:gdLst>
                <a:gd name="txL" fmla="*/ 0 w 2388"/>
                <a:gd name="txT" fmla="*/ 0 h 576"/>
                <a:gd name="txR" fmla="*/ 2388 w 2388"/>
                <a:gd name="txB" fmla="*/ 576 h 576"/>
              </a:gdLst>
              <a:ahLst/>
              <a:cxnLst>
                <a:cxn ang="0">
                  <a:pos x="536" y="16"/>
                </a:cxn>
                <a:cxn ang="0">
                  <a:pos x="0" y="225"/>
                </a:cxn>
                <a:cxn ang="0">
                  <a:pos x="0" y="424"/>
                </a:cxn>
                <a:cxn ang="0">
                  <a:pos x="2052" y="424"/>
                </a:cxn>
                <a:cxn ang="0">
                  <a:pos x="2052" y="184"/>
                </a:cxn>
                <a:cxn ang="0">
                  <a:pos x="1505" y="0"/>
                </a:cxn>
              </a:cxnLst>
              <a:rect l="txL" t="txT" r="txR" b="txB"/>
              <a:pathLst>
                <a:path w="2388" h="576">
                  <a:moveTo>
                    <a:pt x="624" y="22"/>
                  </a:moveTo>
                  <a:lnTo>
                    <a:pt x="0" y="305"/>
                  </a:lnTo>
                  <a:lnTo>
                    <a:pt x="0" y="576"/>
                  </a:lnTo>
                  <a:lnTo>
                    <a:pt x="2388" y="576"/>
                  </a:lnTo>
                  <a:lnTo>
                    <a:pt x="2388" y="250"/>
                  </a:lnTo>
                  <a:lnTo>
                    <a:pt x="1752" y="0"/>
                  </a:lnTo>
                </a:path>
              </a:pathLst>
            </a:custGeom>
            <a:noFill/>
            <a:ln w="28575" cap="flat" cmpd="sng">
              <a:solidFill>
                <a:srgbClr val="00FFFF"/>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grpSp>
          <p:nvGrpSpPr>
            <p:cNvPr id="64572" name="Group 115"/>
            <p:cNvGrpSpPr/>
            <p:nvPr/>
          </p:nvGrpSpPr>
          <p:grpSpPr>
            <a:xfrm rot="2643584">
              <a:off x="884" y="1979"/>
              <a:ext cx="78" cy="78"/>
              <a:chOff x="3269" y="2111"/>
              <a:chExt cx="91" cy="92"/>
            </a:xfrm>
          </p:grpSpPr>
          <p:sp>
            <p:nvSpPr>
              <p:cNvPr id="64573" name="Oval 116"/>
              <p:cNvSpPr/>
              <p:nvPr/>
            </p:nvSpPr>
            <p:spPr>
              <a:xfrm rot="5400000">
                <a:off x="3269" y="2112"/>
                <a:ext cx="91" cy="91"/>
              </a:xfrm>
              <a:prstGeom prst="ellipse">
                <a:avLst/>
              </a:prstGeom>
              <a:solidFill>
                <a:schemeClr val="accent1"/>
              </a:solidFill>
              <a:ln w="28575"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4574" name="Line 117"/>
              <p:cNvSpPr/>
              <p:nvPr/>
            </p:nvSpPr>
            <p:spPr>
              <a:xfrm rot="5400000">
                <a:off x="3269" y="2156"/>
                <a:ext cx="91" cy="0"/>
              </a:xfrm>
              <a:prstGeom prst="line">
                <a:avLst/>
              </a:prstGeom>
              <a:ln w="28575" cap="flat" cmpd="sng">
                <a:solidFill>
                  <a:schemeClr val="bg1"/>
                </a:solidFill>
                <a:prstDash val="solid"/>
                <a:headEnd type="none" w="med" len="med"/>
                <a:tailEnd type="none" w="med" len="med"/>
              </a:ln>
            </p:spPr>
          </p:sp>
          <p:sp>
            <p:nvSpPr>
              <p:cNvPr id="64575" name="Line 118"/>
              <p:cNvSpPr/>
              <p:nvPr/>
            </p:nvSpPr>
            <p:spPr>
              <a:xfrm rot="5400000">
                <a:off x="3314" y="2112"/>
                <a:ext cx="0" cy="91"/>
              </a:xfrm>
              <a:prstGeom prst="line">
                <a:avLst/>
              </a:prstGeom>
              <a:ln w="28575" cap="flat" cmpd="sng">
                <a:solidFill>
                  <a:schemeClr val="bg1"/>
                </a:solidFill>
                <a:prstDash val="solid"/>
                <a:headEnd type="none" w="med" len="med"/>
                <a:tailEnd type="none" w="med" len="med"/>
              </a:ln>
            </p:spPr>
          </p:sp>
        </p:grpSp>
      </p:grpSp>
      <p:grpSp>
        <p:nvGrpSpPr>
          <p:cNvPr id="64519" name="Group 120"/>
          <p:cNvGrpSpPr/>
          <p:nvPr/>
        </p:nvGrpSpPr>
        <p:grpSpPr>
          <a:xfrm>
            <a:off x="8316913" y="6445250"/>
            <a:ext cx="792162" cy="366713"/>
            <a:chOff x="5193" y="4020"/>
            <a:chExt cx="499" cy="231"/>
          </a:xfrm>
        </p:grpSpPr>
        <p:pic>
          <p:nvPicPr>
            <p:cNvPr id="64526" name="Picture 121"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64527" name="Text Box 12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4520" name="Group 123"/>
          <p:cNvGrpSpPr/>
          <p:nvPr/>
        </p:nvGrpSpPr>
        <p:grpSpPr>
          <a:xfrm>
            <a:off x="7451725" y="6445250"/>
            <a:ext cx="792163" cy="366713"/>
            <a:chOff x="5193" y="4020"/>
            <a:chExt cx="499" cy="231"/>
          </a:xfrm>
        </p:grpSpPr>
        <p:pic>
          <p:nvPicPr>
            <p:cNvPr id="64524" name="Picture 124"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64525" name="Text Box 125">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4521" name="Group 126"/>
          <p:cNvGrpSpPr/>
          <p:nvPr/>
        </p:nvGrpSpPr>
        <p:grpSpPr>
          <a:xfrm>
            <a:off x="6588125" y="6446838"/>
            <a:ext cx="792163" cy="366712"/>
            <a:chOff x="4695" y="4061"/>
            <a:chExt cx="499" cy="231"/>
          </a:xfrm>
        </p:grpSpPr>
        <p:pic>
          <p:nvPicPr>
            <p:cNvPr id="64522" name="Picture 127" descr="78900"/>
            <p:cNvPicPr>
              <a:picLocks noChangeAspect="1"/>
            </p:cNvPicPr>
            <p:nvPr/>
          </p:nvPicPr>
          <p:blipFill>
            <a:blip r:embed="rId1"/>
            <a:stretch>
              <a:fillRect/>
            </a:stretch>
          </p:blipFill>
          <p:spPr>
            <a:xfrm>
              <a:off x="4695" y="4107"/>
              <a:ext cx="499" cy="181"/>
            </a:xfrm>
            <a:prstGeom prst="rect">
              <a:avLst/>
            </a:prstGeom>
            <a:noFill/>
            <a:ln w="9525">
              <a:noFill/>
            </a:ln>
          </p:spPr>
        </p:pic>
        <p:sp>
          <p:nvSpPr>
            <p:cNvPr id="64523" name="Text Box 128">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9938"/>
                                        </p:tgtEl>
                                        <p:attrNameLst>
                                          <p:attrName>style.visibility</p:attrName>
                                        </p:attrNameLst>
                                      </p:cBhvr>
                                      <p:to>
                                        <p:strVal val="visible"/>
                                      </p:to>
                                    </p:set>
                                    <p:anim calcmode="lin" valueType="num">
                                      <p:cBhvr additive="base">
                                        <p:cTn id="7" dur="500" fill="hold"/>
                                        <p:tgtEl>
                                          <p:spTgt spid="39938"/>
                                        </p:tgtEl>
                                        <p:attrNameLst>
                                          <p:attrName>ppt_x</p:attrName>
                                        </p:attrNameLst>
                                      </p:cBhvr>
                                      <p:tavLst>
                                        <p:tav tm="0">
                                          <p:val>
                                            <p:strVal val="0-#ppt_w/2"/>
                                          </p:val>
                                        </p:tav>
                                        <p:tav tm="100000">
                                          <p:val>
                                            <p:strVal val="#ppt_x"/>
                                          </p:val>
                                        </p:tav>
                                      </p:tavLst>
                                    </p:anim>
                                    <p:anim calcmode="lin" valueType="num">
                                      <p:cBhvr additive="base">
                                        <p:cTn id="8" dur="500" fill="hold"/>
                                        <p:tgtEl>
                                          <p:spTgt spid="3993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041"/>
                                        </p:tgtEl>
                                        <p:attrNameLst>
                                          <p:attrName>style.visibility</p:attrName>
                                        </p:attrNameLst>
                                      </p:cBhvr>
                                      <p:to>
                                        <p:strVal val="visible"/>
                                      </p:to>
                                    </p:set>
                                    <p:animEffect transition="in" filter="slide(fromBottom)">
                                      <p:cBhvr>
                                        <p:cTn id="13" dur="2000"/>
                                        <p:tgtEl>
                                          <p:spTgt spid="40041"/>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nodeType="clickEffect">
                                  <p:stCondLst>
                                    <p:cond delay="0"/>
                                  </p:stCondLst>
                                  <p:childTnLst>
                                    <p:set>
                                      <p:cBhvr>
                                        <p:cTn id="17" dur="1" fill="hold">
                                          <p:stCondLst>
                                            <p:cond delay="0"/>
                                          </p:stCondLst>
                                        </p:cTn>
                                        <p:tgtEl>
                                          <p:spTgt spid="39939"/>
                                        </p:tgtEl>
                                        <p:attrNameLst>
                                          <p:attrName>style.visibility</p:attrName>
                                        </p:attrNameLst>
                                      </p:cBhvr>
                                      <p:to>
                                        <p:strVal val="visible"/>
                                      </p:to>
                                    </p:set>
                                    <p:animEffect transition="in" filter="slide(fromBottom)">
                                      <p:cBhvr>
                                        <p:cTn id="18" dur="2000"/>
                                        <p:tgtEl>
                                          <p:spTgt spid="39939"/>
                                        </p:tgtEl>
                                      </p:cBhvr>
                                    </p:animEffect>
                                  </p:childTnLst>
                                </p:cTn>
                              </p:par>
                              <p:par>
                                <p:cTn id="19" presetID="2" presetClass="entr" presetSubtype="4" fill="hold" nodeType="with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2000" fill="hold"/>
                                        <p:tgtEl>
                                          <p:spTgt spid="2"/>
                                        </p:tgtEl>
                                        <p:attrNameLst>
                                          <p:attrName>ppt_x</p:attrName>
                                        </p:attrNameLst>
                                      </p:cBhvr>
                                      <p:tavLst>
                                        <p:tav tm="0">
                                          <p:val>
                                            <p:strVal val="#ppt_x"/>
                                          </p:val>
                                        </p:tav>
                                        <p:tav tm="100000">
                                          <p:val>
                                            <p:strVal val="#ppt_x"/>
                                          </p:val>
                                        </p:tav>
                                      </p:tavLst>
                                    </p:anim>
                                    <p:anim calcmode="lin" valueType="num">
                                      <p:cBhvr additive="base">
                                        <p:cTn id="22" dur="2000" fill="hold"/>
                                        <p:tgtEl>
                                          <p:spTgt spid="2"/>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40023"/>
                                        </p:tgtEl>
                                        <p:attrNameLst>
                                          <p:attrName>style.visibility</p:attrName>
                                        </p:attrNameLst>
                                      </p:cBhvr>
                                      <p:to>
                                        <p:strVal val="visible"/>
                                      </p:to>
                                    </p:set>
                                    <p:anim calcmode="lin" valueType="num">
                                      <p:cBhvr additive="base">
                                        <p:cTn id="26" dur="500" fill="hold"/>
                                        <p:tgtEl>
                                          <p:spTgt spid="40023"/>
                                        </p:tgtEl>
                                        <p:attrNameLst>
                                          <p:attrName>ppt_x</p:attrName>
                                        </p:attrNameLst>
                                      </p:cBhvr>
                                      <p:tavLst>
                                        <p:tav tm="0">
                                          <p:val>
                                            <p:strVal val="#ppt_x"/>
                                          </p:val>
                                        </p:tav>
                                        <p:tav tm="100000">
                                          <p:val>
                                            <p:strVal val="#ppt_x"/>
                                          </p:val>
                                        </p:tav>
                                      </p:tavLst>
                                    </p:anim>
                                    <p:anim calcmode="lin" valueType="num">
                                      <p:cBhvr additive="base">
                                        <p:cTn id="27" dur="500" fill="hold"/>
                                        <p:tgtEl>
                                          <p:spTgt spid="400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p:bldP spid="40023" grpId="0" animBg="1"/>
      <p:bldP spid="4004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27" name="Group 8"/>
          <p:cNvGrpSpPr/>
          <p:nvPr/>
        </p:nvGrpSpPr>
        <p:grpSpPr>
          <a:xfrm>
            <a:off x="8316913" y="6445250"/>
            <a:ext cx="792162" cy="366713"/>
            <a:chOff x="5193" y="4020"/>
            <a:chExt cx="499" cy="231"/>
          </a:xfrm>
        </p:grpSpPr>
        <p:pic>
          <p:nvPicPr>
            <p:cNvPr id="1034" name="Picture 9"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1035" name="Text Box 10">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028" name="Group 11"/>
          <p:cNvGrpSpPr/>
          <p:nvPr/>
        </p:nvGrpSpPr>
        <p:grpSpPr>
          <a:xfrm>
            <a:off x="7451725" y="6445250"/>
            <a:ext cx="792163" cy="366713"/>
            <a:chOff x="5193" y="4020"/>
            <a:chExt cx="499" cy="231"/>
          </a:xfrm>
        </p:grpSpPr>
        <p:pic>
          <p:nvPicPr>
            <p:cNvPr id="1032" name="Picture 12"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1033" name="Text Box 13">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029" name="Group 14"/>
          <p:cNvGrpSpPr/>
          <p:nvPr/>
        </p:nvGrpSpPr>
        <p:grpSpPr>
          <a:xfrm>
            <a:off x="6588125" y="6446838"/>
            <a:ext cx="792163" cy="366712"/>
            <a:chOff x="4695" y="4061"/>
            <a:chExt cx="499" cy="231"/>
          </a:xfrm>
        </p:grpSpPr>
        <p:pic>
          <p:nvPicPr>
            <p:cNvPr id="1030" name="Picture 15" descr="78900"/>
            <p:cNvPicPr>
              <a:picLocks noChangeAspect="1"/>
            </p:cNvPicPr>
            <p:nvPr/>
          </p:nvPicPr>
          <p:blipFill>
            <a:blip r:embed="rId1"/>
            <a:stretch>
              <a:fillRect/>
            </a:stretch>
          </p:blipFill>
          <p:spPr>
            <a:xfrm>
              <a:off x="4695" y="4107"/>
              <a:ext cx="499" cy="181"/>
            </a:xfrm>
            <a:prstGeom prst="rect">
              <a:avLst/>
            </a:prstGeom>
            <a:noFill/>
            <a:ln w="9525">
              <a:noFill/>
            </a:ln>
          </p:spPr>
        </p:pic>
        <p:sp>
          <p:nvSpPr>
            <p:cNvPr id="1031" name="Text Box 16">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ontrols>
      <mc:AlternateContent xmlns:mc="http://schemas.openxmlformats.org/markup-compatibility/2006">
        <mc:Choice xmlns:v="urn:schemas-microsoft-com:vml" Requires="v">
          <p:control spid="1026" name="" r:id="rId2" imgW="7775575" imgH="5113337"/>
        </mc:Choice>
        <mc:Fallback>
          <p:control name="" r:id="rId2" imgW="7775575" imgH="5113337">
            <p:pic>
              <p:nvPicPr>
                <p:cNvPr id="0" name="ShockwaveFlash1"/>
                <p:cNvPicPr>
                  <a:picLocks noGrp="1"/>
                </p:cNvPicPr>
                <p:nvPr/>
              </p:nvPicPr>
              <p:blipFill>
                <a:blip r:embed="rId3"/>
                <a:stretch>
                  <a:fillRect/>
                </a:stretch>
              </p:blipFill>
              <p:spPr>
                <a:xfrm>
                  <a:off x="755650" y="836613"/>
                  <a:ext cx="7775575" cy="5113337"/>
                </a:xfrm>
                <a:prstGeom prst="rect">
                  <a:avLst/>
                </a:prstGeom>
              </p:spPr>
            </p:pic>
          </p:control>
        </mc:Fallback>
      </mc:AlternateContent>
    </p:controls>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Text Box 2"/>
          <p:cNvSpPr txBox="1"/>
          <p:nvPr/>
        </p:nvSpPr>
        <p:spPr>
          <a:xfrm>
            <a:off x="684213" y="476250"/>
            <a:ext cx="3455987" cy="519113"/>
          </a:xfrm>
          <a:prstGeom prst="rect">
            <a:avLst/>
          </a:prstGeom>
          <a:noFill/>
          <a:ln w="9525">
            <a:noFill/>
          </a:ln>
        </p:spPr>
        <p:txBody>
          <a:bodyPr>
            <a:spAutoFit/>
          </a:bodyPr>
          <a:p>
            <a:pPr marL="342900" indent="-342900">
              <a:spcBef>
                <a:spcPct val="50000"/>
              </a:spcBef>
              <a:buAutoNum type="circleNumDbPlain"/>
            </a:pPr>
            <a:r>
              <a:rPr lang="zh-CN" altLang="en-US" sz="2800" dirty="0">
                <a:latin typeface="楷体_GB2312" pitchFamily="49" charset="-122"/>
              </a:rPr>
              <a:t>瞬时值表达式</a:t>
            </a:r>
            <a:endParaRPr lang="zh-CN" altLang="en-US" sz="2800" dirty="0">
              <a:latin typeface="楷体_GB2312" pitchFamily="49" charset="-122"/>
            </a:endParaRPr>
          </a:p>
        </p:txBody>
      </p:sp>
      <p:graphicFrame>
        <p:nvGraphicFramePr>
          <p:cNvPr id="38915" name="Object 3"/>
          <p:cNvGraphicFramePr/>
          <p:nvPr/>
        </p:nvGraphicFramePr>
        <p:xfrm>
          <a:off x="4067175" y="620713"/>
          <a:ext cx="4378325" cy="1984375"/>
        </p:xfrm>
        <a:graphic>
          <a:graphicData uri="http://schemas.openxmlformats.org/presentationml/2006/ole">
            <mc:AlternateContent xmlns:mc="http://schemas.openxmlformats.org/markup-compatibility/2006">
              <mc:Choice xmlns:v="urn:schemas-microsoft-com:vml" Requires="v">
                <p:oleObj spid="_x0000_s3076" name="" r:id="rId1" imgW="1930400" imgH="876300" progId="Equation.3">
                  <p:embed/>
                </p:oleObj>
              </mc:Choice>
              <mc:Fallback>
                <p:oleObj name="" r:id="rId1" imgW="1930400" imgH="876300" progId="Equation.3">
                  <p:embed/>
                  <p:pic>
                    <p:nvPicPr>
                      <p:cNvPr id="0" name="图片 3075"/>
                      <p:cNvPicPr/>
                      <p:nvPr/>
                    </p:nvPicPr>
                    <p:blipFill>
                      <a:blip r:embed="rId2">
                        <a:clrChange>
                          <a:clrFrom>
                            <a:srgbClr val="000000"/>
                          </a:clrFrom>
                          <a:clrTo>
                            <a:srgbClr val="FFFFFF"/>
                          </a:clrTo>
                        </a:clrChange>
                      </a:blip>
                      <a:stretch>
                        <a:fillRect/>
                      </a:stretch>
                    </p:blipFill>
                    <p:spPr>
                      <a:xfrm>
                        <a:off x="4067175" y="620713"/>
                        <a:ext cx="4378325" cy="1984375"/>
                      </a:xfrm>
                      <a:prstGeom prst="rect">
                        <a:avLst/>
                      </a:prstGeom>
                      <a:noFill/>
                      <a:ln w="38100">
                        <a:noFill/>
                        <a:miter/>
                      </a:ln>
                    </p:spPr>
                  </p:pic>
                </p:oleObj>
              </mc:Fallback>
            </mc:AlternateContent>
          </a:graphicData>
        </a:graphic>
      </p:graphicFrame>
      <p:sp>
        <p:nvSpPr>
          <p:cNvPr id="38946" name="Text Box 34"/>
          <p:cNvSpPr txBox="1"/>
          <p:nvPr/>
        </p:nvSpPr>
        <p:spPr>
          <a:xfrm>
            <a:off x="755650" y="3644900"/>
            <a:ext cx="2098675" cy="519113"/>
          </a:xfrm>
          <a:prstGeom prst="rect">
            <a:avLst/>
          </a:prstGeom>
          <a:noFill/>
          <a:ln w="9525">
            <a:noFill/>
          </a:ln>
        </p:spPr>
        <p:txBody>
          <a:bodyPr>
            <a:spAutoFit/>
          </a:bodyPr>
          <a:p>
            <a:pPr marL="342900" indent="-342900">
              <a:spcBef>
                <a:spcPct val="50000"/>
              </a:spcBef>
              <a:buAutoNum type="circleNumDbPlain" startAt="2"/>
            </a:pPr>
            <a:r>
              <a:rPr lang="zh-CN" altLang="en-US" sz="2800" dirty="0">
                <a:latin typeface="楷体_GB2312" pitchFamily="49" charset="-122"/>
              </a:rPr>
              <a:t>波形图</a:t>
            </a:r>
            <a:endParaRPr lang="zh-CN" altLang="en-US" sz="2800" dirty="0">
              <a:latin typeface="楷体_GB2312" pitchFamily="49" charset="-122"/>
            </a:endParaRPr>
          </a:p>
        </p:txBody>
      </p:sp>
      <p:sp>
        <p:nvSpPr>
          <p:cNvPr id="38965" name="Text Box 53"/>
          <p:cNvSpPr txBox="1"/>
          <p:nvPr/>
        </p:nvSpPr>
        <p:spPr>
          <a:xfrm>
            <a:off x="4067175" y="2636838"/>
            <a:ext cx="4752975" cy="1160462"/>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rPr>
              <a:t>A</a:t>
            </a:r>
            <a:r>
              <a:rPr lang="zh-CN" altLang="en-US" sz="2800" b="0" dirty="0">
                <a:solidFill>
                  <a:schemeClr val="bg1"/>
                </a:solidFill>
                <a:latin typeface="Times New Roman" panose="02020603050405020304" pitchFamily="18" charset="0"/>
              </a:rPr>
              <a:t>、</a:t>
            </a:r>
            <a:r>
              <a:rPr lang="en-US" altLang="zh-CN" sz="2800" b="0" dirty="0">
                <a:solidFill>
                  <a:schemeClr val="bg1"/>
                </a:solidFill>
                <a:latin typeface="Times New Roman" panose="02020603050405020304" pitchFamily="18" charset="0"/>
              </a:rPr>
              <a:t>B</a:t>
            </a:r>
            <a:r>
              <a:rPr lang="zh-CN" altLang="en-US" sz="2800" b="0" dirty="0">
                <a:solidFill>
                  <a:schemeClr val="bg1"/>
                </a:solidFill>
                <a:latin typeface="Times New Roman" panose="02020603050405020304" pitchFamily="18" charset="0"/>
              </a:rPr>
              <a:t>、</a:t>
            </a:r>
            <a:r>
              <a:rPr lang="en-US" altLang="zh-CN" sz="2800" b="0" dirty="0">
                <a:solidFill>
                  <a:schemeClr val="bg1"/>
                </a:solidFill>
                <a:latin typeface="Times New Roman" panose="02020603050405020304" pitchFamily="18" charset="0"/>
              </a:rPr>
              <a:t>C</a:t>
            </a:r>
            <a:r>
              <a:rPr lang="en-US" altLang="zh-CN" sz="2800" dirty="0">
                <a:solidFill>
                  <a:schemeClr val="bg1"/>
                </a:solidFill>
                <a:latin typeface="楷体_GB2312" pitchFamily="49" charset="-122"/>
              </a:rPr>
              <a:t> </a:t>
            </a:r>
            <a:r>
              <a:rPr lang="zh-CN" altLang="en-US" sz="2800" dirty="0">
                <a:latin typeface="楷体_GB2312" pitchFamily="49" charset="-122"/>
              </a:rPr>
              <a:t>三端称为始端</a:t>
            </a:r>
            <a:r>
              <a:rPr lang="zh-CN" altLang="en-US" sz="2800" dirty="0">
                <a:solidFill>
                  <a:schemeClr val="bg1"/>
                </a:solidFill>
                <a:latin typeface="楷体_GB2312" pitchFamily="49" charset="-122"/>
              </a:rPr>
              <a:t>，</a:t>
            </a:r>
            <a:endParaRPr lang="zh-CN" altLang="en-US" sz="2800" dirty="0">
              <a:solidFill>
                <a:schemeClr val="bg1"/>
              </a:solidFill>
              <a:latin typeface="楷体_GB2312" pitchFamily="49" charset="-122"/>
            </a:endParaRPr>
          </a:p>
          <a:p>
            <a:pPr>
              <a:spcBef>
                <a:spcPct val="50000"/>
              </a:spcBef>
            </a:pPr>
            <a:r>
              <a:rPr lang="en-US" altLang="zh-CN" sz="2800" b="0" dirty="0">
                <a:solidFill>
                  <a:schemeClr val="bg1"/>
                </a:solidFill>
                <a:latin typeface="Times New Roman" panose="02020603050405020304" pitchFamily="18" charset="0"/>
              </a:rPr>
              <a:t>X</a:t>
            </a:r>
            <a:r>
              <a:rPr lang="zh-CN" altLang="en-US" sz="2800" b="0" dirty="0">
                <a:solidFill>
                  <a:schemeClr val="bg1"/>
                </a:solidFill>
                <a:latin typeface="Times New Roman" panose="02020603050405020304" pitchFamily="18" charset="0"/>
              </a:rPr>
              <a:t>、</a:t>
            </a:r>
            <a:r>
              <a:rPr lang="en-US" altLang="zh-CN" sz="2800" b="0" dirty="0">
                <a:solidFill>
                  <a:schemeClr val="bg1"/>
                </a:solidFill>
                <a:latin typeface="Times New Roman" panose="02020603050405020304" pitchFamily="18" charset="0"/>
              </a:rPr>
              <a:t>Y</a:t>
            </a:r>
            <a:r>
              <a:rPr lang="zh-CN" altLang="en-US" sz="2800" b="0" dirty="0">
                <a:solidFill>
                  <a:schemeClr val="bg1"/>
                </a:solidFill>
                <a:latin typeface="Times New Roman" panose="02020603050405020304" pitchFamily="18" charset="0"/>
              </a:rPr>
              <a:t>、</a:t>
            </a:r>
            <a:r>
              <a:rPr lang="en-US" altLang="zh-CN" sz="2800" b="0" dirty="0">
                <a:solidFill>
                  <a:schemeClr val="bg1"/>
                </a:solidFill>
                <a:latin typeface="Times New Roman" panose="02020603050405020304" pitchFamily="18" charset="0"/>
              </a:rPr>
              <a:t>Z</a:t>
            </a:r>
            <a:r>
              <a:rPr lang="en-US" altLang="zh-CN" sz="2800" dirty="0">
                <a:solidFill>
                  <a:schemeClr val="bg1"/>
                </a:solidFill>
                <a:latin typeface="楷体_GB2312" pitchFamily="49" charset="-122"/>
              </a:rPr>
              <a:t> </a:t>
            </a:r>
            <a:r>
              <a:rPr lang="zh-CN" altLang="en-US" sz="2800" dirty="0">
                <a:latin typeface="楷体_GB2312" pitchFamily="49" charset="-122"/>
              </a:rPr>
              <a:t>三端称为末端</a:t>
            </a:r>
            <a:r>
              <a:rPr lang="zh-CN" altLang="en-US" sz="2800" dirty="0">
                <a:solidFill>
                  <a:schemeClr val="bg1"/>
                </a:solidFill>
                <a:latin typeface="楷体_GB2312" pitchFamily="49" charset="-122"/>
              </a:rPr>
              <a:t>。</a:t>
            </a:r>
            <a:endParaRPr lang="zh-CN" altLang="en-US" sz="2800" dirty="0">
              <a:solidFill>
                <a:schemeClr val="bg1"/>
              </a:solidFill>
              <a:latin typeface="楷体_GB2312" pitchFamily="49" charset="-122"/>
            </a:endParaRPr>
          </a:p>
        </p:txBody>
      </p:sp>
      <p:grpSp>
        <p:nvGrpSpPr>
          <p:cNvPr id="2" name="Group 105"/>
          <p:cNvGrpSpPr/>
          <p:nvPr/>
        </p:nvGrpSpPr>
        <p:grpSpPr>
          <a:xfrm>
            <a:off x="2195513" y="3644900"/>
            <a:ext cx="5627687" cy="2713038"/>
            <a:chOff x="1383" y="2296"/>
            <a:chExt cx="3545" cy="1709"/>
          </a:xfrm>
        </p:grpSpPr>
        <p:sp>
          <p:nvSpPr>
            <p:cNvPr id="2095" name="Text Box 50"/>
            <p:cNvSpPr txBox="1"/>
            <p:nvPr/>
          </p:nvSpPr>
          <p:spPr>
            <a:xfrm>
              <a:off x="1808" y="2296"/>
              <a:ext cx="253" cy="327"/>
            </a:xfrm>
            <a:prstGeom prst="rect">
              <a:avLst/>
            </a:prstGeom>
            <a:noFill/>
            <a:ln w="2857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u</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096" name="Line 36"/>
            <p:cNvSpPr/>
            <p:nvPr/>
          </p:nvSpPr>
          <p:spPr>
            <a:xfrm flipV="1">
              <a:off x="2044" y="2413"/>
              <a:ext cx="0" cy="1592"/>
            </a:xfrm>
            <a:prstGeom prst="line">
              <a:avLst/>
            </a:prstGeom>
            <a:ln w="28575" cap="flat" cmpd="sng">
              <a:solidFill>
                <a:srgbClr val="FFFF00"/>
              </a:solidFill>
              <a:prstDash val="solid"/>
              <a:headEnd type="none" w="med" len="med"/>
              <a:tailEnd type="triangle" w="med" len="med"/>
            </a:ln>
          </p:spPr>
        </p:sp>
        <p:sp>
          <p:nvSpPr>
            <p:cNvPr id="2097" name="Text Box 38"/>
            <p:cNvSpPr txBox="1"/>
            <p:nvPr/>
          </p:nvSpPr>
          <p:spPr>
            <a:xfrm>
              <a:off x="4540" y="3266"/>
              <a:ext cx="388" cy="327"/>
            </a:xfrm>
            <a:prstGeom prst="rect">
              <a:avLst/>
            </a:prstGeom>
            <a:noFill/>
            <a:ln w="28575">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0" i="1" dirty="0">
                  <a:solidFill>
                    <a:schemeClr val="bg1"/>
                  </a:solidFill>
                  <a:latin typeface="Times New Roman" panose="02020603050405020304" pitchFamily="18" charset="0"/>
                  <a:ea typeface="宋体" panose="02010600030101010101" pitchFamily="2" charset="-122"/>
                </a:rPr>
                <a:t>t</a:t>
              </a:r>
              <a:endParaRPr lang="en-US" altLang="zh-CN" sz="2800" b="0" i="1" dirty="0">
                <a:solidFill>
                  <a:schemeClr val="bg1"/>
                </a:solidFill>
                <a:latin typeface="Times New Roman" panose="02020603050405020304" pitchFamily="18" charset="0"/>
                <a:ea typeface="宋体" panose="02010600030101010101" pitchFamily="2" charset="-122"/>
              </a:endParaRPr>
            </a:p>
          </p:txBody>
        </p:sp>
        <p:sp>
          <p:nvSpPr>
            <p:cNvPr id="2098" name="Text Box 41"/>
            <p:cNvSpPr txBox="1"/>
            <p:nvPr/>
          </p:nvSpPr>
          <p:spPr>
            <a:xfrm>
              <a:off x="2044" y="2477"/>
              <a:ext cx="473" cy="327"/>
            </a:xfrm>
            <a:prstGeom prst="rect">
              <a:avLst/>
            </a:prstGeom>
            <a:noFill/>
            <a:ln w="2857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u</a:t>
              </a:r>
              <a:r>
                <a:rPr lang="en-US" altLang="zh-CN" sz="2800" b="0" baseline="-2500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099" name="Freeform 42"/>
            <p:cNvSpPr/>
            <p:nvPr/>
          </p:nvSpPr>
          <p:spPr>
            <a:xfrm>
              <a:off x="3292" y="2701"/>
              <a:ext cx="1101" cy="1200"/>
            </a:xfrm>
            <a:custGeom>
              <a:avLst/>
              <a:gdLst>
                <a:gd name="txL" fmla="*/ 0 w 1056"/>
                <a:gd name="txT" fmla="*/ 0 h 1200"/>
                <a:gd name="txR" fmla="*/ 1056 w 1056"/>
                <a:gd name="txB" fmla="*/ 1200 h 1200"/>
              </a:gdLst>
              <a:ahLst/>
              <a:cxnLst>
                <a:cxn ang="0">
                  <a:pos x="1101" y="61"/>
                </a:cxn>
                <a:cxn ang="0">
                  <a:pos x="970" y="332"/>
                </a:cxn>
                <a:cxn ang="0">
                  <a:pos x="883" y="583"/>
                </a:cxn>
                <a:cxn ang="0">
                  <a:pos x="807" y="870"/>
                </a:cxn>
                <a:cxn ang="0">
                  <a:pos x="719" y="1090"/>
                </a:cxn>
                <a:cxn ang="0">
                  <a:pos x="598" y="1191"/>
                </a:cxn>
                <a:cxn ang="0">
                  <a:pos x="468" y="1034"/>
                </a:cxn>
                <a:cxn ang="0">
                  <a:pos x="288" y="577"/>
                </a:cxn>
                <a:cxn ang="0">
                  <a:pos x="227" y="363"/>
                </a:cxn>
                <a:cxn ang="0">
                  <a:pos x="99" y="63"/>
                </a:cxn>
                <a:cxn ang="0">
                  <a:pos x="14" y="9"/>
                </a:cxn>
                <a:cxn ang="0">
                  <a:pos x="19" y="9"/>
                </a:cxn>
              </a:cxnLst>
              <a:rect l="txL" t="txT" r="txR" b="txB"/>
              <a:pathLst>
                <a:path w="1056" h="1200">
                  <a:moveTo>
                    <a:pt x="1056" y="61"/>
                  </a:moveTo>
                  <a:cubicBezTo>
                    <a:pt x="1035" y="106"/>
                    <a:pt x="964" y="245"/>
                    <a:pt x="930" y="332"/>
                  </a:cubicBezTo>
                  <a:cubicBezTo>
                    <a:pt x="896" y="418"/>
                    <a:pt x="873" y="493"/>
                    <a:pt x="847" y="583"/>
                  </a:cubicBezTo>
                  <a:cubicBezTo>
                    <a:pt x="821" y="672"/>
                    <a:pt x="800" y="786"/>
                    <a:pt x="774" y="870"/>
                  </a:cubicBezTo>
                  <a:cubicBezTo>
                    <a:pt x="749" y="955"/>
                    <a:pt x="724" y="1037"/>
                    <a:pt x="690" y="1090"/>
                  </a:cubicBezTo>
                  <a:cubicBezTo>
                    <a:pt x="656" y="1143"/>
                    <a:pt x="614" y="1200"/>
                    <a:pt x="574" y="1191"/>
                  </a:cubicBezTo>
                  <a:cubicBezTo>
                    <a:pt x="534" y="1182"/>
                    <a:pt x="500" y="1136"/>
                    <a:pt x="449" y="1034"/>
                  </a:cubicBezTo>
                  <a:cubicBezTo>
                    <a:pt x="399" y="932"/>
                    <a:pt x="315" y="688"/>
                    <a:pt x="276" y="577"/>
                  </a:cubicBezTo>
                  <a:cubicBezTo>
                    <a:pt x="238" y="465"/>
                    <a:pt x="249" y="449"/>
                    <a:pt x="218" y="363"/>
                  </a:cubicBezTo>
                  <a:cubicBezTo>
                    <a:pt x="188" y="278"/>
                    <a:pt x="129" y="122"/>
                    <a:pt x="95" y="63"/>
                  </a:cubicBezTo>
                  <a:cubicBezTo>
                    <a:pt x="61" y="5"/>
                    <a:pt x="26" y="17"/>
                    <a:pt x="13" y="9"/>
                  </a:cubicBezTo>
                  <a:cubicBezTo>
                    <a:pt x="0" y="0"/>
                    <a:pt x="18" y="9"/>
                    <a:pt x="18" y="9"/>
                  </a:cubicBezTo>
                </a:path>
              </a:pathLst>
            </a:custGeom>
            <a:noFill/>
            <a:ln w="28575" cap="flat" cmpd="sng">
              <a:solidFill>
                <a:srgbClr val="FF3300"/>
              </a:solidFill>
              <a:prstDash val="solid"/>
              <a:round/>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2100" name="Freeform 43"/>
            <p:cNvSpPr/>
            <p:nvPr/>
          </p:nvSpPr>
          <p:spPr>
            <a:xfrm>
              <a:off x="1707" y="2693"/>
              <a:ext cx="1627" cy="1208"/>
            </a:xfrm>
            <a:custGeom>
              <a:avLst/>
              <a:gdLst>
                <a:gd name="txL" fmla="*/ 0 w 966"/>
                <a:gd name="txT" fmla="*/ 0 h 1208"/>
                <a:gd name="txR" fmla="*/ 966 w 966"/>
                <a:gd name="txB" fmla="*/ 1208 h 1208"/>
              </a:gdLst>
              <a:ahLst/>
              <a:cxnLst>
                <a:cxn ang="0">
                  <a:pos x="0" y="616"/>
                </a:cxn>
                <a:cxn ang="0">
                  <a:pos x="76" y="403"/>
                </a:cxn>
                <a:cxn ang="0">
                  <a:pos x="141" y="232"/>
                </a:cxn>
                <a:cxn ang="0">
                  <a:pos x="226" y="81"/>
                </a:cxn>
                <a:cxn ang="0">
                  <a:pos x="320" y="11"/>
                </a:cxn>
                <a:cxn ang="0">
                  <a:pos x="438" y="96"/>
                </a:cxn>
                <a:cxn ang="0">
                  <a:pos x="556" y="348"/>
                </a:cxn>
                <a:cxn ang="0">
                  <a:pos x="643" y="602"/>
                </a:cxn>
                <a:cxn ang="0">
                  <a:pos x="743" y="876"/>
                </a:cxn>
                <a:cxn ang="0">
                  <a:pos x="840" y="1097"/>
                </a:cxn>
                <a:cxn ang="0">
                  <a:pos x="975" y="1200"/>
                </a:cxn>
                <a:cxn ang="0">
                  <a:pos x="1120" y="1041"/>
                </a:cxn>
                <a:cxn ang="0">
                  <a:pos x="1285" y="619"/>
                </a:cxn>
                <a:cxn ang="0">
                  <a:pos x="1361" y="391"/>
                </a:cxn>
                <a:cxn ang="0">
                  <a:pos x="1496" y="101"/>
                </a:cxn>
                <a:cxn ang="0">
                  <a:pos x="1607" y="14"/>
                </a:cxn>
                <a:cxn ang="0">
                  <a:pos x="1612" y="20"/>
                </a:cxn>
              </a:cxnLst>
              <a:rect l="txL" t="txT" r="txR" b="txB"/>
              <a:pathLst>
                <a:path w="966" h="1208">
                  <a:moveTo>
                    <a:pt x="0" y="616"/>
                  </a:moveTo>
                  <a:cubicBezTo>
                    <a:pt x="7" y="579"/>
                    <a:pt x="31" y="467"/>
                    <a:pt x="45" y="403"/>
                  </a:cubicBezTo>
                  <a:cubicBezTo>
                    <a:pt x="59" y="340"/>
                    <a:pt x="69" y="286"/>
                    <a:pt x="84" y="232"/>
                  </a:cubicBezTo>
                  <a:cubicBezTo>
                    <a:pt x="99" y="178"/>
                    <a:pt x="116" y="117"/>
                    <a:pt x="134" y="81"/>
                  </a:cubicBezTo>
                  <a:cubicBezTo>
                    <a:pt x="151" y="44"/>
                    <a:pt x="169" y="8"/>
                    <a:pt x="190" y="11"/>
                  </a:cubicBezTo>
                  <a:cubicBezTo>
                    <a:pt x="211" y="15"/>
                    <a:pt x="236" y="41"/>
                    <a:pt x="260" y="96"/>
                  </a:cubicBezTo>
                  <a:cubicBezTo>
                    <a:pt x="283" y="153"/>
                    <a:pt x="309" y="264"/>
                    <a:pt x="330" y="348"/>
                  </a:cubicBezTo>
                  <a:cubicBezTo>
                    <a:pt x="349" y="431"/>
                    <a:pt x="363" y="514"/>
                    <a:pt x="382" y="602"/>
                  </a:cubicBezTo>
                  <a:cubicBezTo>
                    <a:pt x="401" y="690"/>
                    <a:pt x="421" y="793"/>
                    <a:pt x="441" y="876"/>
                  </a:cubicBezTo>
                  <a:cubicBezTo>
                    <a:pt x="461" y="958"/>
                    <a:pt x="476" y="1043"/>
                    <a:pt x="499" y="1097"/>
                  </a:cubicBezTo>
                  <a:cubicBezTo>
                    <a:pt x="522" y="1151"/>
                    <a:pt x="551" y="1208"/>
                    <a:pt x="579" y="1200"/>
                  </a:cubicBezTo>
                  <a:cubicBezTo>
                    <a:pt x="607" y="1190"/>
                    <a:pt x="634" y="1137"/>
                    <a:pt x="665" y="1041"/>
                  </a:cubicBezTo>
                  <a:cubicBezTo>
                    <a:pt x="696" y="944"/>
                    <a:pt x="739" y="727"/>
                    <a:pt x="763" y="619"/>
                  </a:cubicBezTo>
                  <a:cubicBezTo>
                    <a:pt x="787" y="511"/>
                    <a:pt x="788" y="477"/>
                    <a:pt x="808" y="391"/>
                  </a:cubicBezTo>
                  <a:cubicBezTo>
                    <a:pt x="829" y="305"/>
                    <a:pt x="864" y="164"/>
                    <a:pt x="888" y="101"/>
                  </a:cubicBezTo>
                  <a:cubicBezTo>
                    <a:pt x="912" y="38"/>
                    <a:pt x="942" y="28"/>
                    <a:pt x="954" y="14"/>
                  </a:cubicBezTo>
                  <a:cubicBezTo>
                    <a:pt x="966" y="0"/>
                    <a:pt x="957" y="19"/>
                    <a:pt x="957" y="20"/>
                  </a:cubicBezTo>
                </a:path>
              </a:pathLst>
            </a:custGeom>
            <a:noFill/>
            <a:ln w="28575" cap="flat" cmpd="sng">
              <a:solidFill>
                <a:srgbClr val="FF3300"/>
              </a:solidFill>
              <a:prstDash val="solid"/>
              <a:round/>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2101" name="Text Box 44"/>
            <p:cNvSpPr txBox="1"/>
            <p:nvPr/>
          </p:nvSpPr>
          <p:spPr>
            <a:xfrm>
              <a:off x="2423" y="2432"/>
              <a:ext cx="394" cy="327"/>
            </a:xfrm>
            <a:prstGeom prst="rect">
              <a:avLst/>
            </a:prstGeom>
            <a:noFill/>
            <a:ln w="2857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u</a:t>
              </a:r>
              <a:r>
                <a:rPr lang="en-US" altLang="zh-CN" sz="2800" b="0" baseline="-2500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102" name="Freeform 45"/>
            <p:cNvSpPr/>
            <p:nvPr/>
          </p:nvSpPr>
          <p:spPr>
            <a:xfrm>
              <a:off x="3740" y="2703"/>
              <a:ext cx="719" cy="1200"/>
            </a:xfrm>
            <a:custGeom>
              <a:avLst/>
              <a:gdLst>
                <a:gd name="txL" fmla="*/ 0 w 690"/>
                <a:gd name="txT" fmla="*/ 0 h 1200"/>
                <a:gd name="txR" fmla="*/ 690 w 690"/>
                <a:gd name="txB" fmla="*/ 1200 h 1200"/>
              </a:gdLst>
              <a:ahLst/>
              <a:cxnLst>
                <a:cxn ang="0">
                  <a:pos x="719" y="1090"/>
                </a:cxn>
                <a:cxn ang="0">
                  <a:pos x="598" y="1191"/>
                </a:cxn>
                <a:cxn ang="0">
                  <a:pos x="468" y="1034"/>
                </a:cxn>
                <a:cxn ang="0">
                  <a:pos x="288" y="577"/>
                </a:cxn>
                <a:cxn ang="0">
                  <a:pos x="227" y="363"/>
                </a:cxn>
                <a:cxn ang="0">
                  <a:pos x="99" y="63"/>
                </a:cxn>
                <a:cxn ang="0">
                  <a:pos x="14" y="9"/>
                </a:cxn>
                <a:cxn ang="0">
                  <a:pos x="19" y="9"/>
                </a:cxn>
              </a:cxnLst>
              <a:rect l="txL" t="txT" r="txR" b="txB"/>
              <a:pathLst>
                <a:path w="690" h="1200">
                  <a:moveTo>
                    <a:pt x="690" y="1090"/>
                  </a:moveTo>
                  <a:cubicBezTo>
                    <a:pt x="671" y="1107"/>
                    <a:pt x="614" y="1200"/>
                    <a:pt x="574" y="1191"/>
                  </a:cubicBezTo>
                  <a:cubicBezTo>
                    <a:pt x="534" y="1182"/>
                    <a:pt x="500" y="1136"/>
                    <a:pt x="449" y="1034"/>
                  </a:cubicBezTo>
                  <a:cubicBezTo>
                    <a:pt x="399" y="932"/>
                    <a:pt x="315" y="688"/>
                    <a:pt x="276" y="577"/>
                  </a:cubicBezTo>
                  <a:cubicBezTo>
                    <a:pt x="238" y="465"/>
                    <a:pt x="249" y="449"/>
                    <a:pt x="218" y="363"/>
                  </a:cubicBezTo>
                  <a:cubicBezTo>
                    <a:pt x="188" y="278"/>
                    <a:pt x="129" y="122"/>
                    <a:pt x="95" y="63"/>
                  </a:cubicBezTo>
                  <a:cubicBezTo>
                    <a:pt x="61" y="5"/>
                    <a:pt x="26" y="17"/>
                    <a:pt x="13" y="9"/>
                  </a:cubicBezTo>
                  <a:cubicBezTo>
                    <a:pt x="0" y="0"/>
                    <a:pt x="18" y="9"/>
                    <a:pt x="18" y="9"/>
                  </a:cubicBezTo>
                </a:path>
              </a:pathLst>
            </a:custGeom>
            <a:noFill/>
            <a:ln w="28575" cap="flat" cmpd="sng">
              <a:solidFill>
                <a:srgbClr val="00FFFF"/>
              </a:solidFill>
              <a:prstDash val="solid"/>
              <a:round/>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2103" name="Freeform 46"/>
            <p:cNvSpPr/>
            <p:nvPr/>
          </p:nvSpPr>
          <p:spPr>
            <a:xfrm>
              <a:off x="2130" y="2695"/>
              <a:ext cx="1627" cy="1208"/>
            </a:xfrm>
            <a:custGeom>
              <a:avLst/>
              <a:gdLst>
                <a:gd name="txL" fmla="*/ 0 w 966"/>
                <a:gd name="txT" fmla="*/ 0 h 1208"/>
                <a:gd name="txR" fmla="*/ 966 w 966"/>
                <a:gd name="txB" fmla="*/ 1208 h 1208"/>
              </a:gdLst>
              <a:ahLst/>
              <a:cxnLst>
                <a:cxn ang="0">
                  <a:pos x="0" y="616"/>
                </a:cxn>
                <a:cxn ang="0">
                  <a:pos x="76" y="403"/>
                </a:cxn>
                <a:cxn ang="0">
                  <a:pos x="141" y="232"/>
                </a:cxn>
                <a:cxn ang="0">
                  <a:pos x="226" y="81"/>
                </a:cxn>
                <a:cxn ang="0">
                  <a:pos x="320" y="11"/>
                </a:cxn>
                <a:cxn ang="0">
                  <a:pos x="438" y="96"/>
                </a:cxn>
                <a:cxn ang="0">
                  <a:pos x="556" y="348"/>
                </a:cxn>
                <a:cxn ang="0">
                  <a:pos x="643" y="602"/>
                </a:cxn>
                <a:cxn ang="0">
                  <a:pos x="743" y="876"/>
                </a:cxn>
                <a:cxn ang="0">
                  <a:pos x="840" y="1097"/>
                </a:cxn>
                <a:cxn ang="0">
                  <a:pos x="975" y="1200"/>
                </a:cxn>
                <a:cxn ang="0">
                  <a:pos x="1120" y="1041"/>
                </a:cxn>
                <a:cxn ang="0">
                  <a:pos x="1285" y="619"/>
                </a:cxn>
                <a:cxn ang="0">
                  <a:pos x="1361" y="391"/>
                </a:cxn>
                <a:cxn ang="0">
                  <a:pos x="1496" y="101"/>
                </a:cxn>
                <a:cxn ang="0">
                  <a:pos x="1607" y="14"/>
                </a:cxn>
                <a:cxn ang="0">
                  <a:pos x="1612" y="20"/>
                </a:cxn>
              </a:cxnLst>
              <a:rect l="txL" t="txT" r="txR" b="txB"/>
              <a:pathLst>
                <a:path w="966" h="1208">
                  <a:moveTo>
                    <a:pt x="0" y="616"/>
                  </a:moveTo>
                  <a:cubicBezTo>
                    <a:pt x="7" y="579"/>
                    <a:pt x="31" y="467"/>
                    <a:pt x="45" y="403"/>
                  </a:cubicBezTo>
                  <a:cubicBezTo>
                    <a:pt x="59" y="340"/>
                    <a:pt x="69" y="286"/>
                    <a:pt x="84" y="232"/>
                  </a:cubicBezTo>
                  <a:cubicBezTo>
                    <a:pt x="99" y="178"/>
                    <a:pt x="116" y="117"/>
                    <a:pt x="134" y="81"/>
                  </a:cubicBezTo>
                  <a:cubicBezTo>
                    <a:pt x="151" y="44"/>
                    <a:pt x="169" y="8"/>
                    <a:pt x="190" y="11"/>
                  </a:cubicBezTo>
                  <a:cubicBezTo>
                    <a:pt x="211" y="15"/>
                    <a:pt x="236" y="41"/>
                    <a:pt x="260" y="96"/>
                  </a:cubicBezTo>
                  <a:cubicBezTo>
                    <a:pt x="283" y="153"/>
                    <a:pt x="309" y="264"/>
                    <a:pt x="330" y="348"/>
                  </a:cubicBezTo>
                  <a:cubicBezTo>
                    <a:pt x="349" y="431"/>
                    <a:pt x="363" y="514"/>
                    <a:pt x="382" y="602"/>
                  </a:cubicBezTo>
                  <a:cubicBezTo>
                    <a:pt x="401" y="690"/>
                    <a:pt x="421" y="793"/>
                    <a:pt x="441" y="876"/>
                  </a:cubicBezTo>
                  <a:cubicBezTo>
                    <a:pt x="461" y="958"/>
                    <a:pt x="476" y="1043"/>
                    <a:pt x="499" y="1097"/>
                  </a:cubicBezTo>
                  <a:cubicBezTo>
                    <a:pt x="522" y="1151"/>
                    <a:pt x="551" y="1208"/>
                    <a:pt x="579" y="1200"/>
                  </a:cubicBezTo>
                  <a:cubicBezTo>
                    <a:pt x="607" y="1190"/>
                    <a:pt x="634" y="1137"/>
                    <a:pt x="665" y="1041"/>
                  </a:cubicBezTo>
                  <a:cubicBezTo>
                    <a:pt x="696" y="944"/>
                    <a:pt x="739" y="727"/>
                    <a:pt x="763" y="619"/>
                  </a:cubicBezTo>
                  <a:cubicBezTo>
                    <a:pt x="787" y="511"/>
                    <a:pt x="788" y="477"/>
                    <a:pt x="808" y="391"/>
                  </a:cubicBezTo>
                  <a:cubicBezTo>
                    <a:pt x="829" y="305"/>
                    <a:pt x="864" y="164"/>
                    <a:pt x="888" y="101"/>
                  </a:cubicBezTo>
                  <a:cubicBezTo>
                    <a:pt x="912" y="38"/>
                    <a:pt x="942" y="28"/>
                    <a:pt x="954" y="14"/>
                  </a:cubicBezTo>
                  <a:cubicBezTo>
                    <a:pt x="966" y="0"/>
                    <a:pt x="957" y="19"/>
                    <a:pt x="957" y="20"/>
                  </a:cubicBezTo>
                </a:path>
              </a:pathLst>
            </a:custGeom>
            <a:noFill/>
            <a:ln w="28575" cap="flat" cmpd="sng">
              <a:solidFill>
                <a:srgbClr val="00FFFF"/>
              </a:solidFill>
              <a:prstDash val="solid"/>
              <a:round/>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2104" name="Freeform 47"/>
            <p:cNvSpPr/>
            <p:nvPr/>
          </p:nvSpPr>
          <p:spPr>
            <a:xfrm>
              <a:off x="1692" y="3301"/>
              <a:ext cx="437" cy="600"/>
            </a:xfrm>
            <a:custGeom>
              <a:avLst/>
              <a:gdLst>
                <a:gd name="txL" fmla="*/ 0 w 419"/>
                <a:gd name="txT" fmla="*/ 0 h 600"/>
                <a:gd name="txR" fmla="*/ 419 w 419"/>
                <a:gd name="txB" fmla="*/ 600 h 600"/>
              </a:gdLst>
              <a:ahLst/>
              <a:cxnLst>
                <a:cxn ang="0">
                  <a:pos x="0" y="489"/>
                </a:cxn>
                <a:cxn ang="0">
                  <a:pos x="135" y="592"/>
                </a:cxn>
                <a:cxn ang="0">
                  <a:pos x="280" y="433"/>
                </a:cxn>
                <a:cxn ang="0">
                  <a:pos x="437" y="0"/>
                </a:cxn>
              </a:cxnLst>
              <a:rect l="txL" t="txT" r="txR" b="txB"/>
              <a:pathLst>
                <a:path w="419" h="600">
                  <a:moveTo>
                    <a:pt x="0" y="489"/>
                  </a:moveTo>
                  <a:cubicBezTo>
                    <a:pt x="21" y="506"/>
                    <a:pt x="84" y="600"/>
                    <a:pt x="129" y="592"/>
                  </a:cubicBezTo>
                  <a:cubicBezTo>
                    <a:pt x="175" y="582"/>
                    <a:pt x="220" y="532"/>
                    <a:pt x="268" y="433"/>
                  </a:cubicBezTo>
                  <a:cubicBezTo>
                    <a:pt x="316" y="334"/>
                    <a:pt x="394" y="72"/>
                    <a:pt x="419" y="0"/>
                  </a:cubicBezTo>
                </a:path>
              </a:pathLst>
            </a:custGeom>
            <a:noFill/>
            <a:ln w="28575" cap="flat" cmpd="sng">
              <a:solidFill>
                <a:srgbClr val="00FFFF"/>
              </a:solidFill>
              <a:prstDash val="solid"/>
              <a:round/>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2105" name="Freeform 48"/>
            <p:cNvSpPr/>
            <p:nvPr/>
          </p:nvSpPr>
          <p:spPr>
            <a:xfrm>
              <a:off x="2849" y="2721"/>
              <a:ext cx="1499" cy="1200"/>
            </a:xfrm>
            <a:custGeom>
              <a:avLst/>
              <a:gdLst>
                <a:gd name="txL" fmla="*/ 0 w 890"/>
                <a:gd name="txT" fmla="*/ 0 h 1248"/>
                <a:gd name="txR" fmla="*/ 890 w 890"/>
                <a:gd name="txB" fmla="*/ 1248 h 1248"/>
              </a:gdLst>
              <a:ahLst/>
              <a:cxnLst>
                <a:cxn ang="0">
                  <a:pos x="1499" y="571"/>
                </a:cxn>
                <a:cxn ang="0">
                  <a:pos x="1448" y="407"/>
                </a:cxn>
                <a:cxn ang="0">
                  <a:pos x="1383" y="231"/>
                </a:cxn>
                <a:cxn ang="0">
                  <a:pos x="1287" y="78"/>
                </a:cxn>
                <a:cxn ang="0">
                  <a:pos x="1196" y="12"/>
                </a:cxn>
                <a:cxn ang="0">
                  <a:pos x="1100" y="61"/>
                </a:cxn>
                <a:cxn ang="0">
                  <a:pos x="968" y="332"/>
                </a:cxn>
                <a:cxn ang="0">
                  <a:pos x="883" y="583"/>
                </a:cxn>
                <a:cxn ang="0">
                  <a:pos x="807" y="870"/>
                </a:cxn>
                <a:cxn ang="0">
                  <a:pos x="719" y="1090"/>
                </a:cxn>
                <a:cxn ang="0">
                  <a:pos x="598" y="1191"/>
                </a:cxn>
                <a:cxn ang="0">
                  <a:pos x="468" y="1034"/>
                </a:cxn>
                <a:cxn ang="0">
                  <a:pos x="288" y="577"/>
                </a:cxn>
                <a:cxn ang="0">
                  <a:pos x="227" y="363"/>
                </a:cxn>
                <a:cxn ang="0">
                  <a:pos x="99" y="63"/>
                </a:cxn>
                <a:cxn ang="0">
                  <a:pos x="13" y="9"/>
                </a:cxn>
                <a:cxn ang="0">
                  <a:pos x="19" y="9"/>
                </a:cxn>
              </a:cxnLst>
              <a:rect l="txL" t="txT" r="txR" b="txB"/>
              <a:pathLst>
                <a:path w="890" h="1248">
                  <a:moveTo>
                    <a:pt x="890" y="594"/>
                  </a:moveTo>
                  <a:cubicBezTo>
                    <a:pt x="885" y="566"/>
                    <a:pt x="871" y="482"/>
                    <a:pt x="860" y="423"/>
                  </a:cubicBezTo>
                  <a:cubicBezTo>
                    <a:pt x="849" y="364"/>
                    <a:pt x="837" y="297"/>
                    <a:pt x="821" y="240"/>
                  </a:cubicBezTo>
                  <a:cubicBezTo>
                    <a:pt x="805" y="183"/>
                    <a:pt x="782" y="119"/>
                    <a:pt x="764" y="81"/>
                  </a:cubicBezTo>
                  <a:cubicBezTo>
                    <a:pt x="746" y="43"/>
                    <a:pt x="728" y="15"/>
                    <a:pt x="710" y="12"/>
                  </a:cubicBezTo>
                  <a:cubicBezTo>
                    <a:pt x="692" y="9"/>
                    <a:pt x="675" y="8"/>
                    <a:pt x="653" y="63"/>
                  </a:cubicBezTo>
                  <a:cubicBezTo>
                    <a:pt x="631" y="118"/>
                    <a:pt x="596" y="255"/>
                    <a:pt x="575" y="345"/>
                  </a:cubicBezTo>
                  <a:cubicBezTo>
                    <a:pt x="554" y="435"/>
                    <a:pt x="540" y="513"/>
                    <a:pt x="524" y="606"/>
                  </a:cubicBezTo>
                  <a:cubicBezTo>
                    <a:pt x="508" y="699"/>
                    <a:pt x="495" y="817"/>
                    <a:pt x="479" y="905"/>
                  </a:cubicBezTo>
                  <a:cubicBezTo>
                    <a:pt x="463" y="993"/>
                    <a:pt x="448" y="1078"/>
                    <a:pt x="427" y="1134"/>
                  </a:cubicBezTo>
                  <a:cubicBezTo>
                    <a:pt x="406" y="1189"/>
                    <a:pt x="380" y="1248"/>
                    <a:pt x="355" y="1239"/>
                  </a:cubicBezTo>
                  <a:cubicBezTo>
                    <a:pt x="330" y="1229"/>
                    <a:pt x="309" y="1181"/>
                    <a:pt x="278" y="1075"/>
                  </a:cubicBezTo>
                  <a:cubicBezTo>
                    <a:pt x="247" y="969"/>
                    <a:pt x="195" y="716"/>
                    <a:pt x="171" y="600"/>
                  </a:cubicBezTo>
                  <a:cubicBezTo>
                    <a:pt x="147" y="484"/>
                    <a:pt x="154" y="467"/>
                    <a:pt x="135" y="378"/>
                  </a:cubicBezTo>
                  <a:cubicBezTo>
                    <a:pt x="116" y="289"/>
                    <a:pt x="80" y="127"/>
                    <a:pt x="59" y="66"/>
                  </a:cubicBezTo>
                  <a:cubicBezTo>
                    <a:pt x="38" y="5"/>
                    <a:pt x="16" y="18"/>
                    <a:pt x="8" y="9"/>
                  </a:cubicBezTo>
                  <a:cubicBezTo>
                    <a:pt x="0" y="0"/>
                    <a:pt x="11" y="9"/>
                    <a:pt x="11" y="9"/>
                  </a:cubicBezTo>
                </a:path>
              </a:pathLst>
            </a:custGeom>
            <a:noFill/>
            <a:ln w="28575" cap="flat" cmpd="sng">
              <a:solidFill>
                <a:srgbClr val="66FF33"/>
              </a:solidFill>
              <a:prstDash val="solid"/>
              <a:round/>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2106" name="Freeform 49"/>
            <p:cNvSpPr/>
            <p:nvPr/>
          </p:nvSpPr>
          <p:spPr>
            <a:xfrm>
              <a:off x="1761" y="2704"/>
              <a:ext cx="1112" cy="1217"/>
            </a:xfrm>
            <a:custGeom>
              <a:avLst/>
              <a:gdLst>
                <a:gd name="txL" fmla="*/ 0 w 1142"/>
                <a:gd name="txT" fmla="*/ 0 h 1208"/>
                <a:gd name="txR" fmla="*/ 1142 w 1142"/>
                <a:gd name="txB" fmla="*/ 1208 h 1208"/>
              </a:gdLst>
              <a:ahLst/>
              <a:cxnLst>
                <a:cxn ang="0">
                  <a:pos x="0" y="97"/>
                </a:cxn>
                <a:cxn ang="0">
                  <a:pos x="111" y="351"/>
                </a:cxn>
                <a:cxn ang="0">
                  <a:pos x="193" y="606"/>
                </a:cxn>
                <a:cxn ang="0">
                  <a:pos x="285" y="883"/>
                </a:cxn>
                <a:cxn ang="0">
                  <a:pos x="377" y="1105"/>
                </a:cxn>
                <a:cxn ang="0">
                  <a:pos x="502" y="1209"/>
                </a:cxn>
                <a:cxn ang="0">
                  <a:pos x="638" y="1049"/>
                </a:cxn>
                <a:cxn ang="0">
                  <a:pos x="793" y="624"/>
                </a:cxn>
                <a:cxn ang="0">
                  <a:pos x="864" y="394"/>
                </a:cxn>
                <a:cxn ang="0">
                  <a:pos x="989" y="102"/>
                </a:cxn>
                <a:cxn ang="0">
                  <a:pos x="1093" y="14"/>
                </a:cxn>
                <a:cxn ang="0">
                  <a:pos x="1097" y="20"/>
                </a:cxn>
              </a:cxnLst>
              <a:rect l="txL" t="txT" r="txR" b="txB"/>
              <a:pathLst>
                <a:path w="1142" h="1208">
                  <a:moveTo>
                    <a:pt x="0" y="96"/>
                  </a:moveTo>
                  <a:cubicBezTo>
                    <a:pt x="19" y="138"/>
                    <a:pt x="80" y="264"/>
                    <a:pt x="114" y="348"/>
                  </a:cubicBezTo>
                  <a:cubicBezTo>
                    <a:pt x="144" y="431"/>
                    <a:pt x="167" y="514"/>
                    <a:pt x="198" y="602"/>
                  </a:cubicBezTo>
                  <a:cubicBezTo>
                    <a:pt x="228" y="690"/>
                    <a:pt x="261" y="793"/>
                    <a:pt x="293" y="876"/>
                  </a:cubicBezTo>
                  <a:cubicBezTo>
                    <a:pt x="325" y="958"/>
                    <a:pt x="350" y="1043"/>
                    <a:pt x="387" y="1097"/>
                  </a:cubicBezTo>
                  <a:cubicBezTo>
                    <a:pt x="424" y="1151"/>
                    <a:pt x="471" y="1208"/>
                    <a:pt x="516" y="1200"/>
                  </a:cubicBezTo>
                  <a:cubicBezTo>
                    <a:pt x="562" y="1190"/>
                    <a:pt x="605" y="1137"/>
                    <a:pt x="655" y="1041"/>
                  </a:cubicBezTo>
                  <a:cubicBezTo>
                    <a:pt x="705" y="944"/>
                    <a:pt x="775" y="727"/>
                    <a:pt x="814" y="619"/>
                  </a:cubicBezTo>
                  <a:cubicBezTo>
                    <a:pt x="853" y="511"/>
                    <a:pt x="854" y="477"/>
                    <a:pt x="887" y="391"/>
                  </a:cubicBezTo>
                  <a:cubicBezTo>
                    <a:pt x="920" y="305"/>
                    <a:pt x="977" y="164"/>
                    <a:pt x="1016" y="101"/>
                  </a:cubicBezTo>
                  <a:cubicBezTo>
                    <a:pt x="1055" y="38"/>
                    <a:pt x="1103" y="28"/>
                    <a:pt x="1123" y="14"/>
                  </a:cubicBezTo>
                  <a:cubicBezTo>
                    <a:pt x="1142" y="0"/>
                    <a:pt x="1127" y="19"/>
                    <a:pt x="1127" y="20"/>
                  </a:cubicBezTo>
                </a:path>
              </a:pathLst>
            </a:custGeom>
            <a:noFill/>
            <a:ln w="28575" cap="flat" cmpd="sng">
              <a:solidFill>
                <a:srgbClr val="66FF33"/>
              </a:solidFill>
              <a:prstDash val="solid"/>
              <a:round/>
              <a:headEnd type="none" w="med" len="med"/>
              <a:tailEnd type="none" w="med" len="med"/>
            </a:ln>
          </p:spPr>
          <p:txBody>
            <a:bodyPr anchor="ctr" anchorCtr="0">
              <a:spAutoFit/>
            </a:bodyPr>
            <a:p>
              <a:endParaRPr lang="zh-CN" altLang="en-US" dirty="0">
                <a:latin typeface="Arial" panose="020B0604020202020204" pitchFamily="34" charset="0"/>
              </a:endParaRPr>
            </a:p>
          </p:txBody>
        </p:sp>
        <p:sp>
          <p:nvSpPr>
            <p:cNvPr id="2107" name="Text Box 51"/>
            <p:cNvSpPr txBox="1"/>
            <p:nvPr/>
          </p:nvSpPr>
          <p:spPr>
            <a:xfrm>
              <a:off x="2942" y="2432"/>
              <a:ext cx="329" cy="327"/>
            </a:xfrm>
            <a:prstGeom prst="rect">
              <a:avLst/>
            </a:prstGeom>
            <a:noFill/>
            <a:ln w="2857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u</a:t>
              </a:r>
              <a:r>
                <a:rPr lang="en-US" altLang="zh-CN" sz="2800" b="0" baseline="-2500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108" name="Line 37"/>
            <p:cNvSpPr/>
            <p:nvPr/>
          </p:nvSpPr>
          <p:spPr>
            <a:xfrm>
              <a:off x="1383" y="3298"/>
              <a:ext cx="3521" cy="3"/>
            </a:xfrm>
            <a:prstGeom prst="line">
              <a:avLst/>
            </a:prstGeom>
            <a:ln w="28575" cap="flat" cmpd="sng">
              <a:solidFill>
                <a:srgbClr val="FFFF00"/>
              </a:solidFill>
              <a:prstDash val="solid"/>
              <a:headEnd type="none" w="med" len="med"/>
              <a:tailEnd type="triangle" w="med" len="med"/>
            </a:ln>
          </p:spPr>
        </p:sp>
        <p:sp>
          <p:nvSpPr>
            <p:cNvPr id="2109" name="Text Box 40"/>
            <p:cNvSpPr txBox="1"/>
            <p:nvPr/>
          </p:nvSpPr>
          <p:spPr>
            <a:xfrm>
              <a:off x="1761" y="3294"/>
              <a:ext cx="266" cy="250"/>
            </a:xfrm>
            <a:prstGeom prst="rect">
              <a:avLst/>
            </a:prstGeom>
            <a:noFill/>
            <a:ln w="28575">
              <a:noFill/>
            </a:ln>
          </p:spPr>
          <p:txBody>
            <a:bodyPr>
              <a:spAutoFit/>
            </a:bodyPr>
            <a:p>
              <a:pPr>
                <a:spcBef>
                  <a:spcPct val="50000"/>
                </a:spcBef>
              </a:pPr>
              <a:r>
                <a:rPr lang="en-US" altLang="zh-CN" sz="2000" b="0" i="1" dirty="0">
                  <a:solidFill>
                    <a:schemeClr val="bg1"/>
                  </a:solidFill>
                  <a:latin typeface="Times New Roman" panose="02020603050405020304" pitchFamily="18" charset="0"/>
                  <a:ea typeface="宋体" panose="02010600030101010101" pitchFamily="2" charset="-122"/>
                </a:rPr>
                <a:t>O</a:t>
              </a:r>
              <a:endParaRPr lang="en-US" altLang="zh-CN" sz="2000" b="0" i="1" dirty="0">
                <a:solidFill>
                  <a:schemeClr val="bg1"/>
                </a:solidFill>
                <a:latin typeface="Times New Roman" panose="02020603050405020304" pitchFamily="18" charset="0"/>
                <a:ea typeface="宋体" panose="02010600030101010101" pitchFamily="2" charset="-122"/>
              </a:endParaRPr>
            </a:p>
          </p:txBody>
        </p:sp>
      </p:grpSp>
      <p:grpSp>
        <p:nvGrpSpPr>
          <p:cNvPr id="3" name="Group 102"/>
          <p:cNvGrpSpPr/>
          <p:nvPr/>
        </p:nvGrpSpPr>
        <p:grpSpPr>
          <a:xfrm>
            <a:off x="395288" y="981075"/>
            <a:ext cx="3430587" cy="2511425"/>
            <a:chOff x="249" y="618"/>
            <a:chExt cx="2161" cy="1582"/>
          </a:xfrm>
        </p:grpSpPr>
        <p:grpSp>
          <p:nvGrpSpPr>
            <p:cNvPr id="2065" name="Group 72"/>
            <p:cNvGrpSpPr/>
            <p:nvPr/>
          </p:nvGrpSpPr>
          <p:grpSpPr>
            <a:xfrm>
              <a:off x="249" y="618"/>
              <a:ext cx="710" cy="1560"/>
              <a:chOff x="521" y="2069"/>
              <a:chExt cx="710" cy="1560"/>
            </a:xfrm>
          </p:grpSpPr>
          <p:sp>
            <p:nvSpPr>
              <p:cNvPr id="2086" name="Oval 73"/>
              <p:cNvSpPr/>
              <p:nvPr/>
            </p:nvSpPr>
            <p:spPr>
              <a:xfrm>
                <a:off x="839" y="2659"/>
                <a:ext cx="363" cy="363"/>
              </a:xfrm>
              <a:prstGeom prst="ellipse">
                <a:avLst/>
              </a:prstGeom>
              <a:gradFill rotWithShape="1">
                <a:gsLst>
                  <a:gs pos="0">
                    <a:srgbClr val="0099FF"/>
                  </a:gs>
                  <a:gs pos="100000">
                    <a:srgbClr val="004776"/>
                  </a:gs>
                </a:gsLst>
                <a:path path="shape">
                  <a:fillToRect l="50000" t="50000" r="50000" b="50000"/>
                </a:path>
                <a:tileRect/>
              </a:gradFill>
              <a:ln w="28575"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087" name="Text Box 74"/>
              <p:cNvSpPr txBox="1"/>
              <p:nvPr/>
            </p:nvSpPr>
            <p:spPr>
              <a:xfrm>
                <a:off x="891" y="2069"/>
                <a:ext cx="340" cy="327"/>
              </a:xfrm>
              <a:prstGeom prst="rect">
                <a:avLst/>
              </a:prstGeom>
              <a:noFill/>
              <a:ln w="2857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088" name="Line 75"/>
              <p:cNvSpPr/>
              <p:nvPr/>
            </p:nvSpPr>
            <p:spPr>
              <a:xfrm flipH="1">
                <a:off x="1023" y="2389"/>
                <a:ext cx="0" cy="880"/>
              </a:xfrm>
              <a:prstGeom prst="line">
                <a:avLst/>
              </a:prstGeom>
              <a:ln w="28575" cap="flat" cmpd="sng">
                <a:solidFill>
                  <a:srgbClr val="FF3300"/>
                </a:solidFill>
                <a:prstDash val="solid"/>
                <a:headEnd type="none" w="med" len="med"/>
                <a:tailEnd type="none" w="med" len="med"/>
              </a:ln>
            </p:spPr>
          </p:sp>
          <p:sp>
            <p:nvSpPr>
              <p:cNvPr id="2089" name="Oval 76"/>
              <p:cNvSpPr/>
              <p:nvPr/>
            </p:nvSpPr>
            <p:spPr>
              <a:xfrm>
                <a:off x="999" y="2333"/>
                <a:ext cx="45" cy="45"/>
              </a:xfrm>
              <a:prstGeom prst="ellipse">
                <a:avLst/>
              </a:prstGeom>
              <a:noFill/>
              <a:ln w="28575" cap="flat" cmpd="sng">
                <a:solidFill>
                  <a:srgbClr val="FF33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090" name="Oval 77"/>
              <p:cNvSpPr/>
              <p:nvPr/>
            </p:nvSpPr>
            <p:spPr>
              <a:xfrm>
                <a:off x="996" y="3269"/>
                <a:ext cx="45" cy="45"/>
              </a:xfrm>
              <a:prstGeom prst="ellipse">
                <a:avLst/>
              </a:prstGeom>
              <a:noFill/>
              <a:ln w="28575" cap="flat" cmpd="sng">
                <a:solidFill>
                  <a:srgbClr val="FF33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091" name="Text Box 78"/>
              <p:cNvSpPr txBox="1"/>
              <p:nvPr/>
            </p:nvSpPr>
            <p:spPr>
              <a:xfrm>
                <a:off x="831" y="2389"/>
                <a:ext cx="195" cy="327"/>
              </a:xfrm>
              <a:prstGeom prst="rect">
                <a:avLst/>
              </a:prstGeom>
              <a:noFill/>
              <a:ln w="2857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092" name="Text Box 79"/>
              <p:cNvSpPr txBox="1"/>
              <p:nvPr/>
            </p:nvSpPr>
            <p:spPr>
              <a:xfrm>
                <a:off x="831" y="2943"/>
                <a:ext cx="195" cy="327"/>
              </a:xfrm>
              <a:prstGeom prst="rect">
                <a:avLst/>
              </a:prstGeom>
              <a:noFill/>
              <a:ln w="2857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093" name="Text Box 80"/>
              <p:cNvSpPr txBox="1"/>
              <p:nvPr/>
            </p:nvSpPr>
            <p:spPr>
              <a:xfrm>
                <a:off x="891" y="3302"/>
                <a:ext cx="340" cy="327"/>
              </a:xfrm>
              <a:prstGeom prst="rect">
                <a:avLst/>
              </a:prstGeom>
              <a:noFill/>
              <a:ln w="2857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X</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094" name="Text Box 81"/>
              <p:cNvSpPr txBox="1"/>
              <p:nvPr/>
            </p:nvSpPr>
            <p:spPr>
              <a:xfrm>
                <a:off x="521" y="2614"/>
                <a:ext cx="544" cy="327"/>
              </a:xfrm>
              <a:prstGeom prst="rect">
                <a:avLst/>
              </a:prstGeom>
              <a:noFill/>
              <a:ln w="2857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u</a:t>
                </a:r>
                <a:r>
                  <a:rPr lang="en-US" altLang="zh-CN" sz="2800" b="0" baseline="-2500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grpSp>
        <p:grpSp>
          <p:nvGrpSpPr>
            <p:cNvPr id="2066" name="Group 82"/>
            <p:cNvGrpSpPr/>
            <p:nvPr/>
          </p:nvGrpSpPr>
          <p:grpSpPr>
            <a:xfrm>
              <a:off x="975" y="618"/>
              <a:ext cx="770" cy="1582"/>
              <a:chOff x="3198" y="1344"/>
              <a:chExt cx="770" cy="1582"/>
            </a:xfrm>
          </p:grpSpPr>
          <p:sp>
            <p:nvSpPr>
              <p:cNvPr id="2077" name="Oval 83"/>
              <p:cNvSpPr/>
              <p:nvPr/>
            </p:nvSpPr>
            <p:spPr>
              <a:xfrm>
                <a:off x="3560" y="1933"/>
                <a:ext cx="363" cy="363"/>
              </a:xfrm>
              <a:prstGeom prst="ellipse">
                <a:avLst/>
              </a:prstGeom>
              <a:gradFill rotWithShape="1">
                <a:gsLst>
                  <a:gs pos="0">
                    <a:srgbClr val="0099FF"/>
                  </a:gs>
                  <a:gs pos="100000">
                    <a:srgbClr val="004776"/>
                  </a:gs>
                </a:gsLst>
                <a:path path="shape">
                  <a:fillToRect l="50000" t="50000" r="50000" b="50000"/>
                </a:path>
                <a:tileRect/>
              </a:gradFill>
              <a:ln w="28575"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078" name="Text Box 84"/>
              <p:cNvSpPr txBox="1"/>
              <p:nvPr/>
            </p:nvSpPr>
            <p:spPr>
              <a:xfrm>
                <a:off x="3620" y="1344"/>
                <a:ext cx="348" cy="327"/>
              </a:xfrm>
              <a:prstGeom prst="rect">
                <a:avLst/>
              </a:prstGeom>
              <a:noFill/>
              <a:ln w="2857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079" name="Line 85"/>
              <p:cNvSpPr/>
              <p:nvPr/>
            </p:nvSpPr>
            <p:spPr>
              <a:xfrm flipH="1">
                <a:off x="3755" y="1670"/>
                <a:ext cx="0" cy="896"/>
              </a:xfrm>
              <a:prstGeom prst="line">
                <a:avLst/>
              </a:prstGeom>
              <a:ln w="28575" cap="flat" cmpd="sng">
                <a:solidFill>
                  <a:srgbClr val="FFCC00"/>
                </a:solidFill>
                <a:prstDash val="solid"/>
                <a:headEnd type="none" w="med" len="med"/>
                <a:tailEnd type="none" w="med" len="med"/>
              </a:ln>
            </p:spPr>
          </p:sp>
          <p:sp>
            <p:nvSpPr>
              <p:cNvPr id="2080" name="Oval 86"/>
              <p:cNvSpPr/>
              <p:nvPr/>
            </p:nvSpPr>
            <p:spPr>
              <a:xfrm>
                <a:off x="3730" y="1613"/>
                <a:ext cx="46" cy="46"/>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081" name="Oval 87"/>
              <p:cNvSpPr/>
              <p:nvPr/>
            </p:nvSpPr>
            <p:spPr>
              <a:xfrm>
                <a:off x="3727" y="2566"/>
                <a:ext cx="46"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082" name="Text Box 88"/>
              <p:cNvSpPr txBox="1"/>
              <p:nvPr/>
            </p:nvSpPr>
            <p:spPr>
              <a:xfrm>
                <a:off x="3558" y="1670"/>
                <a:ext cx="200" cy="327"/>
              </a:xfrm>
              <a:prstGeom prst="rect">
                <a:avLst/>
              </a:prstGeom>
              <a:noFill/>
              <a:ln w="2857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083" name="Text Box 89"/>
              <p:cNvSpPr txBox="1"/>
              <p:nvPr/>
            </p:nvSpPr>
            <p:spPr>
              <a:xfrm>
                <a:off x="3558" y="2234"/>
                <a:ext cx="200" cy="327"/>
              </a:xfrm>
              <a:prstGeom prst="rect">
                <a:avLst/>
              </a:prstGeom>
              <a:noFill/>
              <a:ln w="2857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084" name="Text Box 90"/>
              <p:cNvSpPr txBox="1"/>
              <p:nvPr/>
            </p:nvSpPr>
            <p:spPr>
              <a:xfrm>
                <a:off x="3620" y="2599"/>
                <a:ext cx="348" cy="327"/>
              </a:xfrm>
              <a:prstGeom prst="rect">
                <a:avLst/>
              </a:prstGeom>
              <a:noFill/>
              <a:ln w="2857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Y</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085" name="Text Box 91"/>
              <p:cNvSpPr txBox="1"/>
              <p:nvPr/>
            </p:nvSpPr>
            <p:spPr>
              <a:xfrm>
                <a:off x="3198" y="1933"/>
                <a:ext cx="332" cy="327"/>
              </a:xfrm>
              <a:prstGeom prst="rect">
                <a:avLst/>
              </a:prstGeom>
              <a:noFill/>
              <a:ln w="2857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u</a:t>
                </a:r>
                <a:r>
                  <a:rPr lang="en-US" altLang="zh-CN" sz="2800" b="0" baseline="-2500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grpSp>
        <p:grpSp>
          <p:nvGrpSpPr>
            <p:cNvPr id="2067" name="Group 92"/>
            <p:cNvGrpSpPr/>
            <p:nvPr/>
          </p:nvGrpSpPr>
          <p:grpSpPr>
            <a:xfrm>
              <a:off x="1701" y="618"/>
              <a:ext cx="709" cy="1560"/>
              <a:chOff x="3334" y="2251"/>
              <a:chExt cx="709" cy="1560"/>
            </a:xfrm>
          </p:grpSpPr>
          <p:sp>
            <p:nvSpPr>
              <p:cNvPr id="2068" name="Oval 93"/>
              <p:cNvSpPr/>
              <p:nvPr/>
            </p:nvSpPr>
            <p:spPr>
              <a:xfrm>
                <a:off x="3651" y="2840"/>
                <a:ext cx="363" cy="363"/>
              </a:xfrm>
              <a:prstGeom prst="ellipse">
                <a:avLst/>
              </a:prstGeom>
              <a:gradFill rotWithShape="1">
                <a:gsLst>
                  <a:gs pos="0">
                    <a:srgbClr val="0099FF"/>
                  </a:gs>
                  <a:gs pos="100000">
                    <a:srgbClr val="004776"/>
                  </a:gs>
                </a:gsLst>
                <a:path path="shape">
                  <a:fillToRect l="50000" t="50000" r="50000" b="50000"/>
                </a:path>
                <a:tileRect/>
              </a:gradFill>
              <a:ln w="28575"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069" name="Text Box 94"/>
              <p:cNvSpPr txBox="1"/>
              <p:nvPr/>
            </p:nvSpPr>
            <p:spPr>
              <a:xfrm>
                <a:off x="3703" y="2251"/>
                <a:ext cx="340" cy="327"/>
              </a:xfrm>
              <a:prstGeom prst="rect">
                <a:avLst/>
              </a:prstGeom>
              <a:noFill/>
              <a:ln w="2857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070" name="Line 95"/>
              <p:cNvSpPr/>
              <p:nvPr/>
            </p:nvSpPr>
            <p:spPr>
              <a:xfrm flipH="1">
                <a:off x="3835" y="2571"/>
                <a:ext cx="0" cy="880"/>
              </a:xfrm>
              <a:prstGeom prst="line">
                <a:avLst/>
              </a:prstGeom>
              <a:ln w="28575" cap="flat" cmpd="sng">
                <a:solidFill>
                  <a:srgbClr val="00FFFF"/>
                </a:solidFill>
                <a:prstDash val="solid"/>
                <a:headEnd type="none" w="med" len="med"/>
                <a:tailEnd type="none" w="med" len="med"/>
              </a:ln>
            </p:spPr>
          </p:sp>
          <p:sp>
            <p:nvSpPr>
              <p:cNvPr id="2071" name="Oval 96"/>
              <p:cNvSpPr/>
              <p:nvPr/>
            </p:nvSpPr>
            <p:spPr>
              <a:xfrm>
                <a:off x="3811" y="2515"/>
                <a:ext cx="45" cy="45"/>
              </a:xfrm>
              <a:prstGeom prst="ellipse">
                <a:avLst/>
              </a:prstGeom>
              <a:noFill/>
              <a:ln w="28575" cap="flat" cmpd="sng">
                <a:solidFill>
                  <a:srgbClr val="00FFFF"/>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072" name="Oval 97"/>
              <p:cNvSpPr/>
              <p:nvPr/>
            </p:nvSpPr>
            <p:spPr>
              <a:xfrm>
                <a:off x="3808" y="3451"/>
                <a:ext cx="45" cy="45"/>
              </a:xfrm>
              <a:prstGeom prst="ellipse">
                <a:avLst/>
              </a:prstGeom>
              <a:noFill/>
              <a:ln w="28575" cap="flat" cmpd="sng">
                <a:solidFill>
                  <a:srgbClr val="00FFFF"/>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073" name="Text Box 98"/>
              <p:cNvSpPr txBox="1"/>
              <p:nvPr/>
            </p:nvSpPr>
            <p:spPr>
              <a:xfrm>
                <a:off x="3643" y="2571"/>
                <a:ext cx="195" cy="327"/>
              </a:xfrm>
              <a:prstGeom prst="rect">
                <a:avLst/>
              </a:prstGeom>
              <a:noFill/>
              <a:ln w="2857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074" name="Text Box 99"/>
              <p:cNvSpPr txBox="1"/>
              <p:nvPr/>
            </p:nvSpPr>
            <p:spPr>
              <a:xfrm>
                <a:off x="3643" y="3125"/>
                <a:ext cx="195" cy="327"/>
              </a:xfrm>
              <a:prstGeom prst="rect">
                <a:avLst/>
              </a:prstGeom>
              <a:noFill/>
              <a:ln w="2857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075" name="Text Box 100"/>
              <p:cNvSpPr txBox="1"/>
              <p:nvPr/>
            </p:nvSpPr>
            <p:spPr>
              <a:xfrm>
                <a:off x="3703" y="3484"/>
                <a:ext cx="340" cy="327"/>
              </a:xfrm>
              <a:prstGeom prst="rect">
                <a:avLst/>
              </a:prstGeom>
              <a:noFill/>
              <a:ln w="2857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Z</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076" name="Text Box 101"/>
              <p:cNvSpPr txBox="1"/>
              <p:nvPr/>
            </p:nvSpPr>
            <p:spPr>
              <a:xfrm>
                <a:off x="3334" y="2795"/>
                <a:ext cx="454" cy="327"/>
              </a:xfrm>
              <a:prstGeom prst="rect">
                <a:avLst/>
              </a:prstGeom>
              <a:noFill/>
              <a:ln w="2857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u</a:t>
                </a:r>
                <a:r>
                  <a:rPr lang="en-US" altLang="zh-CN" sz="2800" b="0" baseline="-2500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grpSp>
      </p:grpSp>
      <p:grpSp>
        <p:nvGrpSpPr>
          <p:cNvPr id="2056" name="Group 115"/>
          <p:cNvGrpSpPr/>
          <p:nvPr/>
        </p:nvGrpSpPr>
        <p:grpSpPr>
          <a:xfrm>
            <a:off x="8316913" y="6445250"/>
            <a:ext cx="792162" cy="366713"/>
            <a:chOff x="5193" y="4020"/>
            <a:chExt cx="499" cy="231"/>
          </a:xfrm>
        </p:grpSpPr>
        <p:pic>
          <p:nvPicPr>
            <p:cNvPr id="2063" name="Picture 116"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2064" name="Text Box 117">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057" name="Group 118"/>
          <p:cNvGrpSpPr/>
          <p:nvPr/>
        </p:nvGrpSpPr>
        <p:grpSpPr>
          <a:xfrm>
            <a:off x="7451725" y="6445250"/>
            <a:ext cx="792163" cy="366713"/>
            <a:chOff x="5193" y="4020"/>
            <a:chExt cx="499" cy="231"/>
          </a:xfrm>
        </p:grpSpPr>
        <p:pic>
          <p:nvPicPr>
            <p:cNvPr id="2061" name="Picture 119"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2062" name="Text Box 120">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058" name="Group 121"/>
          <p:cNvGrpSpPr/>
          <p:nvPr/>
        </p:nvGrpSpPr>
        <p:grpSpPr>
          <a:xfrm>
            <a:off x="6588125" y="6446838"/>
            <a:ext cx="792163" cy="366712"/>
            <a:chOff x="4695" y="4061"/>
            <a:chExt cx="499" cy="231"/>
          </a:xfrm>
        </p:grpSpPr>
        <p:pic>
          <p:nvPicPr>
            <p:cNvPr id="2059" name="Picture 122" descr="78900"/>
            <p:cNvPicPr>
              <a:picLocks noChangeAspect="1"/>
            </p:cNvPicPr>
            <p:nvPr/>
          </p:nvPicPr>
          <p:blipFill>
            <a:blip r:embed="rId3"/>
            <a:stretch>
              <a:fillRect/>
            </a:stretch>
          </p:blipFill>
          <p:spPr>
            <a:xfrm>
              <a:off x="4695" y="4107"/>
              <a:ext cx="499" cy="181"/>
            </a:xfrm>
            <a:prstGeom prst="rect">
              <a:avLst/>
            </a:prstGeom>
            <a:noFill/>
            <a:ln w="9525">
              <a:noFill/>
            </a:ln>
          </p:spPr>
        </p:pic>
        <p:sp>
          <p:nvSpPr>
            <p:cNvPr id="2060" name="Text Box 123">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8914"/>
                                        </p:tgtEl>
                                        <p:attrNameLst>
                                          <p:attrName>style.visibility</p:attrName>
                                        </p:attrNameLst>
                                      </p:cBhvr>
                                      <p:to>
                                        <p:strVal val="visible"/>
                                      </p:to>
                                    </p:set>
                                    <p:anim calcmode="lin" valueType="num">
                                      <p:cBhvr additive="base">
                                        <p:cTn id="7" dur="500" fill="hold"/>
                                        <p:tgtEl>
                                          <p:spTgt spid="38914"/>
                                        </p:tgtEl>
                                        <p:attrNameLst>
                                          <p:attrName>ppt_x</p:attrName>
                                        </p:attrNameLst>
                                      </p:cBhvr>
                                      <p:tavLst>
                                        <p:tav tm="0">
                                          <p:val>
                                            <p:strVal val="0-#ppt_w/2"/>
                                          </p:val>
                                        </p:tav>
                                        <p:tav tm="100000">
                                          <p:val>
                                            <p:strVal val="#ppt_x"/>
                                          </p:val>
                                        </p:tav>
                                      </p:tavLst>
                                    </p:anim>
                                    <p:anim calcmode="lin" valueType="num">
                                      <p:cBhvr additive="base">
                                        <p:cTn id="8" dur="500" fill="hold"/>
                                        <p:tgtEl>
                                          <p:spTgt spid="3891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linds(horizontal)">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38915"/>
                                        </p:tgtEl>
                                        <p:attrNameLst>
                                          <p:attrName>style.visibility</p:attrName>
                                        </p:attrNameLst>
                                      </p:cBhvr>
                                      <p:to>
                                        <p:strVal val="visible"/>
                                      </p:to>
                                    </p:set>
                                    <p:anim calcmode="lin" valueType="num">
                                      <p:cBhvr additive="base">
                                        <p:cTn id="18" dur="500" fill="hold"/>
                                        <p:tgtEl>
                                          <p:spTgt spid="38915"/>
                                        </p:tgtEl>
                                        <p:attrNameLst>
                                          <p:attrName>ppt_x</p:attrName>
                                        </p:attrNameLst>
                                      </p:cBhvr>
                                      <p:tavLst>
                                        <p:tav tm="0">
                                          <p:val>
                                            <p:strVal val="1+#ppt_w/2"/>
                                          </p:val>
                                        </p:tav>
                                        <p:tav tm="100000">
                                          <p:val>
                                            <p:strVal val="#ppt_x"/>
                                          </p:val>
                                        </p:tav>
                                      </p:tavLst>
                                    </p:anim>
                                    <p:anim calcmode="lin" valueType="num">
                                      <p:cBhvr additive="base">
                                        <p:cTn id="19" dur="500" fill="hold"/>
                                        <p:tgtEl>
                                          <p:spTgt spid="38915"/>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38965"/>
                                        </p:tgtEl>
                                        <p:attrNameLst>
                                          <p:attrName>style.visibility</p:attrName>
                                        </p:attrNameLst>
                                      </p:cBhvr>
                                      <p:to>
                                        <p:strVal val="visible"/>
                                      </p:to>
                                    </p:set>
                                    <p:animEffect transition="in" filter="box(out)">
                                      <p:cBhvr>
                                        <p:cTn id="24" dur="500"/>
                                        <p:tgtEl>
                                          <p:spTgt spid="38965"/>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38946"/>
                                        </p:tgtEl>
                                        <p:attrNameLst>
                                          <p:attrName>style.visibility</p:attrName>
                                        </p:attrNameLst>
                                      </p:cBhvr>
                                      <p:to>
                                        <p:strVal val="visible"/>
                                      </p:to>
                                    </p:set>
                                    <p:anim calcmode="lin" valueType="num">
                                      <p:cBhvr additive="base">
                                        <p:cTn id="29" dur="500" fill="hold"/>
                                        <p:tgtEl>
                                          <p:spTgt spid="38946"/>
                                        </p:tgtEl>
                                        <p:attrNameLst>
                                          <p:attrName>ppt_x</p:attrName>
                                        </p:attrNameLst>
                                      </p:cBhvr>
                                      <p:tavLst>
                                        <p:tav tm="0">
                                          <p:val>
                                            <p:strVal val="0-#ppt_w/2"/>
                                          </p:val>
                                        </p:tav>
                                        <p:tav tm="100000">
                                          <p:val>
                                            <p:strVal val="#ppt_x"/>
                                          </p:val>
                                        </p:tav>
                                      </p:tavLst>
                                    </p:anim>
                                    <p:anim calcmode="lin" valueType="num">
                                      <p:cBhvr additive="base">
                                        <p:cTn id="30" dur="500" fill="hold"/>
                                        <p:tgtEl>
                                          <p:spTgt spid="38946"/>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left)">
                                      <p:cBhvr>
                                        <p:cTn id="35"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 grpId="0"/>
      <p:bldP spid="38946" grpId="0"/>
      <p:bldP spid="3896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Text Box 2"/>
          <p:cNvSpPr txBox="1"/>
          <p:nvPr/>
        </p:nvSpPr>
        <p:spPr>
          <a:xfrm>
            <a:off x="395288" y="476250"/>
            <a:ext cx="3333750" cy="519113"/>
          </a:xfrm>
          <a:prstGeom prst="rect">
            <a:avLst/>
          </a:prstGeom>
          <a:noFill/>
          <a:ln w="9525">
            <a:noFill/>
          </a:ln>
        </p:spPr>
        <p:txBody>
          <a:bodyPr>
            <a:spAutoFit/>
          </a:bodyPr>
          <a:p>
            <a:pPr marL="342900" indent="-342900">
              <a:spcBef>
                <a:spcPct val="50000"/>
              </a:spcBef>
              <a:buAutoNum type="circleNumDbPlain" startAt="3"/>
            </a:pPr>
            <a:r>
              <a:rPr lang="zh-CN" altLang="en-US" sz="2800" dirty="0">
                <a:latin typeface="楷体_GB2312" pitchFamily="49" charset="-122"/>
              </a:rPr>
              <a:t>相量表示</a:t>
            </a:r>
            <a:endParaRPr lang="zh-CN" altLang="en-US" sz="2800" dirty="0">
              <a:latin typeface="楷体_GB2312" pitchFamily="49" charset="-122"/>
            </a:endParaRPr>
          </a:p>
        </p:txBody>
      </p:sp>
      <p:grpSp>
        <p:nvGrpSpPr>
          <p:cNvPr id="2" name="Group 4"/>
          <p:cNvGrpSpPr/>
          <p:nvPr/>
        </p:nvGrpSpPr>
        <p:grpSpPr>
          <a:xfrm>
            <a:off x="5281613" y="619125"/>
            <a:ext cx="3070225" cy="2990850"/>
            <a:chOff x="2646" y="481"/>
            <a:chExt cx="1934" cy="1884"/>
          </a:xfrm>
        </p:grpSpPr>
        <p:sp>
          <p:nvSpPr>
            <p:cNvPr id="3107" name="Line 5"/>
            <p:cNvSpPr/>
            <p:nvPr/>
          </p:nvSpPr>
          <p:spPr>
            <a:xfrm>
              <a:off x="3372" y="1476"/>
              <a:ext cx="900" cy="0"/>
            </a:xfrm>
            <a:prstGeom prst="line">
              <a:avLst/>
            </a:prstGeom>
            <a:ln w="28575" cap="flat" cmpd="sng">
              <a:solidFill>
                <a:srgbClr val="FFFF00"/>
              </a:solidFill>
              <a:prstDash val="solid"/>
              <a:headEnd type="none" w="med" len="med"/>
              <a:tailEnd type="triangle" w="med" len="med"/>
            </a:ln>
          </p:spPr>
        </p:sp>
        <p:sp>
          <p:nvSpPr>
            <p:cNvPr id="3108" name="Line 6"/>
            <p:cNvSpPr/>
            <p:nvPr/>
          </p:nvSpPr>
          <p:spPr>
            <a:xfrm rot="7200000">
              <a:off x="2700" y="1866"/>
              <a:ext cx="900" cy="0"/>
            </a:xfrm>
            <a:prstGeom prst="line">
              <a:avLst/>
            </a:prstGeom>
            <a:ln w="28575" cap="flat" cmpd="sng">
              <a:solidFill>
                <a:srgbClr val="FFFF00"/>
              </a:solidFill>
              <a:prstDash val="solid"/>
              <a:headEnd type="none" w="med" len="med"/>
              <a:tailEnd type="triangle" w="med" len="med"/>
            </a:ln>
          </p:spPr>
        </p:sp>
        <p:sp>
          <p:nvSpPr>
            <p:cNvPr id="3109" name="Line 7"/>
            <p:cNvSpPr/>
            <p:nvPr/>
          </p:nvSpPr>
          <p:spPr>
            <a:xfrm rot="-7200000">
              <a:off x="2700" y="1098"/>
              <a:ext cx="900" cy="0"/>
            </a:xfrm>
            <a:prstGeom prst="line">
              <a:avLst/>
            </a:prstGeom>
            <a:ln w="28575" cap="flat" cmpd="sng">
              <a:solidFill>
                <a:srgbClr val="FFFF00"/>
              </a:solidFill>
              <a:prstDash val="solid"/>
              <a:headEnd type="none" w="med" len="med"/>
              <a:tailEnd type="triangle" w="med" len="med"/>
            </a:ln>
          </p:spPr>
        </p:sp>
        <p:graphicFrame>
          <p:nvGraphicFramePr>
            <p:cNvPr id="3077" name="Object 8"/>
            <p:cNvGraphicFramePr/>
            <p:nvPr/>
          </p:nvGraphicFramePr>
          <p:xfrm>
            <a:off x="4276" y="1254"/>
            <a:ext cx="304" cy="398"/>
          </p:xfrm>
          <a:graphic>
            <a:graphicData uri="http://schemas.openxmlformats.org/presentationml/2006/ole">
              <mc:AlternateContent xmlns:mc="http://schemas.openxmlformats.org/markup-compatibility/2006">
                <mc:Choice xmlns:v="urn:schemas-microsoft-com:vml" Requires="v">
                  <p:oleObj spid="_x0000_s4" name="" r:id="rId1" imgW="241300" imgH="317500" progId="Equation.3">
                    <p:embed/>
                  </p:oleObj>
                </mc:Choice>
                <mc:Fallback>
                  <p:oleObj name="" r:id="rId1" imgW="241300" imgH="317500" progId="Equation.3">
                    <p:embed/>
                    <p:pic>
                      <p:nvPicPr>
                        <p:cNvPr id="0" name="图片 3"/>
                        <p:cNvPicPr/>
                        <p:nvPr/>
                      </p:nvPicPr>
                      <p:blipFill>
                        <a:blip r:embed="rId2">
                          <a:clrChange>
                            <a:clrFrom>
                              <a:srgbClr val="000000"/>
                            </a:clrFrom>
                            <a:clrTo>
                              <a:srgbClr val="FFFFFF"/>
                            </a:clrTo>
                          </a:clrChange>
                        </a:blip>
                        <a:stretch>
                          <a:fillRect/>
                        </a:stretch>
                      </p:blipFill>
                      <p:spPr>
                        <a:xfrm>
                          <a:off x="4276" y="1254"/>
                          <a:ext cx="304" cy="398"/>
                        </a:xfrm>
                        <a:prstGeom prst="rect">
                          <a:avLst/>
                        </a:prstGeom>
                        <a:noFill/>
                        <a:ln w="38100">
                          <a:noFill/>
                          <a:miter/>
                        </a:ln>
                      </p:spPr>
                    </p:pic>
                  </p:oleObj>
                </mc:Fallback>
              </mc:AlternateContent>
            </a:graphicData>
          </a:graphic>
        </p:graphicFrame>
        <p:graphicFrame>
          <p:nvGraphicFramePr>
            <p:cNvPr id="3078" name="Object 9"/>
            <p:cNvGraphicFramePr/>
            <p:nvPr/>
          </p:nvGraphicFramePr>
          <p:xfrm>
            <a:off x="2646" y="481"/>
            <a:ext cx="288" cy="333"/>
          </p:xfrm>
          <a:graphic>
            <a:graphicData uri="http://schemas.openxmlformats.org/presentationml/2006/ole">
              <mc:AlternateContent xmlns:mc="http://schemas.openxmlformats.org/markup-compatibility/2006">
                <mc:Choice xmlns:v="urn:schemas-microsoft-com:vml" Requires="v">
                  <p:oleObj spid="_x0000_s5" name="" r:id="rId3" imgW="228600" imgH="266065" progId="Equation.3">
                    <p:embed/>
                  </p:oleObj>
                </mc:Choice>
                <mc:Fallback>
                  <p:oleObj name="" r:id="rId3" imgW="228600" imgH="266065" progId="Equation.3">
                    <p:embed/>
                    <p:pic>
                      <p:nvPicPr>
                        <p:cNvPr id="0" name="图片 4"/>
                        <p:cNvPicPr/>
                        <p:nvPr/>
                      </p:nvPicPr>
                      <p:blipFill>
                        <a:blip r:embed="rId4">
                          <a:clrChange>
                            <a:clrFrom>
                              <a:srgbClr val="000000"/>
                            </a:clrFrom>
                            <a:clrTo>
                              <a:srgbClr val="FFFFFF"/>
                            </a:clrTo>
                          </a:clrChange>
                        </a:blip>
                        <a:stretch>
                          <a:fillRect/>
                        </a:stretch>
                      </p:blipFill>
                      <p:spPr>
                        <a:xfrm>
                          <a:off x="2646" y="481"/>
                          <a:ext cx="288" cy="333"/>
                        </a:xfrm>
                        <a:prstGeom prst="rect">
                          <a:avLst/>
                        </a:prstGeom>
                        <a:noFill/>
                        <a:ln w="38100">
                          <a:noFill/>
                          <a:miter/>
                        </a:ln>
                      </p:spPr>
                    </p:pic>
                  </p:oleObj>
                </mc:Fallback>
              </mc:AlternateContent>
            </a:graphicData>
          </a:graphic>
        </p:graphicFrame>
        <p:graphicFrame>
          <p:nvGraphicFramePr>
            <p:cNvPr id="3079" name="Object 10"/>
            <p:cNvGraphicFramePr/>
            <p:nvPr/>
          </p:nvGraphicFramePr>
          <p:xfrm>
            <a:off x="2655" y="2029"/>
            <a:ext cx="288" cy="336"/>
          </p:xfrm>
          <a:graphic>
            <a:graphicData uri="http://schemas.openxmlformats.org/presentationml/2006/ole">
              <mc:AlternateContent xmlns:mc="http://schemas.openxmlformats.org/markup-compatibility/2006">
                <mc:Choice xmlns:v="urn:schemas-microsoft-com:vml" Requires="v">
                  <p:oleObj spid="_x0000_s3081" name="" r:id="rId5" imgW="228600" imgH="266065" progId="Equation.3">
                    <p:embed/>
                  </p:oleObj>
                </mc:Choice>
                <mc:Fallback>
                  <p:oleObj name="" r:id="rId5" imgW="228600" imgH="266065" progId="Equation.3">
                    <p:embed/>
                    <p:pic>
                      <p:nvPicPr>
                        <p:cNvPr id="0" name="图片 3080"/>
                        <p:cNvPicPr/>
                        <p:nvPr/>
                      </p:nvPicPr>
                      <p:blipFill>
                        <a:blip r:embed="rId6">
                          <a:clrChange>
                            <a:clrFrom>
                              <a:srgbClr val="000000"/>
                            </a:clrFrom>
                            <a:clrTo>
                              <a:srgbClr val="FFFFFF"/>
                            </a:clrTo>
                          </a:clrChange>
                        </a:blip>
                        <a:stretch>
                          <a:fillRect/>
                        </a:stretch>
                      </p:blipFill>
                      <p:spPr>
                        <a:xfrm>
                          <a:off x="2655" y="2029"/>
                          <a:ext cx="288" cy="336"/>
                        </a:xfrm>
                        <a:prstGeom prst="rect">
                          <a:avLst/>
                        </a:prstGeom>
                        <a:noFill/>
                        <a:ln w="38100">
                          <a:noFill/>
                          <a:miter/>
                        </a:ln>
                      </p:spPr>
                    </p:pic>
                  </p:oleObj>
                </mc:Fallback>
              </mc:AlternateContent>
            </a:graphicData>
          </a:graphic>
        </p:graphicFrame>
        <p:sp>
          <p:nvSpPr>
            <p:cNvPr id="3110" name="Arc 11"/>
            <p:cNvSpPr/>
            <p:nvPr/>
          </p:nvSpPr>
          <p:spPr>
            <a:xfrm>
              <a:off x="3266" y="1267"/>
              <a:ext cx="305" cy="228"/>
            </a:xfrm>
            <a:custGeom>
              <a:avLst/>
              <a:gdLst>
                <a:gd name="txL" fmla="*/ 0 w 34324"/>
                <a:gd name="txT" fmla="*/ 0 h 21600"/>
                <a:gd name="txR" fmla="*/ 34324 w 34324"/>
                <a:gd name="txB" fmla="*/ 21600 h 21600"/>
              </a:gdLst>
              <a:ahLst/>
              <a:cxnLst>
                <a:cxn ang="0">
                  <a:pos x="0" y="0"/>
                </a:cxn>
                <a:cxn ang="0">
                  <a:pos x="3" y="2"/>
                </a:cxn>
                <a:cxn ang="0">
                  <a:pos x="1" y="2"/>
                </a:cxn>
              </a:cxnLst>
              <a:rect l="txL" t="txT" r="txR" b="txB"/>
              <a:pathLst>
                <a:path w="34324" h="21600" fill="none">
                  <a:moveTo>
                    <a:pt x="0" y="4190"/>
                  </a:moveTo>
                  <a:cubicBezTo>
                    <a:pt x="3706" y="1467"/>
                    <a:pt x="8185" y="-1"/>
                    <a:pt x="12785" y="0"/>
                  </a:cubicBezTo>
                  <a:cubicBezTo>
                    <a:pt x="24085" y="0"/>
                    <a:pt x="33476" y="8710"/>
                    <a:pt x="34324" y="19979"/>
                  </a:cubicBezTo>
                </a:path>
                <a:path w="34324" h="21600" stroke="0">
                  <a:moveTo>
                    <a:pt x="0" y="4190"/>
                  </a:moveTo>
                  <a:cubicBezTo>
                    <a:pt x="3706" y="1467"/>
                    <a:pt x="8185" y="-1"/>
                    <a:pt x="12785" y="0"/>
                  </a:cubicBezTo>
                  <a:cubicBezTo>
                    <a:pt x="24085" y="0"/>
                    <a:pt x="33476" y="8710"/>
                    <a:pt x="34324" y="19979"/>
                  </a:cubicBezTo>
                  <a:lnTo>
                    <a:pt x="12785" y="21600"/>
                  </a:lnTo>
                  <a:close/>
                </a:path>
              </a:pathLst>
            </a:custGeom>
            <a:noFill/>
            <a:ln w="28575" cap="flat" cmpd="sng">
              <a:solidFill>
                <a:srgbClr val="00FFFF"/>
              </a:solidFill>
              <a:prstDash val="solid"/>
              <a:round/>
              <a:headEnd type="triangle" w="med" len="med"/>
              <a:tailEnd type="triangle" w="med" len="med"/>
            </a:ln>
          </p:spPr>
          <p:txBody>
            <a:bodyPr wrap="none" anchor="ctr" anchorCtr="0"/>
            <a:p>
              <a:endParaRPr lang="zh-CN" altLang="en-US" dirty="0">
                <a:latin typeface="Arial" panose="020B0604020202020204" pitchFamily="34" charset="0"/>
              </a:endParaRPr>
            </a:p>
          </p:txBody>
        </p:sp>
        <p:sp>
          <p:nvSpPr>
            <p:cNvPr id="3111" name="Arc 12"/>
            <p:cNvSpPr/>
            <p:nvPr/>
          </p:nvSpPr>
          <p:spPr>
            <a:xfrm rot="7200000">
              <a:off x="3283" y="1465"/>
              <a:ext cx="301" cy="228"/>
            </a:xfrm>
            <a:custGeom>
              <a:avLst/>
              <a:gdLst>
                <a:gd name="txL" fmla="*/ 0 w 33871"/>
                <a:gd name="txT" fmla="*/ 0 h 21600"/>
                <a:gd name="txR" fmla="*/ 33871 w 33871"/>
                <a:gd name="txB" fmla="*/ 21600 h 21600"/>
              </a:gdLst>
              <a:ahLst/>
              <a:cxnLst>
                <a:cxn ang="0">
                  <a:pos x="0" y="0"/>
                </a:cxn>
                <a:cxn ang="0">
                  <a:pos x="3" y="2"/>
                </a:cxn>
                <a:cxn ang="0">
                  <a:pos x="1" y="2"/>
                </a:cxn>
              </a:cxnLst>
              <a:rect l="txL" t="txT" r="txR" b="txB"/>
              <a:pathLst>
                <a:path w="33871" h="21600" fill="none">
                  <a:moveTo>
                    <a:pt x="-1" y="3846"/>
                  </a:moveTo>
                  <a:cubicBezTo>
                    <a:pt x="3614" y="1342"/>
                    <a:pt x="7906" y="-1"/>
                    <a:pt x="12304" y="0"/>
                  </a:cubicBezTo>
                  <a:cubicBezTo>
                    <a:pt x="23769" y="0"/>
                    <a:pt x="33236" y="8957"/>
                    <a:pt x="33870" y="20405"/>
                  </a:cubicBezTo>
                </a:path>
                <a:path w="33871" h="21600" stroke="0">
                  <a:moveTo>
                    <a:pt x="-1" y="3846"/>
                  </a:moveTo>
                  <a:cubicBezTo>
                    <a:pt x="3614" y="1342"/>
                    <a:pt x="7906" y="-1"/>
                    <a:pt x="12304" y="0"/>
                  </a:cubicBezTo>
                  <a:cubicBezTo>
                    <a:pt x="23769" y="0"/>
                    <a:pt x="33236" y="8957"/>
                    <a:pt x="33870" y="20405"/>
                  </a:cubicBezTo>
                  <a:lnTo>
                    <a:pt x="12304" y="21600"/>
                  </a:lnTo>
                  <a:close/>
                </a:path>
              </a:pathLst>
            </a:custGeom>
            <a:noFill/>
            <a:ln w="28575" cap="flat" cmpd="sng">
              <a:solidFill>
                <a:srgbClr val="00FFFF"/>
              </a:solidFill>
              <a:prstDash val="solid"/>
              <a:round/>
              <a:headEnd type="triangle" w="med" len="med"/>
              <a:tailEnd type="triangle" w="med" len="med"/>
            </a:ln>
          </p:spPr>
          <p:txBody>
            <a:bodyPr wrap="none" anchor="ctr" anchorCtr="0"/>
            <a:p>
              <a:endParaRPr lang="zh-CN" altLang="en-US" dirty="0">
                <a:latin typeface="Arial" panose="020B0604020202020204" pitchFamily="34" charset="0"/>
              </a:endParaRPr>
            </a:p>
          </p:txBody>
        </p:sp>
        <p:sp>
          <p:nvSpPr>
            <p:cNvPr id="3112" name="Arc 13"/>
            <p:cNvSpPr/>
            <p:nvPr/>
          </p:nvSpPr>
          <p:spPr>
            <a:xfrm rot="-7200000">
              <a:off x="3109" y="1377"/>
              <a:ext cx="299" cy="228"/>
            </a:xfrm>
            <a:custGeom>
              <a:avLst/>
              <a:gdLst>
                <a:gd name="txL" fmla="*/ 0 w 33654"/>
                <a:gd name="txT" fmla="*/ 0 h 21600"/>
                <a:gd name="txR" fmla="*/ 33654 w 33654"/>
                <a:gd name="txB" fmla="*/ 21600 h 21600"/>
              </a:gdLst>
              <a:ahLst/>
              <a:cxnLst>
                <a:cxn ang="0">
                  <a:pos x="0" y="0"/>
                </a:cxn>
                <a:cxn ang="0">
                  <a:pos x="3" y="2"/>
                </a:cxn>
                <a:cxn ang="0">
                  <a:pos x="1" y="2"/>
                </a:cxn>
              </a:cxnLst>
              <a:rect l="txL" t="txT" r="txR" b="txB"/>
              <a:pathLst>
                <a:path w="33654" h="21600" fill="none">
                  <a:moveTo>
                    <a:pt x="0" y="3717"/>
                  </a:moveTo>
                  <a:cubicBezTo>
                    <a:pt x="3575" y="1294"/>
                    <a:pt x="7795" y="-1"/>
                    <a:pt x="12115" y="0"/>
                  </a:cubicBezTo>
                  <a:cubicBezTo>
                    <a:pt x="23415" y="0"/>
                    <a:pt x="32806" y="8710"/>
                    <a:pt x="33654" y="19979"/>
                  </a:cubicBezTo>
                </a:path>
                <a:path w="33654" h="21600" stroke="0">
                  <a:moveTo>
                    <a:pt x="0" y="3717"/>
                  </a:moveTo>
                  <a:cubicBezTo>
                    <a:pt x="3575" y="1294"/>
                    <a:pt x="7795" y="-1"/>
                    <a:pt x="12115" y="0"/>
                  </a:cubicBezTo>
                  <a:cubicBezTo>
                    <a:pt x="23415" y="0"/>
                    <a:pt x="32806" y="8710"/>
                    <a:pt x="33654" y="19979"/>
                  </a:cubicBezTo>
                  <a:lnTo>
                    <a:pt x="12115" y="21600"/>
                  </a:lnTo>
                  <a:close/>
                </a:path>
              </a:pathLst>
            </a:custGeom>
            <a:noFill/>
            <a:ln w="28575" cap="flat" cmpd="sng">
              <a:solidFill>
                <a:srgbClr val="00FFFF"/>
              </a:solidFill>
              <a:prstDash val="solid"/>
              <a:round/>
              <a:headEnd type="triangle" w="med" len="med"/>
              <a:tailEnd type="triangle" w="med" len="med"/>
            </a:ln>
          </p:spPr>
          <p:txBody>
            <a:bodyPr wrap="none" anchor="ctr" anchorCtr="0"/>
            <a:p>
              <a:endParaRPr lang="zh-CN" altLang="en-US" dirty="0">
                <a:latin typeface="Arial" panose="020B0604020202020204" pitchFamily="34" charset="0"/>
              </a:endParaRPr>
            </a:p>
          </p:txBody>
        </p:sp>
        <p:sp>
          <p:nvSpPr>
            <p:cNvPr id="3113" name="Text Box 14"/>
            <p:cNvSpPr txBox="1"/>
            <p:nvPr/>
          </p:nvSpPr>
          <p:spPr>
            <a:xfrm>
              <a:off x="3282" y="1002"/>
              <a:ext cx="678" cy="327"/>
            </a:xfrm>
            <a:prstGeom prst="rect">
              <a:avLst/>
            </a:prstGeom>
            <a:noFill/>
            <a:ln w="2857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120°</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114" name="Text Box 15"/>
            <p:cNvSpPr txBox="1"/>
            <p:nvPr/>
          </p:nvSpPr>
          <p:spPr>
            <a:xfrm>
              <a:off x="3282" y="1644"/>
              <a:ext cx="678" cy="327"/>
            </a:xfrm>
            <a:prstGeom prst="rect">
              <a:avLst/>
            </a:prstGeom>
            <a:noFill/>
            <a:ln w="2857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120°</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115" name="Text Box 16"/>
            <p:cNvSpPr txBox="1"/>
            <p:nvPr/>
          </p:nvSpPr>
          <p:spPr>
            <a:xfrm>
              <a:off x="2718" y="1363"/>
              <a:ext cx="678" cy="327"/>
            </a:xfrm>
            <a:prstGeom prst="rect">
              <a:avLst/>
            </a:prstGeom>
            <a:noFill/>
            <a:ln w="2857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120°</a:t>
              </a:r>
              <a:endParaRPr lang="en-US" altLang="zh-CN" sz="2800" b="0" dirty="0">
                <a:solidFill>
                  <a:schemeClr val="bg1"/>
                </a:solidFill>
                <a:latin typeface="Times New Roman" panose="02020603050405020304" pitchFamily="18" charset="0"/>
                <a:ea typeface="宋体" panose="02010600030101010101" pitchFamily="2" charset="-122"/>
              </a:endParaRPr>
            </a:p>
          </p:txBody>
        </p:sp>
      </p:grpSp>
      <p:sp>
        <p:nvSpPr>
          <p:cNvPr id="37905" name="Text Box 17"/>
          <p:cNvSpPr txBox="1"/>
          <p:nvPr/>
        </p:nvSpPr>
        <p:spPr>
          <a:xfrm>
            <a:off x="323850" y="3644900"/>
            <a:ext cx="4095750" cy="519113"/>
          </a:xfrm>
          <a:prstGeom prst="rect">
            <a:avLst/>
          </a:prstGeom>
          <a:noFill/>
          <a:ln w="9525">
            <a:noFill/>
          </a:ln>
        </p:spPr>
        <p:txBody>
          <a:bodyPr>
            <a:spAutoFit/>
          </a:bodyPr>
          <a:p>
            <a:pPr marL="342900" indent="-342900">
              <a:spcBef>
                <a:spcPct val="50000"/>
              </a:spcBef>
              <a:buAutoNum type="circleNumDbPlain" startAt="4"/>
            </a:pPr>
            <a:r>
              <a:rPr lang="zh-CN" altLang="en-US" sz="2800" dirty="0">
                <a:latin typeface="楷体_GB2312" pitchFamily="49" charset="-122"/>
              </a:rPr>
              <a:t>对称三相电源的特点</a:t>
            </a:r>
            <a:endParaRPr lang="zh-CN" altLang="en-US" sz="2800" dirty="0">
              <a:latin typeface="楷体_GB2312" pitchFamily="49" charset="-122"/>
            </a:endParaRPr>
          </a:p>
        </p:txBody>
      </p:sp>
      <p:graphicFrame>
        <p:nvGraphicFramePr>
          <p:cNvPr id="37906" name="Object 18"/>
          <p:cNvGraphicFramePr/>
          <p:nvPr/>
        </p:nvGraphicFramePr>
        <p:xfrm>
          <a:off x="2327275" y="4424363"/>
          <a:ext cx="3181350" cy="1522412"/>
        </p:xfrm>
        <a:graphic>
          <a:graphicData uri="http://schemas.openxmlformats.org/presentationml/2006/ole">
            <mc:AlternateContent xmlns:mc="http://schemas.openxmlformats.org/markup-compatibility/2006">
              <mc:Choice xmlns:v="urn:schemas-microsoft-com:vml" Requires="v">
                <p:oleObj spid="_x0000_s3080" name="" r:id="rId7" imgW="1244600" imgH="596900" progId="Equation.3">
                  <p:embed/>
                </p:oleObj>
              </mc:Choice>
              <mc:Fallback>
                <p:oleObj name="" r:id="rId7" imgW="1244600" imgH="596900" progId="Equation.3">
                  <p:embed/>
                  <p:pic>
                    <p:nvPicPr>
                      <p:cNvPr id="0" name="图片 3079"/>
                      <p:cNvPicPr/>
                      <p:nvPr/>
                    </p:nvPicPr>
                    <p:blipFill>
                      <a:blip r:embed="rId8">
                        <a:clrChange>
                          <a:clrFrom>
                            <a:srgbClr val="000000"/>
                          </a:clrFrom>
                          <a:clrTo>
                            <a:srgbClr val="FFFFFF"/>
                          </a:clrTo>
                        </a:clrChange>
                      </a:blip>
                      <a:stretch>
                        <a:fillRect/>
                      </a:stretch>
                    </p:blipFill>
                    <p:spPr>
                      <a:xfrm>
                        <a:off x="2327275" y="4424363"/>
                        <a:ext cx="3181350" cy="1522412"/>
                      </a:xfrm>
                      <a:prstGeom prst="rect">
                        <a:avLst/>
                      </a:prstGeom>
                      <a:noFill/>
                      <a:ln w="38100">
                        <a:noFill/>
                        <a:miter/>
                      </a:ln>
                    </p:spPr>
                  </p:pic>
                </p:oleObj>
              </mc:Fallback>
            </mc:AlternateContent>
          </a:graphicData>
        </a:graphic>
      </p:graphicFrame>
      <p:sp>
        <p:nvSpPr>
          <p:cNvPr id="37907" name="AutoShape 19"/>
          <p:cNvSpPr/>
          <p:nvPr/>
        </p:nvSpPr>
        <p:spPr>
          <a:xfrm>
            <a:off x="2051050" y="4724400"/>
            <a:ext cx="360363" cy="1081088"/>
          </a:xfrm>
          <a:prstGeom prst="leftBrace">
            <a:avLst>
              <a:gd name="adj1" fmla="val 24999"/>
              <a:gd name="adj2" fmla="val 50000"/>
            </a:avLst>
          </a:prstGeom>
          <a:noFill/>
          <a:ln w="28575" cap="flat" cmpd="sng">
            <a:solidFill>
              <a:schemeClr val="bg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nvGrpSpPr>
          <p:cNvPr id="3" name="Group 20"/>
          <p:cNvGrpSpPr/>
          <p:nvPr/>
        </p:nvGrpSpPr>
        <p:grpSpPr>
          <a:xfrm>
            <a:off x="5724525" y="2205038"/>
            <a:ext cx="2160588" cy="1790700"/>
            <a:chOff x="2943" y="1476"/>
            <a:chExt cx="1361" cy="1128"/>
          </a:xfrm>
        </p:grpSpPr>
        <p:sp>
          <p:nvSpPr>
            <p:cNvPr id="3104" name="Line 21"/>
            <p:cNvSpPr/>
            <p:nvPr/>
          </p:nvSpPr>
          <p:spPr>
            <a:xfrm>
              <a:off x="3375" y="1476"/>
              <a:ext cx="453" cy="804"/>
            </a:xfrm>
            <a:prstGeom prst="line">
              <a:avLst/>
            </a:prstGeom>
            <a:ln w="28575" cap="flat" cmpd="sng">
              <a:solidFill>
                <a:srgbClr val="FF0000"/>
              </a:solidFill>
              <a:prstDash val="solid"/>
              <a:headEnd type="none" w="med" len="med"/>
              <a:tailEnd type="triangle" w="med" len="med"/>
            </a:ln>
          </p:spPr>
        </p:sp>
        <p:graphicFrame>
          <p:nvGraphicFramePr>
            <p:cNvPr id="3076" name="Object 22"/>
            <p:cNvGraphicFramePr/>
            <p:nvPr/>
          </p:nvGraphicFramePr>
          <p:xfrm>
            <a:off x="3539" y="2269"/>
            <a:ext cx="765" cy="335"/>
          </p:xfrm>
          <a:graphic>
            <a:graphicData uri="http://schemas.openxmlformats.org/presentationml/2006/ole">
              <mc:AlternateContent xmlns:mc="http://schemas.openxmlformats.org/markup-compatibility/2006">
                <mc:Choice xmlns:v="urn:schemas-microsoft-com:vml" Requires="v">
                  <p:oleObj spid="_x0000_s6" name="" r:id="rId9" imgW="608965" imgH="266065" progId="Equation.3">
                    <p:embed/>
                  </p:oleObj>
                </mc:Choice>
                <mc:Fallback>
                  <p:oleObj name="" r:id="rId9" imgW="608965" imgH="266065" progId="Equation.3">
                    <p:embed/>
                    <p:pic>
                      <p:nvPicPr>
                        <p:cNvPr id="0" name="图片 5"/>
                        <p:cNvPicPr/>
                        <p:nvPr/>
                      </p:nvPicPr>
                      <p:blipFill>
                        <a:blip r:embed="rId10">
                          <a:clrChange>
                            <a:clrFrom>
                              <a:srgbClr val="000000"/>
                            </a:clrFrom>
                            <a:clrTo>
                              <a:srgbClr val="FFFF00"/>
                            </a:clrTo>
                          </a:clrChange>
                        </a:blip>
                        <a:stretch>
                          <a:fillRect/>
                        </a:stretch>
                      </p:blipFill>
                      <p:spPr>
                        <a:xfrm>
                          <a:off x="3539" y="2269"/>
                          <a:ext cx="765" cy="335"/>
                        </a:xfrm>
                        <a:prstGeom prst="rect">
                          <a:avLst/>
                        </a:prstGeom>
                        <a:noFill/>
                        <a:ln w="38100">
                          <a:noFill/>
                          <a:miter/>
                        </a:ln>
                      </p:spPr>
                    </p:pic>
                  </p:oleObj>
                </mc:Fallback>
              </mc:AlternateContent>
            </a:graphicData>
          </a:graphic>
        </p:graphicFrame>
        <p:sp>
          <p:nvSpPr>
            <p:cNvPr id="3105" name="Line 23"/>
            <p:cNvSpPr/>
            <p:nvPr/>
          </p:nvSpPr>
          <p:spPr>
            <a:xfrm flipH="1">
              <a:off x="3828" y="1476"/>
              <a:ext cx="444" cy="804"/>
            </a:xfrm>
            <a:prstGeom prst="line">
              <a:avLst/>
            </a:prstGeom>
            <a:ln w="28575" cap="flat" cmpd="sng">
              <a:solidFill>
                <a:srgbClr val="66FF33"/>
              </a:solidFill>
              <a:prstDash val="dash"/>
              <a:headEnd type="none" w="med" len="med"/>
              <a:tailEnd type="none" w="med" len="med"/>
            </a:ln>
          </p:spPr>
        </p:sp>
        <p:sp>
          <p:nvSpPr>
            <p:cNvPr id="3106" name="Line 24"/>
            <p:cNvSpPr/>
            <p:nvPr/>
          </p:nvSpPr>
          <p:spPr>
            <a:xfrm>
              <a:off x="2943" y="2268"/>
              <a:ext cx="885" cy="0"/>
            </a:xfrm>
            <a:prstGeom prst="line">
              <a:avLst/>
            </a:prstGeom>
            <a:ln w="28575" cap="flat" cmpd="sng">
              <a:solidFill>
                <a:srgbClr val="00FF00"/>
              </a:solidFill>
              <a:prstDash val="dash"/>
              <a:headEnd type="none" w="med" len="med"/>
              <a:tailEnd type="none" w="med" len="med"/>
            </a:ln>
          </p:spPr>
        </p:sp>
      </p:grpSp>
      <p:grpSp>
        <p:nvGrpSpPr>
          <p:cNvPr id="3085" name="Group 49"/>
          <p:cNvGrpSpPr/>
          <p:nvPr/>
        </p:nvGrpSpPr>
        <p:grpSpPr>
          <a:xfrm>
            <a:off x="8316913" y="6445250"/>
            <a:ext cx="792162" cy="366713"/>
            <a:chOff x="5193" y="4020"/>
            <a:chExt cx="499" cy="231"/>
          </a:xfrm>
        </p:grpSpPr>
        <p:pic>
          <p:nvPicPr>
            <p:cNvPr id="3102" name="Picture 50" descr="78900"/>
            <p:cNvPicPr>
              <a:picLocks noChangeAspect="1"/>
            </p:cNvPicPr>
            <p:nvPr/>
          </p:nvPicPr>
          <p:blipFill>
            <a:blip r:embed="rId11"/>
            <a:stretch>
              <a:fillRect/>
            </a:stretch>
          </p:blipFill>
          <p:spPr>
            <a:xfrm>
              <a:off x="5193" y="4066"/>
              <a:ext cx="499" cy="181"/>
            </a:xfrm>
            <a:prstGeom prst="rect">
              <a:avLst/>
            </a:prstGeom>
            <a:noFill/>
            <a:ln w="9525">
              <a:noFill/>
            </a:ln>
          </p:spPr>
        </p:pic>
        <p:sp>
          <p:nvSpPr>
            <p:cNvPr id="3103" name="Text Box 51">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086" name="Group 52"/>
          <p:cNvGrpSpPr/>
          <p:nvPr/>
        </p:nvGrpSpPr>
        <p:grpSpPr>
          <a:xfrm>
            <a:off x="7451725" y="6445250"/>
            <a:ext cx="792163" cy="366713"/>
            <a:chOff x="5193" y="4020"/>
            <a:chExt cx="499" cy="231"/>
          </a:xfrm>
        </p:grpSpPr>
        <p:pic>
          <p:nvPicPr>
            <p:cNvPr id="3100" name="Picture 53" descr="78900"/>
            <p:cNvPicPr>
              <a:picLocks noChangeAspect="1"/>
            </p:cNvPicPr>
            <p:nvPr/>
          </p:nvPicPr>
          <p:blipFill>
            <a:blip r:embed="rId11"/>
            <a:stretch>
              <a:fillRect/>
            </a:stretch>
          </p:blipFill>
          <p:spPr>
            <a:xfrm>
              <a:off x="5193" y="4066"/>
              <a:ext cx="499" cy="181"/>
            </a:xfrm>
            <a:prstGeom prst="rect">
              <a:avLst/>
            </a:prstGeom>
            <a:noFill/>
            <a:ln w="9525">
              <a:noFill/>
            </a:ln>
          </p:spPr>
        </p:pic>
        <p:sp>
          <p:nvSpPr>
            <p:cNvPr id="3101" name="Text Box 54">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087" name="Group 55"/>
          <p:cNvGrpSpPr/>
          <p:nvPr/>
        </p:nvGrpSpPr>
        <p:grpSpPr>
          <a:xfrm>
            <a:off x="6588125" y="6446838"/>
            <a:ext cx="792163" cy="366712"/>
            <a:chOff x="4695" y="4061"/>
            <a:chExt cx="499" cy="231"/>
          </a:xfrm>
        </p:grpSpPr>
        <p:pic>
          <p:nvPicPr>
            <p:cNvPr id="3098" name="Picture 56" descr="78900"/>
            <p:cNvPicPr>
              <a:picLocks noChangeAspect="1"/>
            </p:cNvPicPr>
            <p:nvPr/>
          </p:nvPicPr>
          <p:blipFill>
            <a:blip r:embed="rId11"/>
            <a:stretch>
              <a:fillRect/>
            </a:stretch>
          </p:blipFill>
          <p:spPr>
            <a:xfrm>
              <a:off x="4695" y="4107"/>
              <a:ext cx="499" cy="181"/>
            </a:xfrm>
            <a:prstGeom prst="rect">
              <a:avLst/>
            </a:prstGeom>
            <a:noFill/>
            <a:ln w="9525">
              <a:noFill/>
            </a:ln>
          </p:spPr>
        </p:pic>
        <p:sp>
          <p:nvSpPr>
            <p:cNvPr id="3099" name="Text Box 57">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 name="Group 78"/>
          <p:cNvGrpSpPr/>
          <p:nvPr/>
        </p:nvGrpSpPr>
        <p:grpSpPr>
          <a:xfrm>
            <a:off x="1231900" y="1009650"/>
            <a:ext cx="2282825" cy="2633663"/>
            <a:chOff x="776" y="636"/>
            <a:chExt cx="1438" cy="1659"/>
          </a:xfrm>
        </p:grpSpPr>
        <p:graphicFrame>
          <p:nvGraphicFramePr>
            <p:cNvPr id="3075" name="Object 3"/>
            <p:cNvGraphicFramePr/>
            <p:nvPr/>
          </p:nvGraphicFramePr>
          <p:xfrm>
            <a:off x="776" y="636"/>
            <a:ext cx="1438" cy="1659"/>
          </p:xfrm>
          <a:graphic>
            <a:graphicData uri="http://schemas.openxmlformats.org/presentationml/2006/ole">
              <mc:AlternateContent xmlns:mc="http://schemas.openxmlformats.org/markup-compatibility/2006">
                <mc:Choice xmlns:v="urn:schemas-microsoft-com:vml" Requires="v">
                  <p:oleObj spid="_x0000_s3082" name="" r:id="rId12" imgW="989965" imgH="1142365" progId="Equation.DSMT4">
                    <p:embed/>
                  </p:oleObj>
                </mc:Choice>
                <mc:Fallback>
                  <p:oleObj name="" r:id="rId12" imgW="989965" imgH="1142365" progId="Equation.DSMT4">
                    <p:embed/>
                    <p:pic>
                      <p:nvPicPr>
                        <p:cNvPr id="0" name="图片 3081"/>
                        <p:cNvPicPr/>
                        <p:nvPr/>
                      </p:nvPicPr>
                      <p:blipFill>
                        <a:blip r:embed="rId13">
                          <a:clrChange>
                            <a:clrFrom>
                              <a:srgbClr val="000000"/>
                            </a:clrFrom>
                            <a:clrTo>
                              <a:srgbClr val="FFFFFF"/>
                            </a:clrTo>
                          </a:clrChange>
                        </a:blip>
                        <a:stretch>
                          <a:fillRect/>
                        </a:stretch>
                      </p:blipFill>
                      <p:spPr>
                        <a:xfrm>
                          <a:off x="776" y="636"/>
                          <a:ext cx="1438" cy="1659"/>
                        </a:xfrm>
                        <a:prstGeom prst="rect">
                          <a:avLst/>
                        </a:prstGeom>
                        <a:noFill/>
                        <a:ln w="38100">
                          <a:noFill/>
                          <a:miter/>
                        </a:ln>
                      </p:spPr>
                    </p:pic>
                  </p:oleObj>
                </mc:Fallback>
              </mc:AlternateContent>
            </a:graphicData>
          </a:graphic>
        </p:graphicFrame>
        <p:grpSp>
          <p:nvGrpSpPr>
            <p:cNvPr id="3089" name="Group 68"/>
            <p:cNvGrpSpPr/>
            <p:nvPr/>
          </p:nvGrpSpPr>
          <p:grpSpPr>
            <a:xfrm>
              <a:off x="1474" y="1661"/>
              <a:ext cx="589" cy="273"/>
              <a:chOff x="4332" y="2794"/>
              <a:chExt cx="589" cy="273"/>
            </a:xfrm>
          </p:grpSpPr>
          <p:sp>
            <p:nvSpPr>
              <p:cNvPr id="3096" name="Line 69"/>
              <p:cNvSpPr/>
              <p:nvPr/>
            </p:nvSpPr>
            <p:spPr>
              <a:xfrm flipH="1">
                <a:off x="4332" y="2794"/>
                <a:ext cx="136" cy="273"/>
              </a:xfrm>
              <a:prstGeom prst="line">
                <a:avLst/>
              </a:prstGeom>
              <a:ln w="19050" cap="flat" cmpd="sng">
                <a:solidFill>
                  <a:schemeClr val="bg1"/>
                </a:solidFill>
                <a:prstDash val="solid"/>
                <a:headEnd type="none" w="med" len="med"/>
                <a:tailEnd type="none" w="med" len="med"/>
              </a:ln>
            </p:spPr>
          </p:sp>
          <p:sp>
            <p:nvSpPr>
              <p:cNvPr id="3097" name="Line 70"/>
              <p:cNvSpPr/>
              <p:nvPr/>
            </p:nvSpPr>
            <p:spPr>
              <a:xfrm>
                <a:off x="4332" y="3067"/>
                <a:ext cx="589" cy="0"/>
              </a:xfrm>
              <a:prstGeom prst="line">
                <a:avLst/>
              </a:prstGeom>
              <a:ln w="19050" cap="flat" cmpd="sng">
                <a:solidFill>
                  <a:schemeClr val="bg1"/>
                </a:solidFill>
                <a:prstDash val="solid"/>
                <a:headEnd type="none" w="med" len="med"/>
                <a:tailEnd type="none" w="med" len="med"/>
              </a:ln>
            </p:spPr>
          </p:sp>
        </p:grpSp>
        <p:grpSp>
          <p:nvGrpSpPr>
            <p:cNvPr id="3090" name="Group 71"/>
            <p:cNvGrpSpPr/>
            <p:nvPr/>
          </p:nvGrpSpPr>
          <p:grpSpPr>
            <a:xfrm>
              <a:off x="1519" y="1207"/>
              <a:ext cx="589" cy="273"/>
              <a:chOff x="4332" y="2794"/>
              <a:chExt cx="589" cy="273"/>
            </a:xfrm>
          </p:grpSpPr>
          <p:sp>
            <p:nvSpPr>
              <p:cNvPr id="3094" name="Line 72"/>
              <p:cNvSpPr/>
              <p:nvPr/>
            </p:nvSpPr>
            <p:spPr>
              <a:xfrm flipH="1">
                <a:off x="4332" y="2794"/>
                <a:ext cx="136" cy="273"/>
              </a:xfrm>
              <a:prstGeom prst="line">
                <a:avLst/>
              </a:prstGeom>
              <a:ln w="19050" cap="flat" cmpd="sng">
                <a:solidFill>
                  <a:schemeClr val="bg1"/>
                </a:solidFill>
                <a:prstDash val="solid"/>
                <a:headEnd type="none" w="med" len="med"/>
                <a:tailEnd type="none" w="med" len="med"/>
              </a:ln>
            </p:spPr>
          </p:sp>
          <p:sp>
            <p:nvSpPr>
              <p:cNvPr id="3095" name="Line 73"/>
              <p:cNvSpPr/>
              <p:nvPr/>
            </p:nvSpPr>
            <p:spPr>
              <a:xfrm>
                <a:off x="4332" y="3067"/>
                <a:ext cx="589" cy="0"/>
              </a:xfrm>
              <a:prstGeom prst="line">
                <a:avLst/>
              </a:prstGeom>
              <a:ln w="19050" cap="flat" cmpd="sng">
                <a:solidFill>
                  <a:schemeClr val="bg1"/>
                </a:solidFill>
                <a:prstDash val="solid"/>
                <a:headEnd type="none" w="med" len="med"/>
                <a:tailEnd type="none" w="med" len="med"/>
              </a:ln>
            </p:spPr>
          </p:sp>
        </p:grpSp>
        <p:grpSp>
          <p:nvGrpSpPr>
            <p:cNvPr id="3091" name="Group 77"/>
            <p:cNvGrpSpPr/>
            <p:nvPr/>
          </p:nvGrpSpPr>
          <p:grpSpPr>
            <a:xfrm>
              <a:off x="1474" y="754"/>
              <a:ext cx="363" cy="273"/>
              <a:chOff x="1474" y="754"/>
              <a:chExt cx="363" cy="273"/>
            </a:xfrm>
          </p:grpSpPr>
          <p:sp>
            <p:nvSpPr>
              <p:cNvPr id="3092" name="Line 75"/>
              <p:cNvSpPr/>
              <p:nvPr/>
            </p:nvSpPr>
            <p:spPr>
              <a:xfrm flipH="1">
                <a:off x="1474" y="754"/>
                <a:ext cx="136" cy="273"/>
              </a:xfrm>
              <a:prstGeom prst="line">
                <a:avLst/>
              </a:prstGeom>
              <a:ln w="19050" cap="flat" cmpd="sng">
                <a:solidFill>
                  <a:schemeClr val="bg1"/>
                </a:solidFill>
                <a:prstDash val="solid"/>
                <a:headEnd type="none" w="med" len="med"/>
                <a:tailEnd type="none" w="med" len="med"/>
              </a:ln>
            </p:spPr>
          </p:sp>
          <p:sp>
            <p:nvSpPr>
              <p:cNvPr id="3093" name="Line 76"/>
              <p:cNvSpPr/>
              <p:nvPr/>
            </p:nvSpPr>
            <p:spPr>
              <a:xfrm flipV="1">
                <a:off x="1474" y="1026"/>
                <a:ext cx="363" cy="1"/>
              </a:xfrm>
              <a:prstGeom prst="line">
                <a:avLst/>
              </a:prstGeom>
              <a:ln w="19050" cap="flat" cmpd="sng">
                <a:solidFill>
                  <a:schemeClr val="bg1"/>
                </a:solidFill>
                <a:prstDash val="solid"/>
                <a:headEnd type="none" w="med" len="med"/>
                <a:tailEnd type="non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7890"/>
                                        </p:tgtEl>
                                        <p:attrNameLst>
                                          <p:attrName>style.visibility</p:attrName>
                                        </p:attrNameLst>
                                      </p:cBhvr>
                                      <p:to>
                                        <p:strVal val="visible"/>
                                      </p:to>
                                    </p:set>
                                    <p:anim calcmode="lin" valueType="num">
                                      <p:cBhvr additive="base">
                                        <p:cTn id="7" dur="500" fill="hold"/>
                                        <p:tgtEl>
                                          <p:spTgt spid="37890"/>
                                        </p:tgtEl>
                                        <p:attrNameLst>
                                          <p:attrName>ppt_x</p:attrName>
                                        </p:attrNameLst>
                                      </p:cBhvr>
                                      <p:tavLst>
                                        <p:tav tm="0">
                                          <p:val>
                                            <p:strVal val="0-#ppt_w/2"/>
                                          </p:val>
                                        </p:tav>
                                        <p:tav tm="100000">
                                          <p:val>
                                            <p:strVal val="#ppt_x"/>
                                          </p:val>
                                        </p:tav>
                                      </p:tavLst>
                                    </p:anim>
                                    <p:anim calcmode="lin" valueType="num">
                                      <p:cBhvr additive="base">
                                        <p:cTn id="8" dur="500" fill="hold"/>
                                        <p:tgtEl>
                                          <p:spTgt spid="3789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up)">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ox(in)">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37905"/>
                                        </p:tgtEl>
                                        <p:attrNameLst>
                                          <p:attrName>style.visibility</p:attrName>
                                        </p:attrNameLst>
                                      </p:cBhvr>
                                      <p:to>
                                        <p:strVal val="visible"/>
                                      </p:to>
                                    </p:set>
                                    <p:anim calcmode="lin" valueType="num">
                                      <p:cBhvr additive="base">
                                        <p:cTn id="23" dur="500" fill="hold"/>
                                        <p:tgtEl>
                                          <p:spTgt spid="37905"/>
                                        </p:tgtEl>
                                        <p:attrNameLst>
                                          <p:attrName>ppt_x</p:attrName>
                                        </p:attrNameLst>
                                      </p:cBhvr>
                                      <p:tavLst>
                                        <p:tav tm="0">
                                          <p:val>
                                            <p:strVal val="0-#ppt_w/2"/>
                                          </p:val>
                                        </p:tav>
                                        <p:tav tm="100000">
                                          <p:val>
                                            <p:strVal val="#ppt_x"/>
                                          </p:val>
                                        </p:tav>
                                      </p:tavLst>
                                    </p:anim>
                                    <p:anim calcmode="lin" valueType="num">
                                      <p:cBhvr additive="base">
                                        <p:cTn id="24" dur="500" fill="hold"/>
                                        <p:tgtEl>
                                          <p:spTgt spid="37905"/>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nodeType="clickEffect">
                                  <p:stCondLst>
                                    <p:cond delay="0"/>
                                  </p:stCondLst>
                                  <p:childTnLst>
                                    <p:set>
                                      <p:cBhvr>
                                        <p:cTn id="28" dur="1" fill="hold">
                                          <p:stCondLst>
                                            <p:cond delay="0"/>
                                          </p:stCondLst>
                                        </p:cTn>
                                        <p:tgtEl>
                                          <p:spTgt spid="37906"/>
                                        </p:tgtEl>
                                        <p:attrNameLst>
                                          <p:attrName>style.visibility</p:attrName>
                                        </p:attrNameLst>
                                      </p:cBhvr>
                                      <p:to>
                                        <p:strVal val="visible"/>
                                      </p:to>
                                    </p:set>
                                    <p:animEffect transition="in" filter="slide(fromBottom)">
                                      <p:cBhvr>
                                        <p:cTn id="29" dur="2000"/>
                                        <p:tgtEl>
                                          <p:spTgt spid="37906"/>
                                        </p:tgtEl>
                                      </p:cBhvr>
                                    </p:animEffect>
                                  </p:childTnLst>
                                </p:cTn>
                              </p:par>
                            </p:childTnLst>
                          </p:cTn>
                        </p:par>
                        <p:par>
                          <p:cTn id="30" fill="hold">
                            <p:stCondLst>
                              <p:cond delay="2000"/>
                            </p:stCondLst>
                            <p:childTnLst>
                              <p:par>
                                <p:cTn id="31" presetID="2" presetClass="entr" presetSubtype="8" fill="hold" grpId="0" nodeType="afterEffect">
                                  <p:stCondLst>
                                    <p:cond delay="0"/>
                                  </p:stCondLst>
                                  <p:childTnLst>
                                    <p:set>
                                      <p:cBhvr>
                                        <p:cTn id="32" dur="1" fill="hold">
                                          <p:stCondLst>
                                            <p:cond delay="0"/>
                                          </p:stCondLst>
                                        </p:cTn>
                                        <p:tgtEl>
                                          <p:spTgt spid="37907"/>
                                        </p:tgtEl>
                                        <p:attrNameLst>
                                          <p:attrName>style.visibility</p:attrName>
                                        </p:attrNameLst>
                                      </p:cBhvr>
                                      <p:to>
                                        <p:strVal val="visible"/>
                                      </p:to>
                                    </p:set>
                                    <p:anim calcmode="lin" valueType="num">
                                      <p:cBhvr additive="base">
                                        <p:cTn id="33" dur="500" fill="hold"/>
                                        <p:tgtEl>
                                          <p:spTgt spid="37907"/>
                                        </p:tgtEl>
                                        <p:attrNameLst>
                                          <p:attrName>ppt_x</p:attrName>
                                        </p:attrNameLst>
                                      </p:cBhvr>
                                      <p:tavLst>
                                        <p:tav tm="0">
                                          <p:val>
                                            <p:strVal val="0-#ppt_w/2"/>
                                          </p:val>
                                        </p:tav>
                                        <p:tav tm="100000">
                                          <p:val>
                                            <p:strVal val="#ppt_x"/>
                                          </p:val>
                                        </p:tav>
                                      </p:tavLst>
                                    </p:anim>
                                    <p:anim calcmode="lin" valueType="num">
                                      <p:cBhvr additive="base">
                                        <p:cTn id="34" dur="500" fill="hold"/>
                                        <p:tgtEl>
                                          <p:spTgt spid="37907"/>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dissolve">
                                      <p:cBhvr>
                                        <p:cTn id="3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p:bldP spid="37905" grpId="0"/>
      <p:bldP spid="3790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Text Box 2"/>
          <p:cNvSpPr txBox="1"/>
          <p:nvPr/>
        </p:nvSpPr>
        <p:spPr>
          <a:xfrm>
            <a:off x="684213" y="1557338"/>
            <a:ext cx="5327650" cy="519112"/>
          </a:xfrm>
          <a:prstGeom prst="rect">
            <a:avLst/>
          </a:prstGeom>
          <a:noFill/>
          <a:ln w="9525">
            <a:noFill/>
          </a:ln>
        </p:spPr>
        <p:txBody>
          <a:bodyPr>
            <a:spAutoFit/>
          </a:bodyPr>
          <a:p>
            <a:r>
              <a:rPr lang="zh-CN" altLang="en-US" sz="2800" dirty="0">
                <a:latin typeface="楷体_GB2312" pitchFamily="49" charset="-122"/>
              </a:rPr>
              <a:t>正序</a:t>
            </a:r>
            <a:r>
              <a:rPr lang="en-US" altLang="zh-CN" sz="2800" dirty="0">
                <a:latin typeface="楷体_GB2312" pitchFamily="49" charset="-122"/>
              </a:rPr>
              <a:t>(</a:t>
            </a:r>
            <a:r>
              <a:rPr lang="zh-CN" altLang="en-US" sz="2800" dirty="0">
                <a:latin typeface="楷体_GB2312" pitchFamily="49" charset="-122"/>
              </a:rPr>
              <a:t>顺序</a:t>
            </a:r>
            <a:r>
              <a:rPr lang="en-US" altLang="zh-CN" sz="2800" dirty="0">
                <a:latin typeface="楷体_GB2312" pitchFamily="49" charset="-122"/>
              </a:rPr>
              <a:t>)</a:t>
            </a:r>
            <a:r>
              <a:rPr lang="zh-CN" altLang="en-US" sz="2800" dirty="0">
                <a:latin typeface="楷体_GB2312" pitchFamily="49" charset="-122"/>
              </a:rPr>
              <a:t>：</a:t>
            </a:r>
            <a:r>
              <a:rPr lang="en-US" altLang="zh-CN" sz="2800" b="0" dirty="0">
                <a:solidFill>
                  <a:schemeClr val="bg1"/>
                </a:solidFill>
                <a:latin typeface="Times New Roman" panose="02020603050405020304" pitchFamily="18" charset="0"/>
              </a:rPr>
              <a:t>A—B—C—A</a:t>
            </a:r>
            <a:endParaRPr lang="en-US" altLang="zh-CN" sz="2800" b="0" dirty="0">
              <a:solidFill>
                <a:schemeClr val="bg1"/>
              </a:solidFill>
              <a:latin typeface="Times New Roman" panose="02020603050405020304" pitchFamily="18" charset="0"/>
            </a:endParaRPr>
          </a:p>
        </p:txBody>
      </p:sp>
      <p:sp>
        <p:nvSpPr>
          <p:cNvPr id="36867" name="Rectangle 3"/>
          <p:cNvSpPr/>
          <p:nvPr/>
        </p:nvSpPr>
        <p:spPr>
          <a:xfrm>
            <a:off x="684213" y="2205038"/>
            <a:ext cx="4397375" cy="519112"/>
          </a:xfrm>
          <a:prstGeom prst="rect">
            <a:avLst/>
          </a:prstGeom>
          <a:noFill/>
          <a:ln w="9525">
            <a:noFill/>
          </a:ln>
        </p:spPr>
        <p:txBody>
          <a:bodyPr>
            <a:spAutoFit/>
          </a:bodyPr>
          <a:p>
            <a:r>
              <a:rPr lang="zh-CN" altLang="en-US" sz="2800" dirty="0">
                <a:latin typeface="楷体_GB2312" pitchFamily="49" charset="-122"/>
              </a:rPr>
              <a:t>负序</a:t>
            </a:r>
            <a:r>
              <a:rPr lang="en-US" altLang="zh-CN" sz="2800" dirty="0">
                <a:latin typeface="楷体_GB2312" pitchFamily="49" charset="-122"/>
              </a:rPr>
              <a:t>(</a:t>
            </a:r>
            <a:r>
              <a:rPr lang="zh-CN" altLang="en-US" sz="2800" dirty="0">
                <a:latin typeface="楷体_GB2312" pitchFamily="49" charset="-122"/>
              </a:rPr>
              <a:t>逆序</a:t>
            </a:r>
            <a:r>
              <a:rPr lang="en-US" altLang="zh-CN" sz="2800" dirty="0">
                <a:latin typeface="楷体_GB2312" pitchFamily="49" charset="-122"/>
              </a:rPr>
              <a:t>)</a:t>
            </a:r>
            <a:r>
              <a:rPr lang="zh-CN" altLang="en-US" sz="2800" dirty="0">
                <a:latin typeface="楷体_GB2312" pitchFamily="49" charset="-122"/>
              </a:rPr>
              <a:t>：</a:t>
            </a:r>
            <a:r>
              <a:rPr lang="en-US" altLang="zh-CN" sz="2800" b="0" dirty="0">
                <a:solidFill>
                  <a:schemeClr val="bg1"/>
                </a:solidFill>
                <a:latin typeface="Times New Roman" panose="02020603050405020304" pitchFamily="18" charset="0"/>
                <a:ea typeface="宋体" panose="02010600030101010101" pitchFamily="2" charset="-122"/>
              </a:rPr>
              <a:t>A—C—B—A</a:t>
            </a:r>
            <a:endParaRPr lang="en-US" altLang="zh-CN" sz="2800" b="0" dirty="0">
              <a:solidFill>
                <a:schemeClr val="bg1"/>
              </a:solidFill>
              <a:latin typeface="Times New Roman" panose="02020603050405020304" pitchFamily="18" charset="0"/>
              <a:ea typeface="宋体" panose="02010600030101010101" pitchFamily="2" charset="-122"/>
            </a:endParaRPr>
          </a:p>
        </p:txBody>
      </p:sp>
      <p:grpSp>
        <p:nvGrpSpPr>
          <p:cNvPr id="2" name="Group 4"/>
          <p:cNvGrpSpPr/>
          <p:nvPr/>
        </p:nvGrpSpPr>
        <p:grpSpPr>
          <a:xfrm>
            <a:off x="5292725" y="1557338"/>
            <a:ext cx="1319213" cy="1066800"/>
            <a:chOff x="2976" y="0"/>
            <a:chExt cx="831" cy="672"/>
          </a:xfrm>
        </p:grpSpPr>
        <p:sp>
          <p:nvSpPr>
            <p:cNvPr id="65590" name="Line 5"/>
            <p:cNvSpPr/>
            <p:nvPr/>
          </p:nvSpPr>
          <p:spPr>
            <a:xfrm>
              <a:off x="3346" y="393"/>
              <a:ext cx="263" cy="0"/>
            </a:xfrm>
            <a:prstGeom prst="line">
              <a:avLst/>
            </a:prstGeom>
            <a:ln w="28575" cap="flat" cmpd="sng">
              <a:solidFill>
                <a:srgbClr val="FFCC00"/>
              </a:solidFill>
              <a:prstDash val="solid"/>
              <a:headEnd type="none" w="med" len="med"/>
              <a:tailEnd type="triangle" w="med" len="med"/>
            </a:ln>
          </p:spPr>
        </p:sp>
        <p:sp>
          <p:nvSpPr>
            <p:cNvPr id="65591" name="Line 6"/>
            <p:cNvSpPr/>
            <p:nvPr/>
          </p:nvSpPr>
          <p:spPr>
            <a:xfrm flipH="1" flipV="1">
              <a:off x="3235" y="198"/>
              <a:ext cx="111" cy="195"/>
            </a:xfrm>
            <a:prstGeom prst="line">
              <a:avLst/>
            </a:prstGeom>
            <a:ln w="28575" cap="flat" cmpd="sng">
              <a:solidFill>
                <a:srgbClr val="FFCC00"/>
              </a:solidFill>
              <a:prstDash val="solid"/>
              <a:headEnd type="none" w="med" len="med"/>
              <a:tailEnd type="triangle" w="med" len="med"/>
            </a:ln>
          </p:spPr>
        </p:sp>
        <p:sp>
          <p:nvSpPr>
            <p:cNvPr id="65592" name="Line 7"/>
            <p:cNvSpPr/>
            <p:nvPr/>
          </p:nvSpPr>
          <p:spPr>
            <a:xfrm flipH="1">
              <a:off x="3235" y="393"/>
              <a:ext cx="111" cy="194"/>
            </a:xfrm>
            <a:prstGeom prst="line">
              <a:avLst/>
            </a:prstGeom>
            <a:ln w="28575" cap="flat" cmpd="sng">
              <a:solidFill>
                <a:srgbClr val="FFCC00"/>
              </a:solidFill>
              <a:prstDash val="solid"/>
              <a:headEnd type="none" w="med" len="med"/>
              <a:tailEnd type="triangle" w="med" len="med"/>
            </a:ln>
          </p:spPr>
        </p:sp>
        <p:sp>
          <p:nvSpPr>
            <p:cNvPr id="65593" name="Text Box 8"/>
            <p:cNvSpPr txBox="1"/>
            <p:nvPr/>
          </p:nvSpPr>
          <p:spPr>
            <a:xfrm>
              <a:off x="3552" y="288"/>
              <a:ext cx="255" cy="288"/>
            </a:xfrm>
            <a:prstGeom prst="rect">
              <a:avLst/>
            </a:prstGeom>
            <a:noFill/>
            <a:ln w="9525">
              <a:noFill/>
            </a:ln>
          </p:spPr>
          <p:txBody>
            <a:bodyPr wrap="none">
              <a:spAutoFit/>
            </a:bodyPr>
            <a:p>
              <a:r>
                <a:rPr lang="en-US" altLang="zh-CN" sz="2400" b="0" dirty="0">
                  <a:solidFill>
                    <a:schemeClr val="bg1"/>
                  </a:solidFill>
                  <a:latin typeface="Times New Roman" panose="02020603050405020304" pitchFamily="18" charset="0"/>
                  <a:ea typeface="宋体" panose="02010600030101010101" pitchFamily="2" charset="-122"/>
                </a:rPr>
                <a:t>A</a:t>
              </a:r>
              <a:endParaRPr lang="en-US" altLang="zh-CN" sz="2400" b="0" dirty="0">
                <a:solidFill>
                  <a:schemeClr val="bg1"/>
                </a:solidFill>
                <a:latin typeface="Times New Roman" panose="02020603050405020304" pitchFamily="18" charset="0"/>
                <a:ea typeface="宋体" panose="02010600030101010101" pitchFamily="2" charset="-122"/>
              </a:endParaRPr>
            </a:p>
          </p:txBody>
        </p:sp>
        <p:sp>
          <p:nvSpPr>
            <p:cNvPr id="65594" name="Text Box 9"/>
            <p:cNvSpPr txBox="1"/>
            <p:nvPr/>
          </p:nvSpPr>
          <p:spPr>
            <a:xfrm>
              <a:off x="2976" y="384"/>
              <a:ext cx="244" cy="288"/>
            </a:xfrm>
            <a:prstGeom prst="rect">
              <a:avLst/>
            </a:prstGeom>
            <a:noFill/>
            <a:ln w="9525">
              <a:noFill/>
            </a:ln>
          </p:spPr>
          <p:txBody>
            <a:bodyPr wrap="none">
              <a:spAutoFit/>
            </a:bodyPr>
            <a:p>
              <a:r>
                <a:rPr lang="en-US" altLang="zh-CN" sz="2400" b="0" dirty="0">
                  <a:solidFill>
                    <a:schemeClr val="bg1"/>
                  </a:solidFill>
                  <a:latin typeface="Times New Roman" panose="02020603050405020304" pitchFamily="18" charset="0"/>
                  <a:ea typeface="宋体" panose="02010600030101010101" pitchFamily="2" charset="-122"/>
                </a:rPr>
                <a:t>B</a:t>
              </a:r>
              <a:endParaRPr lang="en-US" altLang="zh-CN" sz="2400" b="0" dirty="0">
                <a:solidFill>
                  <a:schemeClr val="bg1"/>
                </a:solidFill>
                <a:latin typeface="Times New Roman" panose="02020603050405020304" pitchFamily="18" charset="0"/>
                <a:ea typeface="宋体" panose="02010600030101010101" pitchFamily="2" charset="-122"/>
              </a:endParaRPr>
            </a:p>
          </p:txBody>
        </p:sp>
        <p:sp>
          <p:nvSpPr>
            <p:cNvPr id="65595" name="Text Box 10"/>
            <p:cNvSpPr txBox="1"/>
            <p:nvPr/>
          </p:nvSpPr>
          <p:spPr>
            <a:xfrm>
              <a:off x="2976" y="0"/>
              <a:ext cx="244" cy="288"/>
            </a:xfrm>
            <a:prstGeom prst="rect">
              <a:avLst/>
            </a:prstGeom>
            <a:noFill/>
            <a:ln w="9525">
              <a:noFill/>
            </a:ln>
          </p:spPr>
          <p:txBody>
            <a:bodyPr wrap="none">
              <a:spAutoFit/>
            </a:bodyPr>
            <a:p>
              <a:r>
                <a:rPr lang="en-US" altLang="zh-CN" sz="2400" b="0" dirty="0">
                  <a:solidFill>
                    <a:schemeClr val="bg1"/>
                  </a:solidFill>
                  <a:latin typeface="Times New Roman" panose="02020603050405020304" pitchFamily="18" charset="0"/>
                  <a:ea typeface="宋体" panose="02010600030101010101" pitchFamily="2" charset="-122"/>
                </a:rPr>
                <a:t>C</a:t>
              </a:r>
              <a:endParaRPr lang="en-US" altLang="zh-CN" sz="2400" b="0" dirty="0">
                <a:solidFill>
                  <a:schemeClr val="bg1"/>
                </a:solidFill>
                <a:latin typeface="Times New Roman" panose="02020603050405020304" pitchFamily="18" charset="0"/>
                <a:ea typeface="宋体" panose="02010600030101010101" pitchFamily="2" charset="-122"/>
              </a:endParaRPr>
            </a:p>
          </p:txBody>
        </p:sp>
      </p:grpSp>
      <p:sp>
        <p:nvSpPr>
          <p:cNvPr id="36875" name="Text Box 11"/>
          <p:cNvSpPr txBox="1"/>
          <p:nvPr/>
        </p:nvSpPr>
        <p:spPr>
          <a:xfrm>
            <a:off x="684213" y="2852738"/>
            <a:ext cx="4103687" cy="519112"/>
          </a:xfrm>
          <a:prstGeom prst="rect">
            <a:avLst/>
          </a:prstGeom>
          <a:noFill/>
          <a:ln w="9525">
            <a:noFill/>
          </a:ln>
        </p:spPr>
        <p:txBody>
          <a:bodyPr>
            <a:spAutoFit/>
          </a:bodyPr>
          <a:p>
            <a:r>
              <a:rPr lang="zh-CN" altLang="en-US" sz="2800" dirty="0">
                <a:latin typeface="Times New Roman" panose="02020603050405020304" pitchFamily="18" charset="0"/>
              </a:rPr>
              <a:t>相序的实际意义：</a:t>
            </a:r>
            <a:endParaRPr lang="zh-CN" altLang="en-US" sz="2800" dirty="0">
              <a:latin typeface="Times New Roman" panose="02020603050405020304" pitchFamily="18" charset="0"/>
            </a:endParaRPr>
          </a:p>
        </p:txBody>
      </p:sp>
      <p:sp>
        <p:nvSpPr>
          <p:cNvPr id="36876" name="Text Box 12"/>
          <p:cNvSpPr txBox="1"/>
          <p:nvPr/>
        </p:nvSpPr>
        <p:spPr>
          <a:xfrm>
            <a:off x="952500" y="5662613"/>
            <a:ext cx="6970713" cy="519112"/>
          </a:xfrm>
          <a:prstGeom prst="rect">
            <a:avLst/>
          </a:prstGeom>
          <a:noFill/>
          <a:ln w="9525">
            <a:noFill/>
          </a:ln>
        </p:spPr>
        <p:txBody>
          <a:bodyPr wrap="none">
            <a:spAutoFit/>
          </a:bodyPr>
          <a:p>
            <a:r>
              <a:rPr lang="zh-CN" altLang="en-US" sz="2800" dirty="0">
                <a:latin typeface="Times New Roman" panose="02020603050405020304" pitchFamily="18" charset="0"/>
              </a:rPr>
              <a:t>以后如果不加说明，一般都认为是正相序。</a:t>
            </a:r>
            <a:endParaRPr lang="zh-CN" altLang="en-US" sz="2800" dirty="0">
              <a:latin typeface="Times New Roman" panose="02020603050405020304" pitchFamily="18" charset="0"/>
            </a:endParaRPr>
          </a:p>
        </p:txBody>
      </p:sp>
      <p:grpSp>
        <p:nvGrpSpPr>
          <p:cNvPr id="3" name="Group 13"/>
          <p:cNvGrpSpPr/>
          <p:nvPr/>
        </p:nvGrpSpPr>
        <p:grpSpPr>
          <a:xfrm>
            <a:off x="1187450" y="3429000"/>
            <a:ext cx="2571750" cy="1392238"/>
            <a:chOff x="288" y="2490"/>
            <a:chExt cx="1620" cy="877"/>
          </a:xfrm>
        </p:grpSpPr>
        <p:sp>
          <p:nvSpPr>
            <p:cNvPr id="65578" name="Oval 14" descr="绿色大理石"/>
            <p:cNvSpPr/>
            <p:nvPr/>
          </p:nvSpPr>
          <p:spPr>
            <a:xfrm>
              <a:off x="1380" y="2688"/>
              <a:ext cx="528" cy="528"/>
            </a:xfrm>
            <a:prstGeom prst="ellipse">
              <a:avLst/>
            </a:prstGeom>
            <a:blipFill rotWithShape="1">
              <a:blip r:embed="rId1"/>
            </a:blipFill>
            <a:ln w="28575" cap="flat" cmpd="sng">
              <a:solidFill>
                <a:srgbClr val="FFCC00"/>
              </a:solidFill>
              <a:prstDash val="solid"/>
              <a:headEnd type="none" w="med" len="med"/>
              <a:tailEnd type="none" w="med" len="med"/>
            </a:ln>
          </p:spPr>
          <p:txBody>
            <a:bodyPr wrap="none" anchor="ctr" anchorCtr="0"/>
            <a:p>
              <a:pPr algn="ctr"/>
              <a:r>
                <a:rPr lang="en-US" altLang="zh-CN" sz="2800" b="0" dirty="0">
                  <a:solidFill>
                    <a:schemeClr val="bg1"/>
                  </a:solidFill>
                  <a:latin typeface="Times New Roman" panose="02020603050405020304" pitchFamily="18" charset="0"/>
                  <a:ea typeface="宋体" panose="02010600030101010101" pitchFamily="2" charset="-122"/>
                </a:rPr>
                <a:t>D</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65579" name="Line 15"/>
            <p:cNvSpPr/>
            <p:nvPr/>
          </p:nvSpPr>
          <p:spPr>
            <a:xfrm flipH="1">
              <a:off x="756" y="2952"/>
              <a:ext cx="624" cy="0"/>
            </a:xfrm>
            <a:prstGeom prst="line">
              <a:avLst/>
            </a:prstGeom>
            <a:ln w="28575" cap="flat" cmpd="sng">
              <a:solidFill>
                <a:srgbClr val="FFCC00"/>
              </a:solidFill>
              <a:prstDash val="solid"/>
              <a:headEnd type="none" w="med" len="med"/>
              <a:tailEnd type="none" w="med" len="med"/>
            </a:ln>
          </p:spPr>
        </p:sp>
        <p:sp>
          <p:nvSpPr>
            <p:cNvPr id="65580" name="Line 16"/>
            <p:cNvSpPr/>
            <p:nvPr/>
          </p:nvSpPr>
          <p:spPr>
            <a:xfrm flipH="1" flipV="1">
              <a:off x="1296" y="2736"/>
              <a:ext cx="96" cy="96"/>
            </a:xfrm>
            <a:prstGeom prst="line">
              <a:avLst/>
            </a:prstGeom>
            <a:ln w="28575" cap="flat" cmpd="sng">
              <a:solidFill>
                <a:srgbClr val="FFCC00"/>
              </a:solidFill>
              <a:prstDash val="solid"/>
              <a:headEnd type="none" w="med" len="med"/>
              <a:tailEnd type="none" w="med" len="med"/>
            </a:ln>
          </p:spPr>
        </p:sp>
        <p:sp>
          <p:nvSpPr>
            <p:cNvPr id="65581" name="Line 17"/>
            <p:cNvSpPr/>
            <p:nvPr/>
          </p:nvSpPr>
          <p:spPr>
            <a:xfrm flipH="1">
              <a:off x="768" y="2736"/>
              <a:ext cx="528" cy="0"/>
            </a:xfrm>
            <a:prstGeom prst="line">
              <a:avLst/>
            </a:prstGeom>
            <a:ln w="28575" cap="flat" cmpd="sng">
              <a:solidFill>
                <a:srgbClr val="FFCC00"/>
              </a:solidFill>
              <a:prstDash val="solid"/>
              <a:headEnd type="none" w="med" len="med"/>
              <a:tailEnd type="none" w="med" len="med"/>
            </a:ln>
          </p:spPr>
        </p:sp>
        <p:sp>
          <p:nvSpPr>
            <p:cNvPr id="65582" name="Line 18"/>
            <p:cNvSpPr/>
            <p:nvPr/>
          </p:nvSpPr>
          <p:spPr>
            <a:xfrm flipH="1">
              <a:off x="1296" y="3072"/>
              <a:ext cx="96" cy="96"/>
            </a:xfrm>
            <a:prstGeom prst="line">
              <a:avLst/>
            </a:prstGeom>
            <a:ln w="28575" cap="flat" cmpd="sng">
              <a:solidFill>
                <a:srgbClr val="FFCC00"/>
              </a:solidFill>
              <a:prstDash val="solid"/>
              <a:headEnd type="none" w="med" len="med"/>
              <a:tailEnd type="none" w="med" len="med"/>
            </a:ln>
          </p:spPr>
        </p:sp>
        <p:sp>
          <p:nvSpPr>
            <p:cNvPr id="65583" name="Line 19"/>
            <p:cNvSpPr/>
            <p:nvPr/>
          </p:nvSpPr>
          <p:spPr>
            <a:xfrm flipH="1">
              <a:off x="768" y="3168"/>
              <a:ext cx="528" cy="0"/>
            </a:xfrm>
            <a:prstGeom prst="line">
              <a:avLst/>
            </a:prstGeom>
            <a:ln w="28575" cap="flat" cmpd="sng">
              <a:solidFill>
                <a:srgbClr val="FFCC00"/>
              </a:solidFill>
              <a:prstDash val="solid"/>
              <a:headEnd type="none" w="med" len="med"/>
              <a:tailEnd type="none" w="med" len="med"/>
            </a:ln>
          </p:spPr>
        </p:sp>
        <p:sp>
          <p:nvSpPr>
            <p:cNvPr id="65584" name="Text Box 20"/>
            <p:cNvSpPr txBox="1"/>
            <p:nvPr/>
          </p:nvSpPr>
          <p:spPr>
            <a:xfrm>
              <a:off x="288" y="2512"/>
              <a:ext cx="27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65585" name="Text Box 21"/>
            <p:cNvSpPr txBox="1"/>
            <p:nvPr/>
          </p:nvSpPr>
          <p:spPr>
            <a:xfrm>
              <a:off x="288" y="2752"/>
              <a:ext cx="265"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65586" name="Text Box 22"/>
            <p:cNvSpPr txBox="1"/>
            <p:nvPr/>
          </p:nvSpPr>
          <p:spPr>
            <a:xfrm>
              <a:off x="288" y="2992"/>
              <a:ext cx="265"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65587" name="Text Box 23"/>
            <p:cNvSpPr txBox="1"/>
            <p:nvPr/>
          </p:nvSpPr>
          <p:spPr>
            <a:xfrm>
              <a:off x="614" y="2490"/>
              <a:ext cx="22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1</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65588" name="Text Box 24"/>
            <p:cNvSpPr txBox="1"/>
            <p:nvPr/>
          </p:nvSpPr>
          <p:spPr>
            <a:xfrm>
              <a:off x="576" y="2800"/>
              <a:ext cx="22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2</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65589" name="Text Box 25"/>
            <p:cNvSpPr txBox="1"/>
            <p:nvPr/>
          </p:nvSpPr>
          <p:spPr>
            <a:xfrm>
              <a:off x="576" y="3040"/>
              <a:ext cx="22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3</a:t>
              </a:r>
              <a:endParaRPr lang="en-US" altLang="zh-CN" sz="2800" b="0" dirty="0">
                <a:solidFill>
                  <a:schemeClr val="bg1"/>
                </a:solidFill>
                <a:latin typeface="Times New Roman" panose="02020603050405020304" pitchFamily="18" charset="0"/>
                <a:ea typeface="宋体" panose="02010600030101010101" pitchFamily="2" charset="-122"/>
              </a:endParaRPr>
            </a:p>
          </p:txBody>
        </p:sp>
      </p:grpSp>
      <p:grpSp>
        <p:nvGrpSpPr>
          <p:cNvPr id="4" name="Group 26"/>
          <p:cNvGrpSpPr/>
          <p:nvPr/>
        </p:nvGrpSpPr>
        <p:grpSpPr>
          <a:xfrm>
            <a:off x="4643438" y="3429000"/>
            <a:ext cx="2571750" cy="1392238"/>
            <a:chOff x="288" y="2490"/>
            <a:chExt cx="1620" cy="877"/>
          </a:xfrm>
        </p:grpSpPr>
        <p:sp>
          <p:nvSpPr>
            <p:cNvPr id="65566" name="Oval 27" descr="绿色大理石"/>
            <p:cNvSpPr/>
            <p:nvPr/>
          </p:nvSpPr>
          <p:spPr>
            <a:xfrm>
              <a:off x="1380" y="2688"/>
              <a:ext cx="528" cy="528"/>
            </a:xfrm>
            <a:prstGeom prst="ellipse">
              <a:avLst/>
            </a:prstGeom>
            <a:blipFill rotWithShape="1">
              <a:blip r:embed="rId1"/>
            </a:blipFill>
            <a:ln w="28575" cap="flat" cmpd="sng">
              <a:solidFill>
                <a:srgbClr val="FFCC00"/>
              </a:solidFill>
              <a:prstDash val="solid"/>
              <a:headEnd type="none" w="med" len="med"/>
              <a:tailEnd type="none" w="med" len="med"/>
            </a:ln>
          </p:spPr>
          <p:txBody>
            <a:bodyPr wrap="none" anchor="ctr" anchorCtr="0"/>
            <a:p>
              <a:pPr algn="ctr"/>
              <a:r>
                <a:rPr lang="en-US" altLang="zh-CN" sz="2800" b="0" dirty="0">
                  <a:solidFill>
                    <a:schemeClr val="bg1"/>
                  </a:solidFill>
                  <a:latin typeface="Times New Roman" panose="02020603050405020304" pitchFamily="18" charset="0"/>
                  <a:ea typeface="宋体" panose="02010600030101010101" pitchFamily="2" charset="-122"/>
                </a:rPr>
                <a:t>D</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65567" name="Line 28"/>
            <p:cNvSpPr/>
            <p:nvPr/>
          </p:nvSpPr>
          <p:spPr>
            <a:xfrm flipH="1">
              <a:off x="756" y="2952"/>
              <a:ext cx="624" cy="0"/>
            </a:xfrm>
            <a:prstGeom prst="line">
              <a:avLst/>
            </a:prstGeom>
            <a:ln w="28575" cap="flat" cmpd="sng">
              <a:solidFill>
                <a:srgbClr val="FFCC00"/>
              </a:solidFill>
              <a:prstDash val="solid"/>
              <a:headEnd type="none" w="med" len="med"/>
              <a:tailEnd type="none" w="med" len="med"/>
            </a:ln>
          </p:spPr>
        </p:sp>
        <p:sp>
          <p:nvSpPr>
            <p:cNvPr id="65568" name="Line 29"/>
            <p:cNvSpPr/>
            <p:nvPr/>
          </p:nvSpPr>
          <p:spPr>
            <a:xfrm flipH="1" flipV="1">
              <a:off x="1296" y="2736"/>
              <a:ext cx="96" cy="96"/>
            </a:xfrm>
            <a:prstGeom prst="line">
              <a:avLst/>
            </a:prstGeom>
            <a:ln w="28575" cap="flat" cmpd="sng">
              <a:solidFill>
                <a:srgbClr val="FFCC00"/>
              </a:solidFill>
              <a:prstDash val="solid"/>
              <a:headEnd type="none" w="med" len="med"/>
              <a:tailEnd type="none" w="med" len="med"/>
            </a:ln>
          </p:spPr>
        </p:sp>
        <p:sp>
          <p:nvSpPr>
            <p:cNvPr id="65569" name="Line 30"/>
            <p:cNvSpPr/>
            <p:nvPr/>
          </p:nvSpPr>
          <p:spPr>
            <a:xfrm flipH="1">
              <a:off x="768" y="2736"/>
              <a:ext cx="528" cy="0"/>
            </a:xfrm>
            <a:prstGeom prst="line">
              <a:avLst/>
            </a:prstGeom>
            <a:ln w="28575" cap="flat" cmpd="sng">
              <a:solidFill>
                <a:srgbClr val="FFCC00"/>
              </a:solidFill>
              <a:prstDash val="solid"/>
              <a:headEnd type="none" w="med" len="med"/>
              <a:tailEnd type="none" w="med" len="med"/>
            </a:ln>
          </p:spPr>
        </p:sp>
        <p:sp>
          <p:nvSpPr>
            <p:cNvPr id="65570" name="Line 31"/>
            <p:cNvSpPr/>
            <p:nvPr/>
          </p:nvSpPr>
          <p:spPr>
            <a:xfrm flipH="1">
              <a:off x="1296" y="3072"/>
              <a:ext cx="96" cy="96"/>
            </a:xfrm>
            <a:prstGeom prst="line">
              <a:avLst/>
            </a:prstGeom>
            <a:ln w="28575" cap="flat" cmpd="sng">
              <a:solidFill>
                <a:srgbClr val="FFCC00"/>
              </a:solidFill>
              <a:prstDash val="solid"/>
              <a:headEnd type="none" w="med" len="med"/>
              <a:tailEnd type="none" w="med" len="med"/>
            </a:ln>
          </p:spPr>
        </p:sp>
        <p:sp>
          <p:nvSpPr>
            <p:cNvPr id="65571" name="Line 32"/>
            <p:cNvSpPr/>
            <p:nvPr/>
          </p:nvSpPr>
          <p:spPr>
            <a:xfrm flipH="1">
              <a:off x="768" y="3168"/>
              <a:ext cx="528" cy="0"/>
            </a:xfrm>
            <a:prstGeom prst="line">
              <a:avLst/>
            </a:prstGeom>
            <a:ln w="28575" cap="flat" cmpd="sng">
              <a:solidFill>
                <a:srgbClr val="FFCC00"/>
              </a:solidFill>
              <a:prstDash val="solid"/>
              <a:headEnd type="none" w="med" len="med"/>
              <a:tailEnd type="none" w="med" len="med"/>
            </a:ln>
          </p:spPr>
        </p:sp>
        <p:sp>
          <p:nvSpPr>
            <p:cNvPr id="65572" name="Text Box 33"/>
            <p:cNvSpPr txBox="1"/>
            <p:nvPr/>
          </p:nvSpPr>
          <p:spPr>
            <a:xfrm>
              <a:off x="288" y="2512"/>
              <a:ext cx="278" cy="327"/>
            </a:xfrm>
            <a:prstGeom prst="rect">
              <a:avLst/>
            </a:prstGeom>
            <a:noFill/>
            <a:ln w="28575">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65573" name="Text Box 34"/>
            <p:cNvSpPr txBox="1"/>
            <p:nvPr/>
          </p:nvSpPr>
          <p:spPr>
            <a:xfrm>
              <a:off x="288" y="2752"/>
              <a:ext cx="265" cy="327"/>
            </a:xfrm>
            <a:prstGeom prst="rect">
              <a:avLst/>
            </a:prstGeom>
            <a:noFill/>
            <a:ln w="28575">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65574" name="Text Box 35"/>
            <p:cNvSpPr txBox="1"/>
            <p:nvPr/>
          </p:nvSpPr>
          <p:spPr>
            <a:xfrm>
              <a:off x="288" y="2992"/>
              <a:ext cx="265" cy="327"/>
            </a:xfrm>
            <a:prstGeom prst="rect">
              <a:avLst/>
            </a:prstGeom>
            <a:noFill/>
            <a:ln w="28575">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65575" name="Text Box 36"/>
            <p:cNvSpPr txBox="1"/>
            <p:nvPr/>
          </p:nvSpPr>
          <p:spPr>
            <a:xfrm>
              <a:off x="614" y="2490"/>
              <a:ext cx="228" cy="327"/>
            </a:xfrm>
            <a:prstGeom prst="rect">
              <a:avLst/>
            </a:prstGeom>
            <a:noFill/>
            <a:ln w="28575">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1</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65576" name="Text Box 37"/>
            <p:cNvSpPr txBox="1"/>
            <p:nvPr/>
          </p:nvSpPr>
          <p:spPr>
            <a:xfrm>
              <a:off x="576" y="2800"/>
              <a:ext cx="228" cy="327"/>
            </a:xfrm>
            <a:prstGeom prst="rect">
              <a:avLst/>
            </a:prstGeom>
            <a:noFill/>
            <a:ln w="28575">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2</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65577" name="Text Box 38"/>
            <p:cNvSpPr txBox="1"/>
            <p:nvPr/>
          </p:nvSpPr>
          <p:spPr>
            <a:xfrm>
              <a:off x="576" y="3040"/>
              <a:ext cx="228" cy="327"/>
            </a:xfrm>
            <a:prstGeom prst="rect">
              <a:avLst/>
            </a:prstGeom>
            <a:noFill/>
            <a:ln w="28575">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3</a:t>
              </a:r>
              <a:endParaRPr lang="en-US" altLang="zh-CN" sz="2800" b="0" dirty="0">
                <a:solidFill>
                  <a:schemeClr val="bg1"/>
                </a:solidFill>
                <a:latin typeface="Times New Roman" panose="02020603050405020304" pitchFamily="18" charset="0"/>
                <a:ea typeface="宋体" panose="02010600030101010101" pitchFamily="2" charset="-122"/>
              </a:endParaRPr>
            </a:p>
          </p:txBody>
        </p:sp>
      </p:grpSp>
      <p:sp>
        <p:nvSpPr>
          <p:cNvPr id="36903" name="Text Box 39"/>
          <p:cNvSpPr txBox="1"/>
          <p:nvPr/>
        </p:nvSpPr>
        <p:spPr>
          <a:xfrm>
            <a:off x="1979613" y="4941888"/>
            <a:ext cx="1081087" cy="519112"/>
          </a:xfrm>
          <a:prstGeom prst="rect">
            <a:avLst/>
          </a:prstGeom>
          <a:solidFill>
            <a:schemeClr val="hlink"/>
          </a:solidFill>
          <a:ln w="9525">
            <a:noFill/>
          </a:ln>
        </p:spPr>
        <p:txBody>
          <a:bodyPr>
            <a:spAutoFit/>
          </a:bodyPr>
          <a:p>
            <a:pPr algn="ctr"/>
            <a:r>
              <a:rPr lang="zh-CN" altLang="en-US" sz="2800" dirty="0">
                <a:solidFill>
                  <a:schemeClr val="bg1"/>
                </a:solidFill>
                <a:latin typeface="Times New Roman" panose="02020603050405020304" pitchFamily="18" charset="0"/>
              </a:rPr>
              <a:t>正转</a:t>
            </a:r>
            <a:endParaRPr lang="zh-CN" altLang="en-US" sz="2800" dirty="0">
              <a:solidFill>
                <a:schemeClr val="bg1"/>
              </a:solidFill>
              <a:latin typeface="Times New Roman" panose="02020603050405020304" pitchFamily="18" charset="0"/>
            </a:endParaRPr>
          </a:p>
        </p:txBody>
      </p:sp>
      <p:sp>
        <p:nvSpPr>
          <p:cNvPr id="36904" name="Text Box 40"/>
          <p:cNvSpPr txBox="1"/>
          <p:nvPr/>
        </p:nvSpPr>
        <p:spPr>
          <a:xfrm>
            <a:off x="5868988" y="4926013"/>
            <a:ext cx="1079500" cy="519112"/>
          </a:xfrm>
          <a:prstGeom prst="rect">
            <a:avLst/>
          </a:prstGeom>
          <a:solidFill>
            <a:schemeClr val="hlink"/>
          </a:solidFill>
          <a:ln w="9525">
            <a:noFill/>
          </a:ln>
        </p:spPr>
        <p:txBody>
          <a:bodyPr>
            <a:spAutoFit/>
          </a:bodyPr>
          <a:p>
            <a:pPr algn="ctr"/>
            <a:r>
              <a:rPr lang="zh-CN" altLang="en-US" sz="2800" dirty="0">
                <a:solidFill>
                  <a:schemeClr val="bg1"/>
                </a:solidFill>
                <a:latin typeface="Times New Roman" panose="02020603050405020304" pitchFamily="18" charset="0"/>
              </a:rPr>
              <a:t>反转</a:t>
            </a:r>
            <a:endParaRPr lang="zh-CN" altLang="en-US" sz="2800" dirty="0">
              <a:solidFill>
                <a:schemeClr val="bg1"/>
              </a:solidFill>
              <a:latin typeface="Times New Roman" panose="02020603050405020304" pitchFamily="18" charset="0"/>
            </a:endParaRPr>
          </a:p>
        </p:txBody>
      </p:sp>
      <p:grpSp>
        <p:nvGrpSpPr>
          <p:cNvPr id="5" name="Group 44"/>
          <p:cNvGrpSpPr/>
          <p:nvPr/>
        </p:nvGrpSpPr>
        <p:grpSpPr>
          <a:xfrm>
            <a:off x="7019925" y="1433513"/>
            <a:ext cx="1320800" cy="1260475"/>
            <a:chOff x="4435" y="892"/>
            <a:chExt cx="832" cy="794"/>
          </a:xfrm>
        </p:grpSpPr>
        <p:sp>
          <p:nvSpPr>
            <p:cNvPr id="65560" name="Line 45"/>
            <p:cNvSpPr/>
            <p:nvPr/>
          </p:nvSpPr>
          <p:spPr>
            <a:xfrm>
              <a:off x="4783" y="1305"/>
              <a:ext cx="263" cy="0"/>
            </a:xfrm>
            <a:prstGeom prst="line">
              <a:avLst/>
            </a:prstGeom>
            <a:ln w="28575" cap="flat" cmpd="sng">
              <a:solidFill>
                <a:srgbClr val="FFCC00"/>
              </a:solidFill>
              <a:prstDash val="solid"/>
              <a:headEnd type="none" w="med" len="med"/>
              <a:tailEnd type="triangle" w="med" len="med"/>
            </a:ln>
          </p:spPr>
        </p:sp>
        <p:sp>
          <p:nvSpPr>
            <p:cNvPr id="65561" name="Line 46"/>
            <p:cNvSpPr/>
            <p:nvPr/>
          </p:nvSpPr>
          <p:spPr>
            <a:xfrm flipH="1" flipV="1">
              <a:off x="4672" y="1110"/>
              <a:ext cx="111" cy="195"/>
            </a:xfrm>
            <a:prstGeom prst="line">
              <a:avLst/>
            </a:prstGeom>
            <a:ln w="28575" cap="flat" cmpd="sng">
              <a:solidFill>
                <a:srgbClr val="FFCC00"/>
              </a:solidFill>
              <a:prstDash val="solid"/>
              <a:headEnd type="none" w="med" len="med"/>
              <a:tailEnd type="triangle" w="med" len="med"/>
            </a:ln>
          </p:spPr>
        </p:sp>
        <p:sp>
          <p:nvSpPr>
            <p:cNvPr id="65562" name="Line 47"/>
            <p:cNvSpPr/>
            <p:nvPr/>
          </p:nvSpPr>
          <p:spPr>
            <a:xfrm flipH="1">
              <a:off x="4672" y="1305"/>
              <a:ext cx="111" cy="194"/>
            </a:xfrm>
            <a:prstGeom prst="line">
              <a:avLst/>
            </a:prstGeom>
            <a:ln w="28575" cap="flat" cmpd="sng">
              <a:solidFill>
                <a:srgbClr val="FFCC00"/>
              </a:solidFill>
              <a:prstDash val="solid"/>
              <a:headEnd type="none" w="med" len="med"/>
              <a:tailEnd type="triangle" w="med" len="med"/>
            </a:ln>
          </p:spPr>
        </p:sp>
        <p:sp>
          <p:nvSpPr>
            <p:cNvPr id="65563" name="Text Box 48"/>
            <p:cNvSpPr txBox="1"/>
            <p:nvPr/>
          </p:nvSpPr>
          <p:spPr>
            <a:xfrm>
              <a:off x="4989" y="1168"/>
              <a:ext cx="278" cy="327"/>
            </a:xfrm>
            <a:prstGeom prst="rect">
              <a:avLst/>
            </a:prstGeom>
            <a:noFill/>
            <a:ln w="9525">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65564" name="Text Box 49"/>
            <p:cNvSpPr txBox="1"/>
            <p:nvPr/>
          </p:nvSpPr>
          <p:spPr>
            <a:xfrm>
              <a:off x="4437" y="892"/>
              <a:ext cx="265" cy="327"/>
            </a:xfrm>
            <a:prstGeom prst="rect">
              <a:avLst/>
            </a:prstGeom>
            <a:noFill/>
            <a:ln w="9525">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65565" name="Text Box 50"/>
            <p:cNvSpPr txBox="1"/>
            <p:nvPr/>
          </p:nvSpPr>
          <p:spPr>
            <a:xfrm>
              <a:off x="4435" y="1359"/>
              <a:ext cx="265" cy="327"/>
            </a:xfrm>
            <a:prstGeom prst="rect">
              <a:avLst/>
            </a:prstGeom>
            <a:noFill/>
            <a:ln w="9525">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grpSp>
      <p:sp>
        <p:nvSpPr>
          <p:cNvPr id="36915" name="Text Box 51"/>
          <p:cNvSpPr txBox="1"/>
          <p:nvPr/>
        </p:nvSpPr>
        <p:spPr>
          <a:xfrm>
            <a:off x="611188" y="908050"/>
            <a:ext cx="8137525" cy="604838"/>
          </a:xfrm>
          <a:prstGeom prst="rect">
            <a:avLst/>
          </a:prstGeom>
          <a:noFill/>
          <a:ln w="9525">
            <a:noFill/>
          </a:ln>
        </p:spPr>
        <p:txBody>
          <a:bodyPr>
            <a:spAutoFit/>
          </a:bodyPr>
          <a:p>
            <a:pPr marL="3333750" indent="-3333750">
              <a:lnSpc>
                <a:spcPct val="120000"/>
              </a:lnSpc>
              <a:spcBef>
                <a:spcPct val="50000"/>
              </a:spcBef>
            </a:pPr>
            <a:r>
              <a:rPr lang="zh-CN" altLang="en-US" sz="2800" dirty="0">
                <a:latin typeface="楷体_GB2312" pitchFamily="49" charset="-122"/>
              </a:rPr>
              <a:t>三相电源各相经过同一值</a:t>
            </a:r>
            <a:r>
              <a:rPr lang="en-US" altLang="zh-CN" sz="2800" dirty="0">
                <a:latin typeface="楷体_GB2312" pitchFamily="49" charset="-122"/>
              </a:rPr>
              <a:t>(</a:t>
            </a:r>
            <a:r>
              <a:rPr lang="zh-CN" altLang="en-US" sz="2800" dirty="0">
                <a:latin typeface="楷体_GB2312" pitchFamily="49" charset="-122"/>
              </a:rPr>
              <a:t>如最大值</a:t>
            </a:r>
            <a:r>
              <a:rPr lang="en-US" altLang="zh-CN" sz="2800" dirty="0">
                <a:latin typeface="楷体_GB2312" pitchFamily="49" charset="-122"/>
              </a:rPr>
              <a:t>)</a:t>
            </a:r>
            <a:r>
              <a:rPr lang="zh-CN" altLang="en-US" sz="2800" dirty="0">
                <a:latin typeface="楷体_GB2312" pitchFamily="49" charset="-122"/>
              </a:rPr>
              <a:t>的先后顺序。</a:t>
            </a:r>
            <a:endParaRPr lang="zh-CN" altLang="en-US" sz="2800" dirty="0">
              <a:latin typeface="楷体_GB2312" pitchFamily="49" charset="-122"/>
            </a:endParaRPr>
          </a:p>
        </p:txBody>
      </p:sp>
      <p:sp>
        <p:nvSpPr>
          <p:cNvPr id="65549" name="Rectangle 65"/>
          <p:cNvSpPr/>
          <p:nvPr/>
        </p:nvSpPr>
        <p:spPr>
          <a:xfrm>
            <a:off x="539750" y="404813"/>
            <a:ext cx="5040313" cy="604837"/>
          </a:xfrm>
          <a:prstGeom prst="rect">
            <a:avLst/>
          </a:prstGeom>
          <a:noFill/>
          <a:ln w="9525">
            <a:noFill/>
          </a:ln>
        </p:spPr>
        <p:txBody>
          <a:bodyPr>
            <a:spAutoFit/>
          </a:bodyPr>
          <a:p>
            <a:pPr marL="342900" indent="-342900">
              <a:lnSpc>
                <a:spcPct val="120000"/>
              </a:lnSpc>
              <a:spcBef>
                <a:spcPct val="50000"/>
              </a:spcBef>
              <a:buAutoNum type="circleNumDbPlain" startAt="5"/>
            </a:pPr>
            <a:r>
              <a:rPr lang="zh-CN" altLang="en-US" sz="2800" dirty="0">
                <a:latin typeface="Arial" panose="020B0604020202020204" pitchFamily="34" charset="0"/>
              </a:rPr>
              <a:t>对称三相电源的相序</a:t>
            </a:r>
            <a:endParaRPr lang="zh-CN" altLang="en-US" sz="2800" dirty="0">
              <a:latin typeface="Arial" panose="020B0604020202020204" pitchFamily="34" charset="0"/>
            </a:endParaRPr>
          </a:p>
        </p:txBody>
      </p:sp>
      <p:sp>
        <p:nvSpPr>
          <p:cNvPr id="36930" name="AutoShape 66" descr="羊皮纸"/>
          <p:cNvSpPr/>
          <p:nvPr/>
        </p:nvSpPr>
        <p:spPr>
          <a:xfrm>
            <a:off x="6732588" y="2852738"/>
            <a:ext cx="1944687" cy="576262"/>
          </a:xfrm>
          <a:prstGeom prst="wedgeRoundRectCallout">
            <a:avLst>
              <a:gd name="adj1" fmla="val -36120"/>
              <a:gd name="adj2" fmla="val 180301"/>
              <a:gd name="adj3" fmla="val 16667"/>
            </a:avLst>
          </a:prstGeom>
          <a:blipFill rotWithShape="1">
            <a:blip r:embed="rId2"/>
          </a:blipFill>
          <a:ln w="9525" cap="flat" cmpd="sng">
            <a:solidFill>
              <a:schemeClr val="tx1"/>
            </a:solidFill>
            <a:prstDash val="solid"/>
            <a:miter/>
            <a:headEnd type="none" w="med" len="med"/>
            <a:tailEnd type="none" w="med" len="med"/>
          </a:ln>
        </p:spPr>
        <p:txBody>
          <a:bodyPr/>
          <a:p>
            <a:pPr algn="ctr"/>
            <a:r>
              <a:rPr lang="zh-CN" altLang="en-US" sz="2800" dirty="0">
                <a:solidFill>
                  <a:schemeClr val="tx1"/>
                </a:solidFill>
                <a:latin typeface="Arial" panose="020B0604020202020204" pitchFamily="34" charset="0"/>
              </a:rPr>
              <a:t>三相电机</a:t>
            </a:r>
            <a:endParaRPr lang="zh-CN" altLang="en-US" sz="2800" dirty="0">
              <a:solidFill>
                <a:schemeClr val="tx1"/>
              </a:solidFill>
              <a:latin typeface="Arial" panose="020B0604020202020204" pitchFamily="34" charset="0"/>
            </a:endParaRPr>
          </a:p>
        </p:txBody>
      </p:sp>
      <p:grpSp>
        <p:nvGrpSpPr>
          <p:cNvPr id="65551" name="Group 76"/>
          <p:cNvGrpSpPr/>
          <p:nvPr/>
        </p:nvGrpSpPr>
        <p:grpSpPr>
          <a:xfrm>
            <a:off x="8316913" y="6445250"/>
            <a:ext cx="792162" cy="366713"/>
            <a:chOff x="5193" y="4020"/>
            <a:chExt cx="499" cy="231"/>
          </a:xfrm>
        </p:grpSpPr>
        <p:pic>
          <p:nvPicPr>
            <p:cNvPr id="65558" name="Picture 77"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65559" name="Text Box 78">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5552" name="Group 79"/>
          <p:cNvGrpSpPr/>
          <p:nvPr/>
        </p:nvGrpSpPr>
        <p:grpSpPr>
          <a:xfrm>
            <a:off x="7451725" y="6445250"/>
            <a:ext cx="792163" cy="366713"/>
            <a:chOff x="5193" y="4020"/>
            <a:chExt cx="499" cy="231"/>
          </a:xfrm>
        </p:grpSpPr>
        <p:pic>
          <p:nvPicPr>
            <p:cNvPr id="65556" name="Picture 80"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65557" name="Text Box 81">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5553" name="Group 82"/>
          <p:cNvGrpSpPr/>
          <p:nvPr/>
        </p:nvGrpSpPr>
        <p:grpSpPr>
          <a:xfrm>
            <a:off x="6588125" y="6446838"/>
            <a:ext cx="792163" cy="366712"/>
            <a:chOff x="4695" y="4061"/>
            <a:chExt cx="499" cy="231"/>
          </a:xfrm>
        </p:grpSpPr>
        <p:pic>
          <p:nvPicPr>
            <p:cNvPr id="65554" name="Picture 83" descr="78900"/>
            <p:cNvPicPr>
              <a:picLocks noChangeAspect="1"/>
            </p:cNvPicPr>
            <p:nvPr/>
          </p:nvPicPr>
          <p:blipFill>
            <a:blip r:embed="rId3"/>
            <a:stretch>
              <a:fillRect/>
            </a:stretch>
          </p:blipFill>
          <p:spPr>
            <a:xfrm>
              <a:off x="4695" y="4107"/>
              <a:ext cx="499" cy="181"/>
            </a:xfrm>
            <a:prstGeom prst="rect">
              <a:avLst/>
            </a:prstGeom>
            <a:noFill/>
            <a:ln w="9525">
              <a:noFill/>
            </a:ln>
          </p:spPr>
        </p:pic>
        <p:sp>
          <p:nvSpPr>
            <p:cNvPr id="65555" name="Text Box 84">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6915"/>
                                        </p:tgtEl>
                                        <p:attrNameLst>
                                          <p:attrName>style.visibility</p:attrName>
                                        </p:attrNameLst>
                                      </p:cBhvr>
                                      <p:to>
                                        <p:strVal val="visible"/>
                                      </p:to>
                                    </p:set>
                                    <p:animEffect transition="in" filter="wipe(left)">
                                      <p:cBhvr>
                                        <p:cTn id="7" dur="2000"/>
                                        <p:tgtEl>
                                          <p:spTgt spid="369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866"/>
                                        </p:tgtEl>
                                        <p:attrNameLst>
                                          <p:attrName>style.visibility</p:attrName>
                                        </p:attrNameLst>
                                      </p:cBhvr>
                                      <p:to>
                                        <p:strVal val="visible"/>
                                      </p:to>
                                    </p:set>
                                    <p:animEffect transition="in" filter="wipe(left)">
                                      <p:cBhvr>
                                        <p:cTn id="12" dur="2000"/>
                                        <p:tgtEl>
                                          <p:spTgt spid="36866"/>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1000" fill="hold"/>
                                        <p:tgtEl>
                                          <p:spTgt spid="2"/>
                                        </p:tgtEl>
                                        <p:attrNameLst>
                                          <p:attrName>ppt_w</p:attrName>
                                        </p:attrNameLst>
                                      </p:cBhvr>
                                      <p:tavLst>
                                        <p:tav tm="0">
                                          <p:val>
                                            <p:fltVal val="0.000000"/>
                                          </p:val>
                                        </p:tav>
                                        <p:tav tm="100000">
                                          <p:val>
                                            <p:strVal val="#ppt_w"/>
                                          </p:val>
                                        </p:tav>
                                      </p:tavLst>
                                    </p:anim>
                                    <p:anim calcmode="lin" valueType="num">
                                      <p:cBhvr>
                                        <p:cTn id="18" dur="10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6867"/>
                                        </p:tgtEl>
                                        <p:attrNameLst>
                                          <p:attrName>style.visibility</p:attrName>
                                        </p:attrNameLst>
                                      </p:cBhvr>
                                      <p:to>
                                        <p:strVal val="visible"/>
                                      </p:to>
                                    </p:set>
                                    <p:animEffect transition="in" filter="wipe(left)">
                                      <p:cBhvr>
                                        <p:cTn id="23" dur="2000"/>
                                        <p:tgtEl>
                                          <p:spTgt spid="36867"/>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dissolve">
                                      <p:cBhvr>
                                        <p:cTn id="28" dur="10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6875"/>
                                        </p:tgtEl>
                                        <p:attrNameLst>
                                          <p:attrName>style.visibility</p:attrName>
                                        </p:attrNameLst>
                                      </p:cBhvr>
                                      <p:to>
                                        <p:strVal val="visible"/>
                                      </p:to>
                                    </p:set>
                                    <p:animEffect transition="in" filter="wipe(left)">
                                      <p:cBhvr>
                                        <p:cTn id="33" dur="2000"/>
                                        <p:tgtEl>
                                          <p:spTgt spid="3687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wipe(left)">
                                      <p:cBhvr>
                                        <p:cTn id="38" dur="2000"/>
                                        <p:tgtEl>
                                          <p:spTgt spid="3"/>
                                        </p:tgtEl>
                                      </p:cBhvr>
                                    </p:animEffect>
                                  </p:childTnLst>
                                </p:cTn>
                              </p:par>
                            </p:childTnLst>
                          </p:cTn>
                        </p:par>
                        <p:par>
                          <p:cTn id="39" fill="hold">
                            <p:stCondLst>
                              <p:cond delay="2000"/>
                            </p:stCondLst>
                            <p:childTnLst>
                              <p:par>
                                <p:cTn id="40" presetID="1" presetClass="entr" presetSubtype="0" fill="hold" grpId="0" nodeType="afterEffect">
                                  <p:stCondLst>
                                    <p:cond delay="0"/>
                                  </p:stCondLst>
                                  <p:childTnLst>
                                    <p:set>
                                      <p:cBhvr>
                                        <p:cTn id="41" dur="1" fill="hold">
                                          <p:stCondLst>
                                            <p:cond delay="499"/>
                                          </p:stCondLst>
                                        </p:cTn>
                                        <p:tgtEl>
                                          <p:spTgt spid="36903"/>
                                        </p:tgtEl>
                                        <p:attrNameLst>
                                          <p:attrName>style.visibility</p:attrName>
                                        </p:attrNameLst>
                                      </p:cBhvr>
                                      <p:to>
                                        <p:strVal val="visible"/>
                                      </p:to>
                                    </p:set>
                                  </p:childTnLst>
                                </p:cTn>
                              </p:par>
                            </p:childTnLst>
                          </p:cTn>
                        </p:par>
                        <p:par>
                          <p:cTn id="42" fill="hold">
                            <p:stCondLst>
                              <p:cond delay="2500"/>
                            </p:stCondLst>
                            <p:childTnLst>
                              <p:par>
                                <p:cTn id="43" presetID="23" presetClass="entr" presetSubtype="16" fill="hold" nodeType="afterEffect">
                                  <p:stCondLst>
                                    <p:cond delay="0"/>
                                  </p:stCondLst>
                                  <p:childTnLst>
                                    <p:set>
                                      <p:cBhvr>
                                        <p:cTn id="44" dur="1" fill="hold">
                                          <p:stCondLst>
                                            <p:cond delay="0"/>
                                          </p:stCondLst>
                                        </p:cTn>
                                        <p:tgtEl>
                                          <p:spTgt spid="4"/>
                                        </p:tgtEl>
                                        <p:attrNameLst>
                                          <p:attrName>style.visibility</p:attrName>
                                        </p:attrNameLst>
                                      </p:cBhvr>
                                      <p:to>
                                        <p:strVal val="visible"/>
                                      </p:to>
                                    </p:set>
                                    <p:anim calcmode="lin" valueType="num">
                                      <p:cBhvr>
                                        <p:cTn id="45" dur="1000" fill="hold"/>
                                        <p:tgtEl>
                                          <p:spTgt spid="4"/>
                                        </p:tgtEl>
                                        <p:attrNameLst>
                                          <p:attrName>ppt_w</p:attrName>
                                        </p:attrNameLst>
                                      </p:cBhvr>
                                      <p:tavLst>
                                        <p:tav tm="0">
                                          <p:val>
                                            <p:fltVal val="0.000000"/>
                                          </p:val>
                                        </p:tav>
                                        <p:tav tm="100000">
                                          <p:val>
                                            <p:strVal val="#ppt_w"/>
                                          </p:val>
                                        </p:tav>
                                      </p:tavLst>
                                    </p:anim>
                                    <p:anim calcmode="lin" valueType="num">
                                      <p:cBhvr>
                                        <p:cTn id="46" dur="1000" fill="hold"/>
                                        <p:tgtEl>
                                          <p:spTgt spid="4"/>
                                        </p:tgtEl>
                                        <p:attrNameLst>
                                          <p:attrName>ppt_h</p:attrName>
                                        </p:attrNameLst>
                                      </p:cBhvr>
                                      <p:tavLst>
                                        <p:tav tm="0">
                                          <p:val>
                                            <p:fltVal val="0.000000"/>
                                          </p:val>
                                        </p:tav>
                                        <p:tav tm="100000">
                                          <p:val>
                                            <p:strVal val="#ppt_h"/>
                                          </p:val>
                                        </p:tav>
                                      </p:tavLst>
                                    </p:anim>
                                  </p:childTnLst>
                                </p:cTn>
                              </p:par>
                            </p:childTnLst>
                          </p:cTn>
                        </p:par>
                        <p:par>
                          <p:cTn id="47" fill="hold">
                            <p:stCondLst>
                              <p:cond delay="3500"/>
                            </p:stCondLst>
                            <p:childTnLst>
                              <p:par>
                                <p:cTn id="48" presetID="1" presetClass="entr" presetSubtype="0" fill="hold" grpId="0" nodeType="afterEffect">
                                  <p:stCondLst>
                                    <p:cond delay="0"/>
                                  </p:stCondLst>
                                  <p:childTnLst>
                                    <p:set>
                                      <p:cBhvr>
                                        <p:cTn id="49" dur="1" fill="hold">
                                          <p:stCondLst>
                                            <p:cond delay="499"/>
                                          </p:stCondLst>
                                        </p:cTn>
                                        <p:tgtEl>
                                          <p:spTgt spid="36904"/>
                                        </p:tgtEl>
                                        <p:attrNameLst>
                                          <p:attrName>style.visibility</p:attrName>
                                        </p:attrNameLst>
                                      </p:cBhvr>
                                      <p:to>
                                        <p:strVal val="visible"/>
                                      </p:to>
                                    </p:set>
                                  </p:childTnLst>
                                </p:cTn>
                              </p:par>
                            </p:childTnLst>
                          </p:cTn>
                        </p:par>
                        <p:par>
                          <p:cTn id="50" fill="hold">
                            <p:stCondLst>
                              <p:cond delay="4000"/>
                            </p:stCondLst>
                            <p:childTnLst>
                              <p:par>
                                <p:cTn id="51" presetID="20" presetClass="entr" presetSubtype="0" fill="hold" grpId="0" nodeType="afterEffect">
                                  <p:stCondLst>
                                    <p:cond delay="0"/>
                                  </p:stCondLst>
                                  <p:childTnLst>
                                    <p:set>
                                      <p:cBhvr>
                                        <p:cTn id="52" dur="1" fill="hold">
                                          <p:stCondLst>
                                            <p:cond delay="0"/>
                                          </p:stCondLst>
                                        </p:cTn>
                                        <p:tgtEl>
                                          <p:spTgt spid="36930"/>
                                        </p:tgtEl>
                                        <p:attrNameLst>
                                          <p:attrName>style.visibility</p:attrName>
                                        </p:attrNameLst>
                                      </p:cBhvr>
                                      <p:to>
                                        <p:strVal val="visible"/>
                                      </p:to>
                                    </p:set>
                                    <p:animEffect transition="in" filter="wedge">
                                      <p:cBhvr>
                                        <p:cTn id="53" dur="2000"/>
                                        <p:tgtEl>
                                          <p:spTgt spid="3693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36876"/>
                                        </p:tgtEl>
                                        <p:attrNameLst>
                                          <p:attrName>style.visibility</p:attrName>
                                        </p:attrNameLst>
                                      </p:cBhvr>
                                      <p:to>
                                        <p:strVal val="visible"/>
                                      </p:to>
                                    </p:set>
                                    <p:animEffect transition="in" filter="wipe(left)">
                                      <p:cBhvr>
                                        <p:cTn id="58" dur="2000"/>
                                        <p:tgtEl>
                                          <p:spTgt spid="368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p:bldP spid="36867" grpId="0"/>
      <p:bldP spid="36875" grpId="0"/>
      <p:bldP spid="36876" grpId="0"/>
      <p:bldP spid="36903" grpId="0" animBg="1"/>
      <p:bldP spid="36904" grpId="0" animBg="1"/>
      <p:bldP spid="36915" grpId="0"/>
      <p:bldP spid="3693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Text Box 2"/>
          <p:cNvSpPr txBox="1"/>
          <p:nvPr/>
        </p:nvSpPr>
        <p:spPr>
          <a:xfrm>
            <a:off x="468313" y="549275"/>
            <a:ext cx="3762375" cy="579438"/>
          </a:xfrm>
          <a:prstGeom prst="rect">
            <a:avLst/>
          </a:prstGeom>
          <a:noFill/>
          <a:ln w="9525">
            <a:noFill/>
          </a:ln>
        </p:spPr>
        <p:txBody>
          <a:bodyPr>
            <a:spAutoFit/>
          </a:bodyPr>
          <a:p>
            <a:pPr>
              <a:spcBef>
                <a:spcPct val="50000"/>
              </a:spcBef>
            </a:pPr>
            <a:r>
              <a:rPr lang="en-US" altLang="zh-CN" dirty="0">
                <a:solidFill>
                  <a:schemeClr val="bg1"/>
                </a:solidFill>
                <a:latin typeface="楷体_GB2312" pitchFamily="49" charset="-122"/>
              </a:rPr>
              <a:t>2. </a:t>
            </a:r>
            <a:r>
              <a:rPr lang="zh-CN" altLang="en-US" dirty="0">
                <a:solidFill>
                  <a:schemeClr val="bg1"/>
                </a:solidFill>
                <a:latin typeface="楷体_GB2312" pitchFamily="49" charset="-122"/>
              </a:rPr>
              <a:t>三相电源的联结</a:t>
            </a:r>
            <a:endParaRPr lang="zh-CN" altLang="en-US" dirty="0">
              <a:solidFill>
                <a:schemeClr val="bg1"/>
              </a:solidFill>
              <a:latin typeface="楷体_GB2312" pitchFamily="49" charset="-122"/>
            </a:endParaRPr>
          </a:p>
        </p:txBody>
      </p:sp>
      <p:sp>
        <p:nvSpPr>
          <p:cNvPr id="33890" name="Text Box 98"/>
          <p:cNvSpPr txBox="1"/>
          <p:nvPr/>
        </p:nvSpPr>
        <p:spPr>
          <a:xfrm>
            <a:off x="684213" y="5445125"/>
            <a:ext cx="7561262" cy="946150"/>
          </a:xfrm>
          <a:prstGeom prst="rect">
            <a:avLst/>
          </a:prstGeom>
          <a:noFill/>
          <a:ln w="9525">
            <a:noFill/>
          </a:ln>
        </p:spPr>
        <p:txBody>
          <a:bodyPr>
            <a:spAutoFit/>
          </a:bodyPr>
          <a:p>
            <a:pPr>
              <a:spcBef>
                <a:spcPct val="50000"/>
              </a:spcBef>
            </a:pPr>
            <a:r>
              <a:rPr lang="en-US" altLang="zh-CN" sz="2800" dirty="0">
                <a:latin typeface="楷体_GB2312" pitchFamily="49" charset="-122"/>
              </a:rPr>
              <a:t>    </a:t>
            </a:r>
            <a:r>
              <a:rPr lang="en-US" altLang="zh-CN" sz="2800" b="0" dirty="0">
                <a:solidFill>
                  <a:schemeClr val="bg1"/>
                </a:solidFill>
                <a:latin typeface="Times New Roman" panose="02020603050405020304" pitchFamily="18" charset="0"/>
              </a:rPr>
              <a:t>X</a:t>
            </a:r>
            <a:r>
              <a:rPr lang="zh-CN" altLang="en-US" sz="2800" b="0" dirty="0">
                <a:solidFill>
                  <a:schemeClr val="bg1"/>
                </a:solidFill>
                <a:latin typeface="Times New Roman" panose="02020603050405020304" pitchFamily="18" charset="0"/>
              </a:rPr>
              <a:t>、 </a:t>
            </a:r>
            <a:r>
              <a:rPr lang="en-US" altLang="zh-CN" sz="2800" b="0" dirty="0">
                <a:solidFill>
                  <a:schemeClr val="bg1"/>
                </a:solidFill>
                <a:latin typeface="Times New Roman" panose="02020603050405020304" pitchFamily="18" charset="0"/>
              </a:rPr>
              <a:t>Y</a:t>
            </a:r>
            <a:r>
              <a:rPr lang="zh-CN" altLang="en-US" sz="2800" b="0" dirty="0">
                <a:solidFill>
                  <a:schemeClr val="bg1"/>
                </a:solidFill>
                <a:latin typeface="Times New Roman" panose="02020603050405020304" pitchFamily="18" charset="0"/>
              </a:rPr>
              <a:t>、 </a:t>
            </a:r>
            <a:r>
              <a:rPr lang="en-US" altLang="zh-CN" sz="2800" b="0" dirty="0">
                <a:solidFill>
                  <a:schemeClr val="bg1"/>
                </a:solidFill>
                <a:latin typeface="Times New Roman" panose="02020603050405020304" pitchFamily="18" charset="0"/>
              </a:rPr>
              <a:t>Z</a:t>
            </a:r>
            <a:r>
              <a:rPr lang="en-US" altLang="zh-CN" sz="2800" dirty="0">
                <a:latin typeface="楷体_GB2312" pitchFamily="49" charset="-122"/>
              </a:rPr>
              <a:t> </a:t>
            </a:r>
            <a:r>
              <a:rPr lang="zh-CN" altLang="en-US" sz="2800" dirty="0">
                <a:latin typeface="楷体_GB2312" pitchFamily="49" charset="-122"/>
              </a:rPr>
              <a:t>接在一起的点称为</a:t>
            </a:r>
            <a:r>
              <a:rPr lang="en-US" altLang="zh-CN" sz="2800" b="0" dirty="0">
                <a:solidFill>
                  <a:schemeClr val="bg1"/>
                </a:solidFill>
                <a:latin typeface="Times New Roman" panose="02020603050405020304" pitchFamily="18" charset="0"/>
              </a:rPr>
              <a:t>Y</a:t>
            </a:r>
            <a:r>
              <a:rPr lang="zh-CN" altLang="en-US" sz="2800" dirty="0">
                <a:latin typeface="Times New Roman" panose="02020603050405020304" pitchFamily="18" charset="0"/>
              </a:rPr>
              <a:t>形</a:t>
            </a:r>
            <a:r>
              <a:rPr lang="zh-CN" altLang="en-US" sz="2800" dirty="0">
                <a:latin typeface="楷体_GB2312" pitchFamily="49" charset="-122"/>
              </a:rPr>
              <a:t>联结对称三相电源的中性点，用</a:t>
            </a:r>
            <a:r>
              <a:rPr lang="en-US" altLang="zh-CN" sz="2800" b="0" dirty="0">
                <a:solidFill>
                  <a:schemeClr val="bg1"/>
                </a:solidFill>
                <a:latin typeface="Times New Roman" panose="02020603050405020304" pitchFamily="18" charset="0"/>
              </a:rPr>
              <a:t>N</a:t>
            </a:r>
            <a:r>
              <a:rPr lang="zh-CN" altLang="en-US" sz="2800" dirty="0">
                <a:latin typeface="楷体_GB2312" pitchFamily="49" charset="-122"/>
              </a:rPr>
              <a:t>表示。</a:t>
            </a:r>
            <a:endParaRPr lang="zh-CN" altLang="en-US" sz="2800" dirty="0">
              <a:latin typeface="楷体_GB2312" pitchFamily="49" charset="-122"/>
            </a:endParaRPr>
          </a:p>
        </p:txBody>
      </p:sp>
      <p:sp>
        <p:nvSpPr>
          <p:cNvPr id="33891" name="Text Box 99"/>
          <p:cNvSpPr txBox="1"/>
          <p:nvPr/>
        </p:nvSpPr>
        <p:spPr>
          <a:xfrm>
            <a:off x="468313" y="1196975"/>
            <a:ext cx="5759450" cy="519113"/>
          </a:xfrm>
          <a:prstGeom prst="rect">
            <a:avLst/>
          </a:prstGeom>
          <a:noFill/>
          <a:ln w="9525">
            <a:noFill/>
          </a:ln>
        </p:spPr>
        <p:txBody>
          <a:bodyPr>
            <a:spAutoFit/>
          </a:bodyPr>
          <a:p>
            <a:pPr marL="2190750" indent="-2190750"/>
            <a:r>
              <a:rPr lang="zh-CN" altLang="en-US" sz="2800" dirty="0">
                <a:latin typeface="楷体_GB2312" pitchFamily="49" charset="-122"/>
              </a:rPr>
              <a:t>（</a:t>
            </a:r>
            <a:r>
              <a:rPr lang="en-US" altLang="zh-CN" sz="2800" dirty="0">
                <a:latin typeface="楷体_GB2312" pitchFamily="49" charset="-122"/>
              </a:rPr>
              <a:t>1</a:t>
            </a:r>
            <a:r>
              <a:rPr lang="zh-CN" altLang="en-US" sz="2800" dirty="0">
                <a:latin typeface="楷体_GB2312" pitchFamily="49" charset="-122"/>
              </a:rPr>
              <a:t>）星形联结</a:t>
            </a:r>
            <a:r>
              <a:rPr lang="en-US" altLang="zh-CN" sz="2800" dirty="0">
                <a:latin typeface="楷体_GB2312" pitchFamily="49" charset="-122"/>
              </a:rPr>
              <a:t>(</a:t>
            </a:r>
            <a:r>
              <a:rPr lang="en-US" altLang="zh-CN" sz="2800" b="0" dirty="0">
                <a:latin typeface="Times New Roman" panose="02020603050405020304" pitchFamily="18" charset="0"/>
              </a:rPr>
              <a:t>Y</a:t>
            </a:r>
            <a:r>
              <a:rPr lang="zh-CN" altLang="en-US" sz="2800" b="0" dirty="0">
                <a:latin typeface="Times New Roman" panose="02020603050405020304" pitchFamily="18" charset="0"/>
              </a:rPr>
              <a:t>形</a:t>
            </a:r>
            <a:r>
              <a:rPr lang="zh-CN" altLang="en-US" sz="2800" dirty="0">
                <a:latin typeface="楷体_GB2312" pitchFamily="49" charset="-122"/>
              </a:rPr>
              <a:t>联结</a:t>
            </a:r>
            <a:r>
              <a:rPr lang="en-US" altLang="zh-CN" sz="2800" dirty="0">
                <a:latin typeface="楷体_GB2312" pitchFamily="49" charset="-122"/>
              </a:rPr>
              <a:t>)</a:t>
            </a:r>
            <a:endParaRPr lang="en-US" altLang="zh-CN" sz="2800" dirty="0">
              <a:latin typeface="楷体_GB2312" pitchFamily="49" charset="-122"/>
            </a:endParaRPr>
          </a:p>
        </p:txBody>
      </p:sp>
      <p:grpSp>
        <p:nvGrpSpPr>
          <p:cNvPr id="2" name="Group 192"/>
          <p:cNvGrpSpPr/>
          <p:nvPr/>
        </p:nvGrpSpPr>
        <p:grpSpPr>
          <a:xfrm>
            <a:off x="5219700" y="1484313"/>
            <a:ext cx="3568700" cy="3687762"/>
            <a:chOff x="3288" y="935"/>
            <a:chExt cx="2248" cy="2323"/>
          </a:xfrm>
        </p:grpSpPr>
        <p:sp>
          <p:nvSpPr>
            <p:cNvPr id="4142" name="Oval 114"/>
            <p:cNvSpPr/>
            <p:nvPr/>
          </p:nvSpPr>
          <p:spPr>
            <a:xfrm>
              <a:off x="3832" y="935"/>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4143" name="Oval 115"/>
            <p:cNvSpPr/>
            <p:nvPr/>
          </p:nvSpPr>
          <p:spPr>
            <a:xfrm>
              <a:off x="3787" y="1616"/>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4144" name="Oval 116"/>
            <p:cNvSpPr/>
            <p:nvPr/>
          </p:nvSpPr>
          <p:spPr>
            <a:xfrm>
              <a:off x="3787" y="2251"/>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4145" name="Line 117"/>
            <p:cNvSpPr/>
            <p:nvPr/>
          </p:nvSpPr>
          <p:spPr>
            <a:xfrm rot="5400000" flipH="1">
              <a:off x="4013" y="708"/>
              <a:ext cx="0" cy="817"/>
            </a:xfrm>
            <a:prstGeom prst="line">
              <a:avLst/>
            </a:prstGeom>
            <a:ln w="28575" cap="flat" cmpd="sng">
              <a:solidFill>
                <a:srgbClr val="FFCC00"/>
              </a:solidFill>
              <a:prstDash val="solid"/>
              <a:headEnd type="none" w="med" len="med"/>
              <a:tailEnd type="none" w="med" len="med"/>
            </a:ln>
          </p:spPr>
        </p:sp>
        <p:sp>
          <p:nvSpPr>
            <p:cNvPr id="4146" name="Text Box 118"/>
            <p:cNvSpPr txBox="1"/>
            <p:nvPr/>
          </p:nvSpPr>
          <p:spPr>
            <a:xfrm rot="5400000">
              <a:off x="4228" y="1084"/>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147" name="Text Box 119"/>
            <p:cNvSpPr txBox="1"/>
            <p:nvPr/>
          </p:nvSpPr>
          <p:spPr>
            <a:xfrm>
              <a:off x="3605" y="1071"/>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148" name="Line 120"/>
            <p:cNvSpPr/>
            <p:nvPr/>
          </p:nvSpPr>
          <p:spPr>
            <a:xfrm flipV="1">
              <a:off x="4422" y="1117"/>
              <a:ext cx="644" cy="0"/>
            </a:xfrm>
            <a:prstGeom prst="line">
              <a:avLst/>
            </a:prstGeom>
            <a:ln w="28575" cap="flat" cmpd="sng">
              <a:solidFill>
                <a:srgbClr val="FFCC00"/>
              </a:solidFill>
              <a:prstDash val="solid"/>
              <a:headEnd type="none" w="med" len="med"/>
              <a:tailEnd type="none" w="med" len="med"/>
            </a:ln>
          </p:spPr>
        </p:sp>
        <p:sp>
          <p:nvSpPr>
            <p:cNvPr id="4149" name="Oval 121"/>
            <p:cNvSpPr/>
            <p:nvPr/>
          </p:nvSpPr>
          <p:spPr>
            <a:xfrm>
              <a:off x="5075" y="1089"/>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150" name="Oval 122"/>
            <p:cNvSpPr/>
            <p:nvPr/>
          </p:nvSpPr>
          <p:spPr>
            <a:xfrm>
              <a:off x="5146" y="3084"/>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151" name="Text Box 123"/>
            <p:cNvSpPr txBox="1"/>
            <p:nvPr/>
          </p:nvSpPr>
          <p:spPr>
            <a:xfrm>
              <a:off x="5102" y="935"/>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152" name="Text Box 124"/>
            <p:cNvSpPr txBox="1"/>
            <p:nvPr/>
          </p:nvSpPr>
          <p:spPr>
            <a:xfrm>
              <a:off x="5238" y="2931"/>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153" name="Text Box 125"/>
            <p:cNvSpPr txBox="1"/>
            <p:nvPr/>
          </p:nvSpPr>
          <p:spPr>
            <a:xfrm>
              <a:off x="3288" y="935"/>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X</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154" name="Line 126"/>
            <p:cNvSpPr/>
            <p:nvPr/>
          </p:nvSpPr>
          <p:spPr>
            <a:xfrm rot="5400000" flipH="1">
              <a:off x="4013" y="1388"/>
              <a:ext cx="0" cy="817"/>
            </a:xfrm>
            <a:prstGeom prst="line">
              <a:avLst/>
            </a:prstGeom>
            <a:ln w="28575" cap="flat" cmpd="sng">
              <a:solidFill>
                <a:srgbClr val="FFCC00"/>
              </a:solidFill>
              <a:prstDash val="solid"/>
              <a:headEnd type="none" w="med" len="med"/>
              <a:tailEnd type="none" w="med" len="med"/>
            </a:ln>
          </p:spPr>
        </p:sp>
        <p:sp>
          <p:nvSpPr>
            <p:cNvPr id="4155" name="Text Box 127"/>
            <p:cNvSpPr txBox="1"/>
            <p:nvPr/>
          </p:nvSpPr>
          <p:spPr>
            <a:xfrm rot="5400000">
              <a:off x="4228" y="1765"/>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156" name="Text Box 128"/>
            <p:cNvSpPr txBox="1"/>
            <p:nvPr/>
          </p:nvSpPr>
          <p:spPr>
            <a:xfrm>
              <a:off x="3605" y="1752"/>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157" name="Line 129"/>
            <p:cNvSpPr/>
            <p:nvPr/>
          </p:nvSpPr>
          <p:spPr>
            <a:xfrm flipV="1">
              <a:off x="4422" y="1797"/>
              <a:ext cx="726" cy="0"/>
            </a:xfrm>
            <a:prstGeom prst="line">
              <a:avLst/>
            </a:prstGeom>
            <a:ln w="28575" cap="flat" cmpd="sng">
              <a:solidFill>
                <a:srgbClr val="FFCC00"/>
              </a:solidFill>
              <a:prstDash val="solid"/>
              <a:headEnd type="none" w="med" len="med"/>
              <a:tailEnd type="none" w="med" len="med"/>
            </a:ln>
          </p:spPr>
        </p:sp>
        <p:sp>
          <p:nvSpPr>
            <p:cNvPr id="4158" name="Oval 130"/>
            <p:cNvSpPr/>
            <p:nvPr/>
          </p:nvSpPr>
          <p:spPr>
            <a:xfrm>
              <a:off x="5146" y="1770"/>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159" name="Text Box 131"/>
            <p:cNvSpPr txBox="1"/>
            <p:nvPr/>
          </p:nvSpPr>
          <p:spPr>
            <a:xfrm>
              <a:off x="5148" y="1661"/>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160" name="Text Box 132"/>
            <p:cNvSpPr txBox="1"/>
            <p:nvPr/>
          </p:nvSpPr>
          <p:spPr>
            <a:xfrm>
              <a:off x="3333" y="1434"/>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Y</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161" name="Line 133"/>
            <p:cNvSpPr/>
            <p:nvPr/>
          </p:nvSpPr>
          <p:spPr>
            <a:xfrm rot="5400000" flipH="1">
              <a:off x="4013" y="2023"/>
              <a:ext cx="0" cy="817"/>
            </a:xfrm>
            <a:prstGeom prst="line">
              <a:avLst/>
            </a:prstGeom>
            <a:ln w="28575" cap="flat" cmpd="sng">
              <a:solidFill>
                <a:srgbClr val="FFCC00"/>
              </a:solidFill>
              <a:prstDash val="solid"/>
              <a:headEnd type="none" w="med" len="med"/>
              <a:tailEnd type="none" w="med" len="med"/>
            </a:ln>
          </p:spPr>
        </p:sp>
        <p:sp>
          <p:nvSpPr>
            <p:cNvPr id="4162" name="Text Box 134"/>
            <p:cNvSpPr txBox="1"/>
            <p:nvPr/>
          </p:nvSpPr>
          <p:spPr>
            <a:xfrm rot="5400000">
              <a:off x="4228" y="2354"/>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163" name="Text Box 135"/>
            <p:cNvSpPr txBox="1"/>
            <p:nvPr/>
          </p:nvSpPr>
          <p:spPr>
            <a:xfrm>
              <a:off x="3560" y="2387"/>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164" name="Line 136"/>
            <p:cNvSpPr/>
            <p:nvPr/>
          </p:nvSpPr>
          <p:spPr>
            <a:xfrm flipV="1">
              <a:off x="4422" y="2432"/>
              <a:ext cx="644" cy="0"/>
            </a:xfrm>
            <a:prstGeom prst="line">
              <a:avLst/>
            </a:prstGeom>
            <a:ln w="28575" cap="flat" cmpd="sng">
              <a:solidFill>
                <a:srgbClr val="FFCC00"/>
              </a:solidFill>
              <a:prstDash val="solid"/>
              <a:headEnd type="none" w="med" len="med"/>
              <a:tailEnd type="none" w="med" len="med"/>
            </a:ln>
          </p:spPr>
        </p:sp>
        <p:sp>
          <p:nvSpPr>
            <p:cNvPr id="4165" name="Oval 137"/>
            <p:cNvSpPr/>
            <p:nvPr/>
          </p:nvSpPr>
          <p:spPr>
            <a:xfrm>
              <a:off x="5055" y="2405"/>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166" name="Text Box 138"/>
            <p:cNvSpPr txBox="1"/>
            <p:nvPr/>
          </p:nvSpPr>
          <p:spPr>
            <a:xfrm>
              <a:off x="5102" y="2251"/>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167" name="Text Box 139"/>
            <p:cNvSpPr txBox="1"/>
            <p:nvPr/>
          </p:nvSpPr>
          <p:spPr>
            <a:xfrm>
              <a:off x="3333" y="2296"/>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Z</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168" name="Line 140"/>
            <p:cNvSpPr/>
            <p:nvPr/>
          </p:nvSpPr>
          <p:spPr>
            <a:xfrm>
              <a:off x="3605" y="1117"/>
              <a:ext cx="0" cy="1312"/>
            </a:xfrm>
            <a:prstGeom prst="line">
              <a:avLst/>
            </a:prstGeom>
            <a:ln w="28575" cap="flat" cmpd="sng">
              <a:solidFill>
                <a:srgbClr val="FFCC00"/>
              </a:solidFill>
              <a:prstDash val="solid"/>
              <a:headEnd type="none" w="med" len="med"/>
              <a:tailEnd type="none" w="med" len="med"/>
            </a:ln>
          </p:spPr>
        </p:sp>
        <p:sp>
          <p:nvSpPr>
            <p:cNvPr id="4169" name="Freeform 141"/>
            <p:cNvSpPr/>
            <p:nvPr/>
          </p:nvSpPr>
          <p:spPr>
            <a:xfrm>
              <a:off x="3342" y="1797"/>
              <a:ext cx="1815" cy="1316"/>
            </a:xfrm>
            <a:custGeom>
              <a:avLst/>
              <a:gdLst>
                <a:gd name="txL" fmla="*/ 0 w 1680"/>
                <a:gd name="txT" fmla="*/ 0 h 996"/>
                <a:gd name="txR" fmla="*/ 1680 w 1680"/>
                <a:gd name="txB" fmla="*/ 996 h 996"/>
              </a:gdLst>
              <a:ahLst/>
              <a:cxnLst>
                <a:cxn ang="0">
                  <a:pos x="259" y="0"/>
                </a:cxn>
                <a:cxn ang="0">
                  <a:pos x="0" y="0"/>
                </a:cxn>
                <a:cxn ang="0">
                  <a:pos x="0" y="1316"/>
                </a:cxn>
                <a:cxn ang="0">
                  <a:pos x="1815" y="1316"/>
                </a:cxn>
              </a:cxnLst>
              <a:rect l="txL" t="txT" r="txR" b="txB"/>
              <a:pathLst>
                <a:path w="1680" h="996">
                  <a:moveTo>
                    <a:pt x="240" y="0"/>
                  </a:moveTo>
                  <a:lnTo>
                    <a:pt x="0" y="0"/>
                  </a:lnTo>
                  <a:lnTo>
                    <a:pt x="0" y="996"/>
                  </a:lnTo>
                  <a:lnTo>
                    <a:pt x="1680" y="996"/>
                  </a:lnTo>
                </a:path>
              </a:pathLst>
            </a:custGeom>
            <a:noFill/>
            <a:ln w="28575" cap="flat" cmpd="sng">
              <a:solidFill>
                <a:srgbClr val="FFCC00"/>
              </a:solidFill>
              <a:prstDash val="solid"/>
              <a:round/>
              <a:headEnd type="oval" w="med" len="med"/>
              <a:tailEnd type="none" w="med" len="med"/>
            </a:ln>
          </p:spPr>
          <p:txBody>
            <a:bodyPr wrap="none" anchor="ctr" anchorCtr="0"/>
            <a:p>
              <a:endParaRPr lang="zh-CN" altLang="en-US" dirty="0">
                <a:latin typeface="Arial" panose="020B0604020202020204" pitchFamily="34" charset="0"/>
              </a:endParaRPr>
            </a:p>
          </p:txBody>
        </p:sp>
        <p:graphicFrame>
          <p:nvGraphicFramePr>
            <p:cNvPr id="4101" name="Object 142"/>
            <p:cNvGraphicFramePr/>
            <p:nvPr/>
          </p:nvGraphicFramePr>
          <p:xfrm>
            <a:off x="3923" y="1253"/>
            <a:ext cx="284" cy="381"/>
          </p:xfrm>
          <a:graphic>
            <a:graphicData uri="http://schemas.openxmlformats.org/presentationml/2006/ole">
              <mc:AlternateContent xmlns:mc="http://schemas.openxmlformats.org/markup-compatibility/2006">
                <mc:Choice xmlns:v="urn:schemas-microsoft-com:vml" Requires="v">
                  <p:oleObj spid="_x0000_s3084" name="" r:id="rId1" imgW="228600" imgH="304800" progId="Equation.3">
                    <p:embed/>
                  </p:oleObj>
                </mc:Choice>
                <mc:Fallback>
                  <p:oleObj name="" r:id="rId1" imgW="228600" imgH="304800" progId="Equation.3">
                    <p:embed/>
                    <p:pic>
                      <p:nvPicPr>
                        <p:cNvPr id="0" name="图片 3083"/>
                        <p:cNvPicPr/>
                        <p:nvPr/>
                      </p:nvPicPr>
                      <p:blipFill>
                        <a:blip r:embed="rId2">
                          <a:clrChange>
                            <a:clrFrom>
                              <a:srgbClr val="000000"/>
                            </a:clrFrom>
                            <a:clrTo>
                              <a:srgbClr val="FFFFFF"/>
                            </a:clrTo>
                          </a:clrChange>
                        </a:blip>
                        <a:stretch>
                          <a:fillRect/>
                        </a:stretch>
                      </p:blipFill>
                      <p:spPr>
                        <a:xfrm>
                          <a:off x="3923" y="1253"/>
                          <a:ext cx="284" cy="381"/>
                        </a:xfrm>
                        <a:prstGeom prst="rect">
                          <a:avLst/>
                        </a:prstGeom>
                        <a:noFill/>
                        <a:ln w="38100">
                          <a:noFill/>
                          <a:miter/>
                        </a:ln>
                      </p:spPr>
                    </p:pic>
                  </p:oleObj>
                </mc:Fallback>
              </mc:AlternateContent>
            </a:graphicData>
          </a:graphic>
        </p:graphicFrame>
        <p:graphicFrame>
          <p:nvGraphicFramePr>
            <p:cNvPr id="4102" name="Object 143"/>
            <p:cNvGraphicFramePr/>
            <p:nvPr/>
          </p:nvGraphicFramePr>
          <p:xfrm>
            <a:off x="3832" y="1888"/>
            <a:ext cx="285" cy="397"/>
          </p:xfrm>
          <a:graphic>
            <a:graphicData uri="http://schemas.openxmlformats.org/presentationml/2006/ole">
              <mc:AlternateContent xmlns:mc="http://schemas.openxmlformats.org/markup-compatibility/2006">
                <mc:Choice xmlns:v="urn:schemas-microsoft-com:vml" Requires="v">
                  <p:oleObj spid="_x0000_s3085" name="" r:id="rId3" imgW="228600" imgH="317500" progId="Equation.3">
                    <p:embed/>
                  </p:oleObj>
                </mc:Choice>
                <mc:Fallback>
                  <p:oleObj name="" r:id="rId3" imgW="228600" imgH="317500" progId="Equation.3">
                    <p:embed/>
                    <p:pic>
                      <p:nvPicPr>
                        <p:cNvPr id="0" name="图片 3084"/>
                        <p:cNvPicPr/>
                        <p:nvPr/>
                      </p:nvPicPr>
                      <p:blipFill>
                        <a:blip r:embed="rId4">
                          <a:clrChange>
                            <a:clrFrom>
                              <a:srgbClr val="000000"/>
                            </a:clrFrom>
                            <a:clrTo>
                              <a:srgbClr val="FFFFFF"/>
                            </a:clrTo>
                          </a:clrChange>
                        </a:blip>
                        <a:stretch>
                          <a:fillRect/>
                        </a:stretch>
                      </p:blipFill>
                      <p:spPr>
                        <a:xfrm>
                          <a:off x="3832" y="1888"/>
                          <a:ext cx="285" cy="397"/>
                        </a:xfrm>
                        <a:prstGeom prst="rect">
                          <a:avLst/>
                        </a:prstGeom>
                        <a:noFill/>
                        <a:ln w="38100">
                          <a:noFill/>
                          <a:miter/>
                        </a:ln>
                      </p:spPr>
                    </p:pic>
                  </p:oleObj>
                </mc:Fallback>
              </mc:AlternateContent>
            </a:graphicData>
          </a:graphic>
        </p:graphicFrame>
        <p:graphicFrame>
          <p:nvGraphicFramePr>
            <p:cNvPr id="4103" name="Object 144"/>
            <p:cNvGraphicFramePr/>
            <p:nvPr/>
          </p:nvGraphicFramePr>
          <p:xfrm>
            <a:off x="3878" y="2568"/>
            <a:ext cx="285" cy="397"/>
          </p:xfrm>
          <a:graphic>
            <a:graphicData uri="http://schemas.openxmlformats.org/presentationml/2006/ole">
              <mc:AlternateContent xmlns:mc="http://schemas.openxmlformats.org/markup-compatibility/2006">
                <mc:Choice xmlns:v="urn:schemas-microsoft-com:vml" Requires="v">
                  <p:oleObj spid="_x0000_s3083" name="" r:id="rId5" imgW="228600" imgH="317500" progId="Equation.3">
                    <p:embed/>
                  </p:oleObj>
                </mc:Choice>
                <mc:Fallback>
                  <p:oleObj name="" r:id="rId5" imgW="228600" imgH="317500" progId="Equation.3">
                    <p:embed/>
                    <p:pic>
                      <p:nvPicPr>
                        <p:cNvPr id="0" name="图片 3082"/>
                        <p:cNvPicPr/>
                        <p:nvPr/>
                      </p:nvPicPr>
                      <p:blipFill>
                        <a:blip r:embed="rId6">
                          <a:clrChange>
                            <a:clrFrom>
                              <a:srgbClr val="000000"/>
                            </a:clrFrom>
                            <a:clrTo>
                              <a:srgbClr val="FFFFFF"/>
                            </a:clrTo>
                          </a:clrChange>
                        </a:blip>
                        <a:stretch>
                          <a:fillRect/>
                        </a:stretch>
                      </p:blipFill>
                      <p:spPr>
                        <a:xfrm>
                          <a:off x="3878" y="2568"/>
                          <a:ext cx="285" cy="397"/>
                        </a:xfrm>
                        <a:prstGeom prst="rect">
                          <a:avLst/>
                        </a:prstGeom>
                        <a:noFill/>
                        <a:ln w="38100">
                          <a:noFill/>
                          <a:miter/>
                        </a:ln>
                      </p:spPr>
                    </p:pic>
                  </p:oleObj>
                </mc:Fallback>
              </mc:AlternateContent>
            </a:graphicData>
          </a:graphic>
        </p:graphicFrame>
      </p:grpSp>
      <p:grpSp>
        <p:nvGrpSpPr>
          <p:cNvPr id="3" name="Group 191"/>
          <p:cNvGrpSpPr/>
          <p:nvPr/>
        </p:nvGrpSpPr>
        <p:grpSpPr>
          <a:xfrm>
            <a:off x="395288" y="1773238"/>
            <a:ext cx="4572000" cy="3255962"/>
            <a:chOff x="249" y="1117"/>
            <a:chExt cx="2880" cy="2051"/>
          </a:xfrm>
        </p:grpSpPr>
        <p:sp>
          <p:nvSpPr>
            <p:cNvPr id="4118" name="Oval 146"/>
            <p:cNvSpPr/>
            <p:nvPr/>
          </p:nvSpPr>
          <p:spPr>
            <a:xfrm>
              <a:off x="1428" y="2206"/>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4119" name="Oval 147"/>
            <p:cNvSpPr/>
            <p:nvPr/>
          </p:nvSpPr>
          <p:spPr>
            <a:xfrm>
              <a:off x="612" y="2206"/>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4120" name="Oval 148"/>
            <p:cNvSpPr/>
            <p:nvPr/>
          </p:nvSpPr>
          <p:spPr>
            <a:xfrm>
              <a:off x="1020" y="1435"/>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4121" name="Line 149"/>
            <p:cNvSpPr/>
            <p:nvPr/>
          </p:nvSpPr>
          <p:spPr>
            <a:xfrm flipH="1">
              <a:off x="1202" y="1253"/>
              <a:ext cx="0" cy="862"/>
            </a:xfrm>
            <a:prstGeom prst="line">
              <a:avLst/>
            </a:prstGeom>
            <a:ln w="28575" cap="flat" cmpd="sng">
              <a:solidFill>
                <a:srgbClr val="FFCC00"/>
              </a:solidFill>
              <a:prstDash val="solid"/>
              <a:headEnd type="oval" w="med" len="med"/>
              <a:tailEnd type="oval" w="med" len="med"/>
            </a:ln>
          </p:spPr>
        </p:sp>
        <p:sp>
          <p:nvSpPr>
            <p:cNvPr id="4122" name="Text Box 150"/>
            <p:cNvSpPr txBox="1"/>
            <p:nvPr/>
          </p:nvSpPr>
          <p:spPr>
            <a:xfrm>
              <a:off x="975" y="1117"/>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123" name="Line 151"/>
            <p:cNvSpPr/>
            <p:nvPr/>
          </p:nvSpPr>
          <p:spPr>
            <a:xfrm rot="7200000" flipH="1">
              <a:off x="1543" y="1925"/>
              <a:ext cx="48" cy="870"/>
            </a:xfrm>
            <a:prstGeom prst="line">
              <a:avLst/>
            </a:prstGeom>
            <a:ln w="28575" cap="flat" cmpd="sng">
              <a:solidFill>
                <a:srgbClr val="FFCC00"/>
              </a:solidFill>
              <a:prstDash val="solid"/>
              <a:headEnd type="oval" w="med" len="med"/>
              <a:tailEnd type="oval" w="med" len="med"/>
            </a:ln>
          </p:spPr>
        </p:sp>
        <p:sp>
          <p:nvSpPr>
            <p:cNvPr id="4124" name="Text Box 152"/>
            <p:cNvSpPr txBox="1"/>
            <p:nvPr/>
          </p:nvSpPr>
          <p:spPr>
            <a:xfrm rot="7200000">
              <a:off x="1869" y="2264"/>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125" name="Text Box 153"/>
            <p:cNvSpPr txBox="1"/>
            <p:nvPr/>
          </p:nvSpPr>
          <p:spPr>
            <a:xfrm rot="7200000">
              <a:off x="1370" y="1992"/>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126" name="Line 154"/>
            <p:cNvSpPr/>
            <p:nvPr/>
          </p:nvSpPr>
          <p:spPr>
            <a:xfrm rot="-7200000" flipH="1">
              <a:off x="817" y="1890"/>
              <a:ext cx="0" cy="925"/>
            </a:xfrm>
            <a:prstGeom prst="line">
              <a:avLst/>
            </a:prstGeom>
            <a:ln w="28575" cap="flat" cmpd="sng">
              <a:solidFill>
                <a:srgbClr val="FFCC00"/>
              </a:solidFill>
              <a:prstDash val="solid"/>
              <a:headEnd type="oval" w="med" len="med"/>
              <a:tailEnd type="oval" w="med" len="med"/>
            </a:ln>
          </p:spPr>
        </p:sp>
        <p:sp>
          <p:nvSpPr>
            <p:cNvPr id="4127" name="Text Box 155"/>
            <p:cNvSpPr txBox="1"/>
            <p:nvPr/>
          </p:nvSpPr>
          <p:spPr>
            <a:xfrm rot="-7200000">
              <a:off x="327" y="2309"/>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128" name="Text Box 156"/>
            <p:cNvSpPr txBox="1"/>
            <p:nvPr/>
          </p:nvSpPr>
          <p:spPr>
            <a:xfrm rot="-7200000">
              <a:off x="871" y="1992"/>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129" name="Line 157"/>
            <p:cNvSpPr/>
            <p:nvPr/>
          </p:nvSpPr>
          <p:spPr>
            <a:xfrm>
              <a:off x="1202" y="1253"/>
              <a:ext cx="1535" cy="0"/>
            </a:xfrm>
            <a:prstGeom prst="line">
              <a:avLst/>
            </a:prstGeom>
            <a:ln w="28575" cap="flat" cmpd="sng">
              <a:solidFill>
                <a:srgbClr val="FFCC00"/>
              </a:solidFill>
              <a:prstDash val="solid"/>
              <a:headEnd type="none" w="med" len="med"/>
              <a:tailEnd type="none" w="med" len="med"/>
            </a:ln>
          </p:spPr>
        </p:sp>
        <p:sp>
          <p:nvSpPr>
            <p:cNvPr id="4130" name="Line 158"/>
            <p:cNvSpPr/>
            <p:nvPr/>
          </p:nvSpPr>
          <p:spPr>
            <a:xfrm>
              <a:off x="1202" y="2115"/>
              <a:ext cx="1553" cy="0"/>
            </a:xfrm>
            <a:prstGeom prst="line">
              <a:avLst/>
            </a:prstGeom>
            <a:ln w="28575" cap="flat" cmpd="sng">
              <a:solidFill>
                <a:srgbClr val="FFCC00"/>
              </a:solidFill>
              <a:prstDash val="solid"/>
              <a:headEnd type="none" w="med" len="med"/>
              <a:tailEnd type="none" w="med" len="med"/>
            </a:ln>
          </p:spPr>
        </p:sp>
        <p:sp>
          <p:nvSpPr>
            <p:cNvPr id="4131" name="Line 159"/>
            <p:cNvSpPr/>
            <p:nvPr/>
          </p:nvSpPr>
          <p:spPr>
            <a:xfrm>
              <a:off x="1936" y="2605"/>
              <a:ext cx="761" cy="0"/>
            </a:xfrm>
            <a:prstGeom prst="line">
              <a:avLst/>
            </a:prstGeom>
            <a:ln w="28575" cap="flat" cmpd="sng">
              <a:solidFill>
                <a:srgbClr val="FFCC00"/>
              </a:solidFill>
              <a:prstDash val="solid"/>
              <a:headEnd type="none" w="med" len="med"/>
              <a:tailEnd type="none" w="med" len="med"/>
            </a:ln>
          </p:spPr>
        </p:sp>
        <p:sp>
          <p:nvSpPr>
            <p:cNvPr id="4132" name="Freeform 160"/>
            <p:cNvSpPr/>
            <p:nvPr/>
          </p:nvSpPr>
          <p:spPr>
            <a:xfrm>
              <a:off x="412" y="2569"/>
              <a:ext cx="2229" cy="426"/>
            </a:xfrm>
            <a:custGeom>
              <a:avLst/>
              <a:gdLst>
                <a:gd name="txL" fmla="*/ 0 w 2184"/>
                <a:gd name="txT" fmla="*/ 0 h 426"/>
                <a:gd name="txR" fmla="*/ 2184 w 2184"/>
                <a:gd name="txB" fmla="*/ 426 h 426"/>
              </a:gdLst>
              <a:ahLst/>
              <a:cxnLst>
                <a:cxn ang="0">
                  <a:pos x="0" y="0"/>
                </a:cxn>
                <a:cxn ang="0">
                  <a:pos x="0" y="426"/>
                </a:cxn>
                <a:cxn ang="0">
                  <a:pos x="2229" y="426"/>
                </a:cxn>
              </a:cxnLst>
              <a:rect l="txL" t="txT" r="txR" b="txB"/>
              <a:pathLst>
                <a:path w="2184" h="426">
                  <a:moveTo>
                    <a:pt x="0" y="0"/>
                  </a:moveTo>
                  <a:lnTo>
                    <a:pt x="0" y="426"/>
                  </a:lnTo>
                  <a:lnTo>
                    <a:pt x="2184" y="426"/>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133" name="Oval 161"/>
            <p:cNvSpPr/>
            <p:nvPr/>
          </p:nvSpPr>
          <p:spPr>
            <a:xfrm>
              <a:off x="2742" y="1234"/>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134" name="Oval 162"/>
            <p:cNvSpPr/>
            <p:nvPr/>
          </p:nvSpPr>
          <p:spPr>
            <a:xfrm>
              <a:off x="2689" y="2587"/>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135" name="Oval 163"/>
            <p:cNvSpPr/>
            <p:nvPr/>
          </p:nvSpPr>
          <p:spPr>
            <a:xfrm>
              <a:off x="2744" y="2086"/>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136" name="Oval 164"/>
            <p:cNvSpPr/>
            <p:nvPr/>
          </p:nvSpPr>
          <p:spPr>
            <a:xfrm>
              <a:off x="2644" y="2968"/>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137" name="Text Box 165"/>
            <p:cNvSpPr txBox="1"/>
            <p:nvPr/>
          </p:nvSpPr>
          <p:spPr>
            <a:xfrm>
              <a:off x="2812" y="1117"/>
              <a:ext cx="317"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138" name="Text Box 166"/>
            <p:cNvSpPr txBox="1"/>
            <p:nvPr/>
          </p:nvSpPr>
          <p:spPr>
            <a:xfrm>
              <a:off x="2789" y="2433"/>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139" name="Text Box 167"/>
            <p:cNvSpPr txBox="1"/>
            <p:nvPr/>
          </p:nvSpPr>
          <p:spPr>
            <a:xfrm>
              <a:off x="2763" y="2841"/>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140" name="Text Box 168"/>
            <p:cNvSpPr txBox="1"/>
            <p:nvPr/>
          </p:nvSpPr>
          <p:spPr>
            <a:xfrm>
              <a:off x="2831" y="1934"/>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graphicFrame>
          <p:nvGraphicFramePr>
            <p:cNvPr id="4098" name="Object 169"/>
            <p:cNvGraphicFramePr/>
            <p:nvPr/>
          </p:nvGraphicFramePr>
          <p:xfrm>
            <a:off x="703" y="1389"/>
            <a:ext cx="284" cy="381"/>
          </p:xfrm>
          <a:graphic>
            <a:graphicData uri="http://schemas.openxmlformats.org/presentationml/2006/ole">
              <mc:AlternateContent xmlns:mc="http://schemas.openxmlformats.org/markup-compatibility/2006">
                <mc:Choice xmlns:v="urn:schemas-microsoft-com:vml" Requires="v">
                  <p:oleObj spid="_x0000_s3086" name="" r:id="rId7" imgW="228600" imgH="304800" progId="Equation.3">
                    <p:embed/>
                  </p:oleObj>
                </mc:Choice>
                <mc:Fallback>
                  <p:oleObj name="" r:id="rId7" imgW="228600" imgH="304800" progId="Equation.3">
                    <p:embed/>
                    <p:pic>
                      <p:nvPicPr>
                        <p:cNvPr id="0" name="图片 3085"/>
                        <p:cNvPicPr/>
                        <p:nvPr/>
                      </p:nvPicPr>
                      <p:blipFill>
                        <a:blip r:embed="rId8">
                          <a:clrChange>
                            <a:clrFrom>
                              <a:srgbClr val="000000"/>
                            </a:clrFrom>
                            <a:clrTo>
                              <a:srgbClr val="FFFFFF"/>
                            </a:clrTo>
                          </a:clrChange>
                        </a:blip>
                        <a:stretch>
                          <a:fillRect/>
                        </a:stretch>
                      </p:blipFill>
                      <p:spPr>
                        <a:xfrm>
                          <a:off x="703" y="1389"/>
                          <a:ext cx="284" cy="381"/>
                        </a:xfrm>
                        <a:prstGeom prst="rect">
                          <a:avLst/>
                        </a:prstGeom>
                        <a:noFill/>
                        <a:ln w="38100">
                          <a:noFill/>
                          <a:miter/>
                        </a:ln>
                      </p:spPr>
                    </p:pic>
                  </p:oleObj>
                </mc:Fallback>
              </mc:AlternateContent>
            </a:graphicData>
          </a:graphic>
        </p:graphicFrame>
        <p:graphicFrame>
          <p:nvGraphicFramePr>
            <p:cNvPr id="4099" name="Object 170"/>
            <p:cNvGraphicFramePr/>
            <p:nvPr/>
          </p:nvGraphicFramePr>
          <p:xfrm>
            <a:off x="1292" y="2387"/>
            <a:ext cx="285" cy="397"/>
          </p:xfrm>
          <a:graphic>
            <a:graphicData uri="http://schemas.openxmlformats.org/presentationml/2006/ole">
              <mc:AlternateContent xmlns:mc="http://schemas.openxmlformats.org/markup-compatibility/2006">
                <mc:Choice xmlns:v="urn:schemas-microsoft-com:vml" Requires="v">
                  <p:oleObj spid="_x0000_s3087" name="" r:id="rId9" imgW="228600" imgH="317500" progId="Equation.3">
                    <p:embed/>
                  </p:oleObj>
                </mc:Choice>
                <mc:Fallback>
                  <p:oleObj name="" r:id="rId9" imgW="228600" imgH="317500" progId="Equation.3">
                    <p:embed/>
                    <p:pic>
                      <p:nvPicPr>
                        <p:cNvPr id="0" name="图片 3086"/>
                        <p:cNvPicPr/>
                        <p:nvPr/>
                      </p:nvPicPr>
                      <p:blipFill>
                        <a:blip r:embed="rId10">
                          <a:clrChange>
                            <a:clrFrom>
                              <a:srgbClr val="000000"/>
                            </a:clrFrom>
                            <a:clrTo>
                              <a:srgbClr val="FFFFFF"/>
                            </a:clrTo>
                          </a:clrChange>
                        </a:blip>
                        <a:stretch>
                          <a:fillRect/>
                        </a:stretch>
                      </p:blipFill>
                      <p:spPr>
                        <a:xfrm>
                          <a:off x="1292" y="2387"/>
                          <a:ext cx="285" cy="397"/>
                        </a:xfrm>
                        <a:prstGeom prst="rect">
                          <a:avLst/>
                        </a:prstGeom>
                        <a:noFill/>
                        <a:ln w="38100">
                          <a:noFill/>
                          <a:miter/>
                        </a:ln>
                      </p:spPr>
                    </p:pic>
                  </p:oleObj>
                </mc:Fallback>
              </mc:AlternateContent>
            </a:graphicData>
          </a:graphic>
        </p:graphicFrame>
        <p:graphicFrame>
          <p:nvGraphicFramePr>
            <p:cNvPr id="4100" name="Object 171"/>
            <p:cNvGraphicFramePr/>
            <p:nvPr/>
          </p:nvGraphicFramePr>
          <p:xfrm>
            <a:off x="430" y="1888"/>
            <a:ext cx="285" cy="397"/>
          </p:xfrm>
          <a:graphic>
            <a:graphicData uri="http://schemas.openxmlformats.org/presentationml/2006/ole">
              <mc:AlternateContent xmlns:mc="http://schemas.openxmlformats.org/markup-compatibility/2006">
                <mc:Choice xmlns:v="urn:schemas-microsoft-com:vml" Requires="v">
                  <p:oleObj spid="_x0000_s3088" name="" r:id="rId11" imgW="228600" imgH="317500" progId="Equation.3">
                    <p:embed/>
                  </p:oleObj>
                </mc:Choice>
                <mc:Fallback>
                  <p:oleObj name="" r:id="rId11" imgW="228600" imgH="317500" progId="Equation.3">
                    <p:embed/>
                    <p:pic>
                      <p:nvPicPr>
                        <p:cNvPr id="0" name="图片 3087"/>
                        <p:cNvPicPr/>
                        <p:nvPr/>
                      </p:nvPicPr>
                      <p:blipFill>
                        <a:blip r:embed="rId12">
                          <a:clrChange>
                            <a:clrFrom>
                              <a:srgbClr val="000000"/>
                            </a:clrFrom>
                            <a:clrTo>
                              <a:srgbClr val="FFFFFF"/>
                            </a:clrTo>
                          </a:clrChange>
                        </a:blip>
                        <a:stretch>
                          <a:fillRect/>
                        </a:stretch>
                      </p:blipFill>
                      <p:spPr>
                        <a:xfrm>
                          <a:off x="430" y="1888"/>
                          <a:ext cx="285" cy="397"/>
                        </a:xfrm>
                        <a:prstGeom prst="rect">
                          <a:avLst/>
                        </a:prstGeom>
                        <a:noFill/>
                        <a:ln w="38100">
                          <a:noFill/>
                          <a:miter/>
                        </a:ln>
                      </p:spPr>
                    </p:pic>
                  </p:oleObj>
                </mc:Fallback>
              </mc:AlternateContent>
            </a:graphicData>
          </a:graphic>
        </p:graphicFrame>
        <p:sp>
          <p:nvSpPr>
            <p:cNvPr id="4141" name="Text Box 172"/>
            <p:cNvSpPr txBox="1"/>
            <p:nvPr/>
          </p:nvSpPr>
          <p:spPr>
            <a:xfrm>
              <a:off x="975" y="1752"/>
              <a:ext cx="272" cy="327"/>
            </a:xfrm>
            <a:prstGeom prst="rect">
              <a:avLst/>
            </a:prstGeom>
            <a:noFill/>
            <a:ln w="9525">
              <a:noFill/>
            </a:ln>
          </p:spPr>
          <p:txBody>
            <a:bodyPr>
              <a:spAutoFit/>
            </a:bodyPr>
            <a:p>
              <a:pPr>
                <a:spcBef>
                  <a:spcPct val="50000"/>
                </a:spcBef>
              </a:pPr>
              <a:r>
                <a:rPr lang="en-US" altLang="zh-CN" sz="2800" b="0" dirty="0">
                  <a:solidFill>
                    <a:schemeClr val="bg1"/>
                  </a:solidFill>
                  <a:latin typeface="宋体" panose="02010600030101010101" pitchFamily="2" charset="-122"/>
                  <a:ea typeface="宋体" panose="02010600030101010101" pitchFamily="2" charset="-122"/>
                </a:rPr>
                <a:t>-</a:t>
              </a:r>
              <a:endParaRPr lang="en-US" altLang="zh-CN" sz="2800" b="0" dirty="0">
                <a:solidFill>
                  <a:schemeClr val="bg1"/>
                </a:solidFill>
                <a:latin typeface="宋体" panose="02010600030101010101" pitchFamily="2" charset="-122"/>
                <a:ea typeface="宋体" panose="02010600030101010101" pitchFamily="2" charset="-122"/>
              </a:endParaRPr>
            </a:p>
          </p:txBody>
        </p:sp>
      </p:grpSp>
      <p:grpSp>
        <p:nvGrpSpPr>
          <p:cNvPr id="4109" name="Group 182"/>
          <p:cNvGrpSpPr/>
          <p:nvPr/>
        </p:nvGrpSpPr>
        <p:grpSpPr>
          <a:xfrm>
            <a:off x="8316913" y="6445250"/>
            <a:ext cx="792162" cy="366713"/>
            <a:chOff x="5193" y="4020"/>
            <a:chExt cx="499" cy="231"/>
          </a:xfrm>
        </p:grpSpPr>
        <p:pic>
          <p:nvPicPr>
            <p:cNvPr id="4116" name="Picture 183" descr="78900"/>
            <p:cNvPicPr>
              <a:picLocks noChangeAspect="1"/>
            </p:cNvPicPr>
            <p:nvPr/>
          </p:nvPicPr>
          <p:blipFill>
            <a:blip r:embed="rId13"/>
            <a:stretch>
              <a:fillRect/>
            </a:stretch>
          </p:blipFill>
          <p:spPr>
            <a:xfrm>
              <a:off x="5193" y="4066"/>
              <a:ext cx="499" cy="181"/>
            </a:xfrm>
            <a:prstGeom prst="rect">
              <a:avLst/>
            </a:prstGeom>
            <a:noFill/>
            <a:ln w="9525">
              <a:noFill/>
            </a:ln>
          </p:spPr>
        </p:pic>
        <p:sp>
          <p:nvSpPr>
            <p:cNvPr id="4117" name="Text Box 18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110" name="Group 185"/>
          <p:cNvGrpSpPr/>
          <p:nvPr/>
        </p:nvGrpSpPr>
        <p:grpSpPr>
          <a:xfrm>
            <a:off x="7451725" y="6445250"/>
            <a:ext cx="792163" cy="366713"/>
            <a:chOff x="5193" y="4020"/>
            <a:chExt cx="499" cy="231"/>
          </a:xfrm>
        </p:grpSpPr>
        <p:pic>
          <p:nvPicPr>
            <p:cNvPr id="4114" name="Picture 186" descr="78900"/>
            <p:cNvPicPr>
              <a:picLocks noChangeAspect="1"/>
            </p:cNvPicPr>
            <p:nvPr/>
          </p:nvPicPr>
          <p:blipFill>
            <a:blip r:embed="rId13"/>
            <a:stretch>
              <a:fillRect/>
            </a:stretch>
          </p:blipFill>
          <p:spPr>
            <a:xfrm>
              <a:off x="5193" y="4066"/>
              <a:ext cx="499" cy="181"/>
            </a:xfrm>
            <a:prstGeom prst="rect">
              <a:avLst/>
            </a:prstGeom>
            <a:noFill/>
            <a:ln w="9525">
              <a:noFill/>
            </a:ln>
          </p:spPr>
        </p:pic>
        <p:sp>
          <p:nvSpPr>
            <p:cNvPr id="4115" name="Text Box 187">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111" name="Group 188"/>
          <p:cNvGrpSpPr/>
          <p:nvPr/>
        </p:nvGrpSpPr>
        <p:grpSpPr>
          <a:xfrm>
            <a:off x="6588125" y="6446838"/>
            <a:ext cx="792163" cy="366712"/>
            <a:chOff x="4695" y="4061"/>
            <a:chExt cx="499" cy="231"/>
          </a:xfrm>
        </p:grpSpPr>
        <p:pic>
          <p:nvPicPr>
            <p:cNvPr id="4112" name="Picture 189" descr="78900"/>
            <p:cNvPicPr>
              <a:picLocks noChangeAspect="1"/>
            </p:cNvPicPr>
            <p:nvPr/>
          </p:nvPicPr>
          <p:blipFill>
            <a:blip r:embed="rId13"/>
            <a:stretch>
              <a:fillRect/>
            </a:stretch>
          </p:blipFill>
          <p:spPr>
            <a:xfrm>
              <a:off x="4695" y="4107"/>
              <a:ext cx="499" cy="181"/>
            </a:xfrm>
            <a:prstGeom prst="rect">
              <a:avLst/>
            </a:prstGeom>
            <a:noFill/>
            <a:ln w="9525">
              <a:noFill/>
            </a:ln>
          </p:spPr>
        </p:pic>
        <p:sp>
          <p:nvSpPr>
            <p:cNvPr id="4113" name="Text Box 190">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3794"/>
                                        </p:tgtEl>
                                        <p:attrNameLst>
                                          <p:attrName>style.visibility</p:attrName>
                                        </p:attrNameLst>
                                      </p:cBhvr>
                                      <p:to>
                                        <p:strVal val="visible"/>
                                      </p:to>
                                    </p:set>
                                    <p:anim calcmode="lin" valueType="num">
                                      <p:cBhvr additive="base">
                                        <p:cTn id="7" dur="500" fill="hold"/>
                                        <p:tgtEl>
                                          <p:spTgt spid="33794"/>
                                        </p:tgtEl>
                                        <p:attrNameLst>
                                          <p:attrName>ppt_x</p:attrName>
                                        </p:attrNameLst>
                                      </p:cBhvr>
                                      <p:tavLst>
                                        <p:tav tm="0">
                                          <p:val>
                                            <p:strVal val="0-#ppt_w/2"/>
                                          </p:val>
                                        </p:tav>
                                        <p:tav tm="100000">
                                          <p:val>
                                            <p:strVal val="#ppt_x"/>
                                          </p:val>
                                        </p:tav>
                                      </p:tavLst>
                                    </p:anim>
                                    <p:anim calcmode="lin" valueType="num">
                                      <p:cBhvr additive="base">
                                        <p:cTn id="8" dur="500" fill="hold"/>
                                        <p:tgtEl>
                                          <p:spTgt spid="3379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3891"/>
                                        </p:tgtEl>
                                        <p:attrNameLst>
                                          <p:attrName>style.visibility</p:attrName>
                                        </p:attrNameLst>
                                      </p:cBhvr>
                                      <p:to>
                                        <p:strVal val="visible"/>
                                      </p:to>
                                    </p:set>
                                    <p:anim calcmode="lin" valueType="num">
                                      <p:cBhvr additive="base">
                                        <p:cTn id="13" dur="500" fill="hold"/>
                                        <p:tgtEl>
                                          <p:spTgt spid="33891"/>
                                        </p:tgtEl>
                                        <p:attrNameLst>
                                          <p:attrName>ppt_x</p:attrName>
                                        </p:attrNameLst>
                                      </p:cBhvr>
                                      <p:tavLst>
                                        <p:tav tm="0">
                                          <p:val>
                                            <p:strVal val="0-#ppt_w/2"/>
                                          </p:val>
                                        </p:tav>
                                        <p:tav tm="100000">
                                          <p:val>
                                            <p:strVal val="#ppt_x"/>
                                          </p:val>
                                        </p:tav>
                                      </p:tavLst>
                                    </p:anim>
                                    <p:anim calcmode="lin" valueType="num">
                                      <p:cBhvr additive="base">
                                        <p:cTn id="14" dur="500" fill="hold"/>
                                        <p:tgtEl>
                                          <p:spTgt spid="3389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blinds(horizontal)">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linds(horizontal)">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grpId="0" nodeType="clickEffect">
                                  <p:stCondLst>
                                    <p:cond delay="0"/>
                                  </p:stCondLst>
                                  <p:childTnLst>
                                    <p:set>
                                      <p:cBhvr>
                                        <p:cTn id="28" dur="1" fill="hold">
                                          <p:stCondLst>
                                            <p:cond delay="0"/>
                                          </p:stCondLst>
                                        </p:cTn>
                                        <p:tgtEl>
                                          <p:spTgt spid="33890"/>
                                        </p:tgtEl>
                                        <p:attrNameLst>
                                          <p:attrName>style.visibility</p:attrName>
                                        </p:attrNameLst>
                                      </p:cBhvr>
                                      <p:to>
                                        <p:strVal val="visible"/>
                                      </p:to>
                                    </p:set>
                                    <p:animEffect transition="in" filter="slide(fromBottom)">
                                      <p:cBhvr>
                                        <p:cTn id="29" dur="2000"/>
                                        <p:tgtEl>
                                          <p:spTgt spid="338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4" grpId="0"/>
      <p:bldP spid="33890" grpId="0"/>
      <p:bldP spid="3389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Text Box 2"/>
          <p:cNvSpPr txBox="1"/>
          <p:nvPr/>
        </p:nvSpPr>
        <p:spPr>
          <a:xfrm>
            <a:off x="539750" y="692150"/>
            <a:ext cx="4508500" cy="519113"/>
          </a:xfrm>
          <a:prstGeom prst="rect">
            <a:avLst/>
          </a:prstGeom>
          <a:noFill/>
          <a:ln w="9525">
            <a:noFill/>
          </a:ln>
        </p:spPr>
        <p:txBody>
          <a:bodyPr wrap="none">
            <a:spAutoFit/>
          </a:bodyPr>
          <a:p>
            <a:r>
              <a:rPr lang="zh-CN" altLang="en-US" sz="2800" dirty="0">
                <a:latin typeface="楷体_GB2312" pitchFamily="49" charset="-122"/>
                <a:sym typeface="Symbol" panose="05050102010706020507" pitchFamily="18" charset="2"/>
              </a:rPr>
              <a:t>（</a:t>
            </a:r>
            <a:r>
              <a:rPr lang="en-US" altLang="zh-CN" sz="2800" dirty="0">
                <a:latin typeface="楷体_GB2312" pitchFamily="49" charset="-122"/>
                <a:sym typeface="Symbol" panose="05050102010706020507" pitchFamily="18" charset="2"/>
              </a:rPr>
              <a:t>2</a:t>
            </a:r>
            <a:r>
              <a:rPr lang="zh-CN" altLang="en-US" sz="2800" dirty="0">
                <a:latin typeface="楷体_GB2312" pitchFamily="49" charset="-122"/>
                <a:sym typeface="Symbol" panose="05050102010706020507" pitchFamily="18" charset="2"/>
              </a:rPr>
              <a:t>）三角形联结</a:t>
            </a:r>
            <a:r>
              <a:rPr lang="en-US" altLang="zh-CN" sz="2800" b="0" dirty="0">
                <a:latin typeface="楷体_GB2312" pitchFamily="49" charset="-122"/>
                <a:sym typeface="Symbol" panose="05050102010706020507" pitchFamily="18" charset="2"/>
              </a:rPr>
              <a:t>(</a:t>
            </a:r>
            <a:r>
              <a:rPr lang="en-US" altLang="zh-CN" sz="2800" b="0" dirty="0">
                <a:latin typeface="Times New Roman" panose="02020603050405020304" pitchFamily="18" charset="0"/>
                <a:sym typeface="Symbol" panose="05050102010706020507" pitchFamily="18" charset="2"/>
              </a:rPr>
              <a:t></a:t>
            </a:r>
            <a:r>
              <a:rPr lang="zh-CN" altLang="en-US" sz="2800" dirty="0">
                <a:latin typeface="Times New Roman" panose="02020603050405020304" pitchFamily="18" charset="0"/>
                <a:sym typeface="Symbol" panose="05050102010706020507" pitchFamily="18" charset="2"/>
              </a:rPr>
              <a:t>形</a:t>
            </a:r>
            <a:r>
              <a:rPr lang="zh-CN" altLang="en-US" sz="2800" dirty="0">
                <a:latin typeface="楷体_GB2312" pitchFamily="49" charset="-122"/>
                <a:sym typeface="Symbol" panose="05050102010706020507" pitchFamily="18" charset="2"/>
              </a:rPr>
              <a:t>联</a:t>
            </a:r>
            <a:r>
              <a:rPr lang="zh-CN" altLang="en-US" sz="2800" dirty="0">
                <a:latin typeface="楷体_GB2312" pitchFamily="49" charset="-122"/>
              </a:rPr>
              <a:t>结</a:t>
            </a:r>
            <a:r>
              <a:rPr lang="en-US" altLang="zh-CN" sz="2800" b="0" dirty="0">
                <a:latin typeface="楷体_GB2312" pitchFamily="49" charset="-122"/>
              </a:rPr>
              <a:t>)</a:t>
            </a:r>
            <a:endParaRPr lang="en-US" altLang="zh-CN" sz="2800" b="0" dirty="0">
              <a:latin typeface="楷体_GB2312" pitchFamily="49" charset="-122"/>
            </a:endParaRPr>
          </a:p>
        </p:txBody>
      </p:sp>
      <p:sp>
        <p:nvSpPr>
          <p:cNvPr id="32851" name="Text Box 83"/>
          <p:cNvSpPr txBox="1"/>
          <p:nvPr/>
        </p:nvSpPr>
        <p:spPr>
          <a:xfrm>
            <a:off x="1116013" y="5357813"/>
            <a:ext cx="7129462" cy="519112"/>
          </a:xfrm>
          <a:prstGeom prst="rect">
            <a:avLst/>
          </a:prstGeom>
          <a:noFill/>
          <a:ln w="9525">
            <a:noFill/>
          </a:ln>
        </p:spPr>
        <p:txBody>
          <a:bodyPr>
            <a:spAutoFit/>
          </a:bodyPr>
          <a:p>
            <a:pPr>
              <a:spcBef>
                <a:spcPct val="50000"/>
              </a:spcBef>
            </a:pPr>
            <a:r>
              <a:rPr lang="zh-CN" altLang="en-US" sz="2800" dirty="0">
                <a:latin typeface="Times New Roman" panose="02020603050405020304" pitchFamily="18" charset="0"/>
              </a:rPr>
              <a:t>三角形联结的对称三相电源没有中性点。</a:t>
            </a:r>
            <a:endParaRPr lang="zh-CN" altLang="en-US" sz="2800" dirty="0">
              <a:latin typeface="Times New Roman" panose="02020603050405020304" pitchFamily="18" charset="0"/>
            </a:endParaRPr>
          </a:p>
        </p:txBody>
      </p:sp>
      <p:grpSp>
        <p:nvGrpSpPr>
          <p:cNvPr id="2" name="Group 99"/>
          <p:cNvGrpSpPr/>
          <p:nvPr/>
        </p:nvGrpSpPr>
        <p:grpSpPr>
          <a:xfrm>
            <a:off x="755650" y="4494213"/>
            <a:ext cx="1644650" cy="850900"/>
            <a:chOff x="385" y="3022"/>
            <a:chExt cx="1036" cy="536"/>
          </a:xfrm>
        </p:grpSpPr>
        <p:pic>
          <p:nvPicPr>
            <p:cNvPr id="5190" name="Picture 100" descr="123"/>
            <p:cNvPicPr>
              <a:picLocks noChangeAspect="1"/>
            </p:cNvPicPr>
            <p:nvPr/>
          </p:nvPicPr>
          <p:blipFill>
            <a:blip r:embed="rId1"/>
            <a:stretch>
              <a:fillRect/>
            </a:stretch>
          </p:blipFill>
          <p:spPr>
            <a:xfrm>
              <a:off x="385" y="3022"/>
              <a:ext cx="590" cy="536"/>
            </a:xfrm>
            <a:prstGeom prst="rect">
              <a:avLst/>
            </a:prstGeom>
            <a:noFill/>
            <a:ln w="9525">
              <a:noFill/>
            </a:ln>
          </p:spPr>
        </p:pic>
        <p:sp>
          <p:nvSpPr>
            <p:cNvPr id="5191" name="Text Box 101"/>
            <p:cNvSpPr txBox="1"/>
            <p:nvPr/>
          </p:nvSpPr>
          <p:spPr>
            <a:xfrm>
              <a:off x="793" y="3125"/>
              <a:ext cx="628" cy="365"/>
            </a:xfrm>
            <a:prstGeom prst="rect">
              <a:avLst/>
            </a:prstGeom>
            <a:noFill/>
            <a:ln w="9525">
              <a:noFill/>
            </a:ln>
          </p:spPr>
          <p:txBody>
            <a:bodyPr wrap="none">
              <a:spAutoFit/>
            </a:bodyPr>
            <a:p>
              <a:r>
                <a:rPr lang="zh-CN" altLang="en-US" b="0" dirty="0">
                  <a:solidFill>
                    <a:srgbClr val="CC6600"/>
                  </a:solidFill>
                  <a:latin typeface="Arial" panose="020B0604020202020204" pitchFamily="34" charset="0"/>
                  <a:ea typeface="华文行楷" panose="02010800040101010101" pitchFamily="2" charset="-122"/>
                </a:rPr>
                <a:t>注意</a:t>
              </a:r>
              <a:endParaRPr lang="zh-CN" altLang="en-US" b="0" dirty="0">
                <a:solidFill>
                  <a:srgbClr val="CC6600"/>
                </a:solidFill>
                <a:latin typeface="Arial" panose="020B0604020202020204" pitchFamily="34" charset="0"/>
                <a:ea typeface="华文行楷" panose="02010800040101010101" pitchFamily="2" charset="-122"/>
              </a:endParaRPr>
            </a:p>
          </p:txBody>
        </p:sp>
      </p:grpSp>
      <p:grpSp>
        <p:nvGrpSpPr>
          <p:cNvPr id="3" name="Group 177"/>
          <p:cNvGrpSpPr/>
          <p:nvPr/>
        </p:nvGrpSpPr>
        <p:grpSpPr>
          <a:xfrm>
            <a:off x="4859338" y="1325563"/>
            <a:ext cx="3784600" cy="3327400"/>
            <a:chOff x="3061" y="835"/>
            <a:chExt cx="2384" cy="2096"/>
          </a:xfrm>
        </p:grpSpPr>
        <p:sp>
          <p:nvSpPr>
            <p:cNvPr id="5166" name="Oval 103"/>
            <p:cNvSpPr/>
            <p:nvPr/>
          </p:nvSpPr>
          <p:spPr>
            <a:xfrm>
              <a:off x="3061" y="1651"/>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5167" name="Oval 104"/>
            <p:cNvSpPr/>
            <p:nvPr/>
          </p:nvSpPr>
          <p:spPr>
            <a:xfrm>
              <a:off x="3786" y="1243"/>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5168" name="Oval 105"/>
            <p:cNvSpPr/>
            <p:nvPr/>
          </p:nvSpPr>
          <p:spPr>
            <a:xfrm>
              <a:off x="3786" y="2150"/>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5169" name="Line 106"/>
            <p:cNvSpPr/>
            <p:nvPr/>
          </p:nvSpPr>
          <p:spPr>
            <a:xfrm rot="10800000">
              <a:off x="3242" y="1016"/>
              <a:ext cx="0" cy="1769"/>
            </a:xfrm>
            <a:prstGeom prst="line">
              <a:avLst/>
            </a:prstGeom>
            <a:ln w="28575" cap="flat" cmpd="sng">
              <a:solidFill>
                <a:srgbClr val="FFCC00"/>
              </a:solidFill>
              <a:prstDash val="solid"/>
              <a:headEnd type="none" w="med" len="med"/>
              <a:tailEnd type="none" w="med" len="med"/>
            </a:ln>
          </p:spPr>
        </p:sp>
        <p:sp>
          <p:nvSpPr>
            <p:cNvPr id="5170" name="Text Box 107"/>
            <p:cNvSpPr txBox="1"/>
            <p:nvPr/>
          </p:nvSpPr>
          <p:spPr>
            <a:xfrm rot="10800000">
              <a:off x="3287" y="2014"/>
              <a:ext cx="172"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171" name="Text Box 108"/>
            <p:cNvSpPr txBox="1"/>
            <p:nvPr/>
          </p:nvSpPr>
          <p:spPr>
            <a:xfrm>
              <a:off x="3287" y="1289"/>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172" name="Line 109"/>
            <p:cNvSpPr/>
            <p:nvPr/>
          </p:nvSpPr>
          <p:spPr>
            <a:xfrm>
              <a:off x="3242" y="1016"/>
              <a:ext cx="1838" cy="0"/>
            </a:xfrm>
            <a:prstGeom prst="line">
              <a:avLst/>
            </a:prstGeom>
            <a:ln w="28575" cap="flat" cmpd="sng">
              <a:solidFill>
                <a:srgbClr val="FFCC00"/>
              </a:solidFill>
              <a:prstDash val="solid"/>
              <a:headEnd type="none" w="med" len="med"/>
              <a:tailEnd type="none" w="med" len="med"/>
            </a:ln>
          </p:spPr>
        </p:sp>
        <p:sp>
          <p:nvSpPr>
            <p:cNvPr id="5173" name="Oval 110"/>
            <p:cNvSpPr/>
            <p:nvPr/>
          </p:nvSpPr>
          <p:spPr>
            <a:xfrm>
              <a:off x="5074" y="989"/>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174" name="Text Box 111"/>
            <p:cNvSpPr txBox="1"/>
            <p:nvPr/>
          </p:nvSpPr>
          <p:spPr>
            <a:xfrm>
              <a:off x="5102" y="835"/>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175" name="Text Box 112"/>
            <p:cNvSpPr txBox="1"/>
            <p:nvPr/>
          </p:nvSpPr>
          <p:spPr>
            <a:xfrm>
              <a:off x="3696" y="1606"/>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X</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176" name="Line 113"/>
            <p:cNvSpPr/>
            <p:nvPr/>
          </p:nvSpPr>
          <p:spPr>
            <a:xfrm flipV="1">
              <a:off x="3968" y="1924"/>
              <a:ext cx="1160" cy="0"/>
            </a:xfrm>
            <a:prstGeom prst="line">
              <a:avLst/>
            </a:prstGeom>
            <a:ln w="28575" cap="flat" cmpd="sng">
              <a:solidFill>
                <a:srgbClr val="FFCC00"/>
              </a:solidFill>
              <a:prstDash val="solid"/>
              <a:headEnd type="none" w="med" len="med"/>
              <a:tailEnd type="none" w="med" len="med"/>
            </a:ln>
          </p:spPr>
        </p:sp>
        <p:sp>
          <p:nvSpPr>
            <p:cNvPr id="5177" name="Oval 114"/>
            <p:cNvSpPr/>
            <p:nvPr/>
          </p:nvSpPr>
          <p:spPr>
            <a:xfrm>
              <a:off x="5120" y="1896"/>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178" name="Text Box 115"/>
            <p:cNvSpPr txBox="1"/>
            <p:nvPr/>
          </p:nvSpPr>
          <p:spPr>
            <a:xfrm>
              <a:off x="5147" y="1788"/>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179" name="Text Box 116"/>
            <p:cNvSpPr txBox="1"/>
            <p:nvPr/>
          </p:nvSpPr>
          <p:spPr>
            <a:xfrm>
              <a:off x="3650" y="2468"/>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Y</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180" name="Line 117"/>
            <p:cNvSpPr/>
            <p:nvPr/>
          </p:nvSpPr>
          <p:spPr>
            <a:xfrm>
              <a:off x="3242" y="2785"/>
              <a:ext cx="1856" cy="0"/>
            </a:xfrm>
            <a:prstGeom prst="line">
              <a:avLst/>
            </a:prstGeom>
            <a:ln w="28575" cap="flat" cmpd="sng">
              <a:solidFill>
                <a:srgbClr val="FFCC00"/>
              </a:solidFill>
              <a:prstDash val="solid"/>
              <a:headEnd type="none" w="med" len="med"/>
              <a:tailEnd type="none" w="med" len="med"/>
            </a:ln>
          </p:spPr>
        </p:sp>
        <p:sp>
          <p:nvSpPr>
            <p:cNvPr id="5181" name="Oval 118"/>
            <p:cNvSpPr/>
            <p:nvPr/>
          </p:nvSpPr>
          <p:spPr>
            <a:xfrm>
              <a:off x="5085" y="2756"/>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182" name="Text Box 119"/>
            <p:cNvSpPr txBox="1"/>
            <p:nvPr/>
          </p:nvSpPr>
          <p:spPr>
            <a:xfrm>
              <a:off x="5147" y="2604"/>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183" name="Text Box 120"/>
            <p:cNvSpPr txBox="1"/>
            <p:nvPr/>
          </p:nvSpPr>
          <p:spPr>
            <a:xfrm>
              <a:off x="3287" y="1016"/>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Z</a:t>
              </a:r>
              <a:endParaRPr lang="en-US" altLang="zh-CN" sz="2800" b="0" dirty="0">
                <a:solidFill>
                  <a:schemeClr val="bg1"/>
                </a:solidFill>
                <a:latin typeface="Times New Roman" panose="02020603050405020304" pitchFamily="18" charset="0"/>
                <a:ea typeface="宋体" panose="02010600030101010101" pitchFamily="2" charset="-122"/>
              </a:endParaRPr>
            </a:p>
          </p:txBody>
        </p:sp>
        <p:graphicFrame>
          <p:nvGraphicFramePr>
            <p:cNvPr id="5125" name="Object 121"/>
            <p:cNvGraphicFramePr/>
            <p:nvPr/>
          </p:nvGraphicFramePr>
          <p:xfrm>
            <a:off x="4195" y="1198"/>
            <a:ext cx="285" cy="381"/>
          </p:xfrm>
          <a:graphic>
            <a:graphicData uri="http://schemas.openxmlformats.org/presentationml/2006/ole">
              <mc:AlternateContent xmlns:mc="http://schemas.openxmlformats.org/markup-compatibility/2006">
                <mc:Choice xmlns:v="urn:schemas-microsoft-com:vml" Requires="v">
                  <p:oleObj spid="_x0000_s3078" name="" r:id="rId2" imgW="228600" imgH="304800" progId="Equation.3">
                    <p:embed/>
                  </p:oleObj>
                </mc:Choice>
                <mc:Fallback>
                  <p:oleObj name="" r:id="rId2" imgW="228600" imgH="304800" progId="Equation.3">
                    <p:embed/>
                    <p:pic>
                      <p:nvPicPr>
                        <p:cNvPr id="0" name="图片 3077"/>
                        <p:cNvPicPr/>
                        <p:nvPr/>
                      </p:nvPicPr>
                      <p:blipFill>
                        <a:blip r:embed="rId3">
                          <a:clrChange>
                            <a:clrFrom>
                              <a:srgbClr val="000000"/>
                            </a:clrFrom>
                            <a:clrTo>
                              <a:srgbClr val="FFFFFF"/>
                            </a:clrTo>
                          </a:clrChange>
                        </a:blip>
                        <a:stretch>
                          <a:fillRect/>
                        </a:stretch>
                      </p:blipFill>
                      <p:spPr>
                        <a:xfrm>
                          <a:off x="4195" y="1198"/>
                          <a:ext cx="285" cy="381"/>
                        </a:xfrm>
                        <a:prstGeom prst="rect">
                          <a:avLst/>
                        </a:prstGeom>
                        <a:noFill/>
                        <a:ln w="38100">
                          <a:noFill/>
                          <a:miter/>
                        </a:ln>
                      </p:spPr>
                    </p:pic>
                  </p:oleObj>
                </mc:Fallback>
              </mc:AlternateContent>
            </a:graphicData>
          </a:graphic>
        </p:graphicFrame>
        <p:graphicFrame>
          <p:nvGraphicFramePr>
            <p:cNvPr id="5126" name="Object 122"/>
            <p:cNvGraphicFramePr/>
            <p:nvPr/>
          </p:nvGraphicFramePr>
          <p:xfrm>
            <a:off x="4240" y="2105"/>
            <a:ext cx="285" cy="397"/>
          </p:xfrm>
          <a:graphic>
            <a:graphicData uri="http://schemas.openxmlformats.org/presentationml/2006/ole">
              <mc:AlternateContent xmlns:mc="http://schemas.openxmlformats.org/markup-compatibility/2006">
                <mc:Choice xmlns:v="urn:schemas-microsoft-com:vml" Requires="v">
                  <p:oleObj spid="_x0000_s3076" name="" r:id="rId4" imgW="228600" imgH="317500" progId="Equation.3">
                    <p:embed/>
                  </p:oleObj>
                </mc:Choice>
                <mc:Fallback>
                  <p:oleObj name="" r:id="rId4" imgW="228600" imgH="317500" progId="Equation.3">
                    <p:embed/>
                    <p:pic>
                      <p:nvPicPr>
                        <p:cNvPr id="0" name="图片 3075"/>
                        <p:cNvPicPr/>
                        <p:nvPr/>
                      </p:nvPicPr>
                      <p:blipFill>
                        <a:blip r:embed="rId5">
                          <a:clrChange>
                            <a:clrFrom>
                              <a:srgbClr val="000000"/>
                            </a:clrFrom>
                            <a:clrTo>
                              <a:srgbClr val="FFFFFF"/>
                            </a:clrTo>
                          </a:clrChange>
                        </a:blip>
                        <a:stretch>
                          <a:fillRect/>
                        </a:stretch>
                      </p:blipFill>
                      <p:spPr>
                        <a:xfrm>
                          <a:off x="4240" y="2105"/>
                          <a:ext cx="285" cy="397"/>
                        </a:xfrm>
                        <a:prstGeom prst="rect">
                          <a:avLst/>
                        </a:prstGeom>
                        <a:noFill/>
                        <a:ln w="38100">
                          <a:noFill/>
                          <a:miter/>
                        </a:ln>
                      </p:spPr>
                    </p:pic>
                  </p:oleObj>
                </mc:Fallback>
              </mc:AlternateContent>
            </a:graphicData>
          </a:graphic>
        </p:graphicFrame>
        <p:graphicFrame>
          <p:nvGraphicFramePr>
            <p:cNvPr id="5127" name="Object 123"/>
            <p:cNvGraphicFramePr/>
            <p:nvPr/>
          </p:nvGraphicFramePr>
          <p:xfrm>
            <a:off x="3461" y="1644"/>
            <a:ext cx="299" cy="416"/>
          </p:xfrm>
          <a:graphic>
            <a:graphicData uri="http://schemas.openxmlformats.org/presentationml/2006/ole">
              <mc:AlternateContent xmlns:mc="http://schemas.openxmlformats.org/markup-compatibility/2006">
                <mc:Choice xmlns:v="urn:schemas-microsoft-com:vml" Requires="v">
                  <p:oleObj spid="_x0000_s3077" name="" r:id="rId6" imgW="228600" imgH="317500" progId="Equation.3">
                    <p:embed/>
                  </p:oleObj>
                </mc:Choice>
                <mc:Fallback>
                  <p:oleObj name="" r:id="rId6" imgW="228600" imgH="317500" progId="Equation.3">
                    <p:embed/>
                    <p:pic>
                      <p:nvPicPr>
                        <p:cNvPr id="0" name="图片 3076"/>
                        <p:cNvPicPr/>
                        <p:nvPr/>
                      </p:nvPicPr>
                      <p:blipFill>
                        <a:blip r:embed="rId7">
                          <a:clrChange>
                            <a:clrFrom>
                              <a:srgbClr val="000000"/>
                            </a:clrFrom>
                            <a:clrTo>
                              <a:srgbClr val="FFFFFF"/>
                            </a:clrTo>
                          </a:clrChange>
                        </a:blip>
                        <a:stretch>
                          <a:fillRect/>
                        </a:stretch>
                      </p:blipFill>
                      <p:spPr>
                        <a:xfrm>
                          <a:off x="3461" y="1644"/>
                          <a:ext cx="299" cy="416"/>
                        </a:xfrm>
                        <a:prstGeom prst="rect">
                          <a:avLst/>
                        </a:prstGeom>
                        <a:noFill/>
                        <a:ln w="38100">
                          <a:noFill/>
                          <a:miter/>
                        </a:ln>
                      </p:spPr>
                    </p:pic>
                  </p:oleObj>
                </mc:Fallback>
              </mc:AlternateContent>
            </a:graphicData>
          </a:graphic>
        </p:graphicFrame>
        <p:sp>
          <p:nvSpPr>
            <p:cNvPr id="5184" name="Line 124"/>
            <p:cNvSpPr/>
            <p:nvPr/>
          </p:nvSpPr>
          <p:spPr>
            <a:xfrm flipH="1">
              <a:off x="3968" y="1016"/>
              <a:ext cx="0" cy="908"/>
            </a:xfrm>
            <a:prstGeom prst="line">
              <a:avLst/>
            </a:prstGeom>
            <a:ln w="28575" cap="flat" cmpd="sng">
              <a:solidFill>
                <a:srgbClr val="FFCC00"/>
              </a:solidFill>
              <a:prstDash val="solid"/>
              <a:headEnd type="oval" w="med" len="med"/>
              <a:tailEnd type="oval" w="med" len="med"/>
            </a:ln>
          </p:spPr>
        </p:sp>
        <p:sp>
          <p:nvSpPr>
            <p:cNvPr id="5185" name="Text Box 125"/>
            <p:cNvSpPr txBox="1"/>
            <p:nvPr/>
          </p:nvSpPr>
          <p:spPr>
            <a:xfrm>
              <a:off x="4104" y="1016"/>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186" name="Text Box 126"/>
            <p:cNvSpPr txBox="1"/>
            <p:nvPr/>
          </p:nvSpPr>
          <p:spPr>
            <a:xfrm rot="10800000">
              <a:off x="4104" y="1561"/>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187" name="Line 127"/>
            <p:cNvSpPr/>
            <p:nvPr/>
          </p:nvSpPr>
          <p:spPr>
            <a:xfrm flipH="1">
              <a:off x="3968" y="1924"/>
              <a:ext cx="0" cy="861"/>
            </a:xfrm>
            <a:prstGeom prst="line">
              <a:avLst/>
            </a:prstGeom>
            <a:ln w="28575" cap="flat" cmpd="sng">
              <a:solidFill>
                <a:srgbClr val="FFCC00"/>
              </a:solidFill>
              <a:prstDash val="solid"/>
              <a:headEnd type="oval" w="med" len="med"/>
              <a:tailEnd type="oval" w="med" len="med"/>
            </a:ln>
          </p:spPr>
        </p:sp>
        <p:sp>
          <p:nvSpPr>
            <p:cNvPr id="5188" name="Text Box 128"/>
            <p:cNvSpPr txBox="1"/>
            <p:nvPr/>
          </p:nvSpPr>
          <p:spPr>
            <a:xfrm>
              <a:off x="4058" y="1878"/>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189" name="Text Box 129"/>
            <p:cNvSpPr txBox="1"/>
            <p:nvPr/>
          </p:nvSpPr>
          <p:spPr>
            <a:xfrm rot="10800000">
              <a:off x="4149" y="2468"/>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grpSp>
      <p:grpSp>
        <p:nvGrpSpPr>
          <p:cNvPr id="4" name="Group 176"/>
          <p:cNvGrpSpPr/>
          <p:nvPr/>
        </p:nvGrpSpPr>
        <p:grpSpPr>
          <a:xfrm>
            <a:off x="468313" y="1527175"/>
            <a:ext cx="4505325" cy="2911475"/>
            <a:chOff x="295" y="962"/>
            <a:chExt cx="2838" cy="1834"/>
          </a:xfrm>
        </p:grpSpPr>
        <p:sp>
          <p:nvSpPr>
            <p:cNvPr id="5142" name="Oval 131"/>
            <p:cNvSpPr/>
            <p:nvPr/>
          </p:nvSpPr>
          <p:spPr>
            <a:xfrm>
              <a:off x="1565" y="1471"/>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5143" name="Oval 132"/>
            <p:cNvSpPr/>
            <p:nvPr/>
          </p:nvSpPr>
          <p:spPr>
            <a:xfrm>
              <a:off x="1202" y="1970"/>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5144" name="Oval 133"/>
            <p:cNvSpPr/>
            <p:nvPr/>
          </p:nvSpPr>
          <p:spPr>
            <a:xfrm>
              <a:off x="839" y="1471"/>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5145" name="Line 134"/>
            <p:cNvSpPr/>
            <p:nvPr/>
          </p:nvSpPr>
          <p:spPr>
            <a:xfrm rot="-1800000">
              <a:off x="1694" y="1144"/>
              <a:ext cx="165" cy="1134"/>
            </a:xfrm>
            <a:prstGeom prst="line">
              <a:avLst/>
            </a:prstGeom>
            <a:ln w="28575" cap="flat" cmpd="sng">
              <a:solidFill>
                <a:srgbClr val="FFCC00"/>
              </a:solidFill>
              <a:prstDash val="solid"/>
              <a:headEnd type="oval" w="med" len="med"/>
              <a:tailEnd type="oval" w="med" len="med"/>
            </a:ln>
          </p:spPr>
        </p:sp>
        <p:sp>
          <p:nvSpPr>
            <p:cNvPr id="5146" name="Text Box 135"/>
            <p:cNvSpPr txBox="1"/>
            <p:nvPr/>
          </p:nvSpPr>
          <p:spPr>
            <a:xfrm rot="-1800000">
              <a:off x="1565" y="1199"/>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147" name="Text Box 136"/>
            <p:cNvSpPr txBox="1"/>
            <p:nvPr/>
          </p:nvSpPr>
          <p:spPr>
            <a:xfrm rot="-1800000">
              <a:off x="1927" y="1652"/>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148" name="Text Box 137"/>
            <p:cNvSpPr txBox="1"/>
            <p:nvPr/>
          </p:nvSpPr>
          <p:spPr>
            <a:xfrm>
              <a:off x="2064" y="1834"/>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X</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149" name="Text Box 138"/>
            <p:cNvSpPr txBox="1"/>
            <p:nvPr/>
          </p:nvSpPr>
          <p:spPr>
            <a:xfrm rot="5400000">
              <a:off x="1688" y="2118"/>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150" name="Text Box 139"/>
            <p:cNvSpPr txBox="1"/>
            <p:nvPr/>
          </p:nvSpPr>
          <p:spPr>
            <a:xfrm>
              <a:off x="930" y="2151"/>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151" name="Line 140"/>
            <p:cNvSpPr/>
            <p:nvPr/>
          </p:nvSpPr>
          <p:spPr>
            <a:xfrm rot="-9000000" flipH="1">
              <a:off x="855" y="1114"/>
              <a:ext cx="272" cy="1179"/>
            </a:xfrm>
            <a:prstGeom prst="line">
              <a:avLst/>
            </a:prstGeom>
            <a:ln w="28575" cap="flat" cmpd="sng">
              <a:solidFill>
                <a:srgbClr val="FFCC00"/>
              </a:solidFill>
              <a:prstDash val="solid"/>
              <a:headEnd type="oval" w="med" len="med"/>
              <a:tailEnd type="oval" w="med" len="med"/>
            </a:ln>
          </p:spPr>
        </p:sp>
        <p:sp>
          <p:nvSpPr>
            <p:cNvPr id="5152" name="Text Box 141"/>
            <p:cNvSpPr txBox="1"/>
            <p:nvPr/>
          </p:nvSpPr>
          <p:spPr>
            <a:xfrm rot="-8275791">
              <a:off x="560" y="1677"/>
              <a:ext cx="272"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153" name="Text Box 142"/>
            <p:cNvSpPr txBox="1"/>
            <p:nvPr/>
          </p:nvSpPr>
          <p:spPr>
            <a:xfrm rot="-9000000">
              <a:off x="1066" y="1244"/>
              <a:ext cx="172"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154" name="Text Box 143"/>
            <p:cNvSpPr txBox="1"/>
            <p:nvPr/>
          </p:nvSpPr>
          <p:spPr>
            <a:xfrm>
              <a:off x="295" y="2024"/>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155" name="Text Box 144"/>
            <p:cNvSpPr txBox="1"/>
            <p:nvPr/>
          </p:nvSpPr>
          <p:spPr>
            <a:xfrm>
              <a:off x="567" y="2106"/>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Y</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156" name="Text Box 145"/>
            <p:cNvSpPr txBox="1"/>
            <p:nvPr/>
          </p:nvSpPr>
          <p:spPr>
            <a:xfrm>
              <a:off x="1201" y="962"/>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Z</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157" name="Line 146"/>
            <p:cNvSpPr/>
            <p:nvPr/>
          </p:nvSpPr>
          <p:spPr>
            <a:xfrm>
              <a:off x="1428" y="1244"/>
              <a:ext cx="1316" cy="0"/>
            </a:xfrm>
            <a:prstGeom prst="line">
              <a:avLst/>
            </a:prstGeom>
            <a:ln w="28575" cap="flat" cmpd="sng">
              <a:solidFill>
                <a:srgbClr val="FFCC00"/>
              </a:solidFill>
              <a:prstDash val="solid"/>
              <a:headEnd type="none" w="med" len="med"/>
              <a:tailEnd type="none" w="med" len="med"/>
            </a:ln>
          </p:spPr>
        </p:sp>
        <p:sp>
          <p:nvSpPr>
            <p:cNvPr id="5158" name="Line 147"/>
            <p:cNvSpPr/>
            <p:nvPr/>
          </p:nvSpPr>
          <p:spPr>
            <a:xfrm>
              <a:off x="567" y="2151"/>
              <a:ext cx="2177" cy="0"/>
            </a:xfrm>
            <a:prstGeom prst="line">
              <a:avLst/>
            </a:prstGeom>
            <a:ln w="28575" cap="flat" cmpd="sng">
              <a:solidFill>
                <a:srgbClr val="FFCC00"/>
              </a:solidFill>
              <a:prstDash val="solid"/>
              <a:headEnd type="oval" w="med" len="med"/>
              <a:tailEnd type="none" w="med" len="med"/>
            </a:ln>
          </p:spPr>
        </p:sp>
        <p:sp>
          <p:nvSpPr>
            <p:cNvPr id="5159" name="Freeform 148"/>
            <p:cNvSpPr/>
            <p:nvPr/>
          </p:nvSpPr>
          <p:spPr>
            <a:xfrm>
              <a:off x="567" y="2151"/>
              <a:ext cx="2222" cy="499"/>
            </a:xfrm>
            <a:custGeom>
              <a:avLst/>
              <a:gdLst>
                <a:gd name="txL" fmla="*/ 0 w 2184"/>
                <a:gd name="txT" fmla="*/ 0 h 426"/>
                <a:gd name="txR" fmla="*/ 2184 w 2184"/>
                <a:gd name="txB" fmla="*/ 426 h 426"/>
              </a:gdLst>
              <a:ahLst/>
              <a:cxnLst>
                <a:cxn ang="0">
                  <a:pos x="0" y="0"/>
                </a:cxn>
                <a:cxn ang="0">
                  <a:pos x="0" y="499"/>
                </a:cxn>
                <a:cxn ang="0">
                  <a:pos x="2222" y="499"/>
                </a:cxn>
              </a:cxnLst>
              <a:rect l="txL" t="txT" r="txR" b="txB"/>
              <a:pathLst>
                <a:path w="2184" h="426">
                  <a:moveTo>
                    <a:pt x="0" y="0"/>
                  </a:moveTo>
                  <a:lnTo>
                    <a:pt x="0" y="426"/>
                  </a:lnTo>
                  <a:lnTo>
                    <a:pt x="2184" y="426"/>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160" name="Oval 149"/>
            <p:cNvSpPr/>
            <p:nvPr/>
          </p:nvSpPr>
          <p:spPr>
            <a:xfrm>
              <a:off x="2744" y="1217"/>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161" name="Oval 150"/>
            <p:cNvSpPr/>
            <p:nvPr/>
          </p:nvSpPr>
          <p:spPr>
            <a:xfrm>
              <a:off x="2744" y="2124"/>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162" name="Oval 151"/>
            <p:cNvSpPr/>
            <p:nvPr/>
          </p:nvSpPr>
          <p:spPr>
            <a:xfrm>
              <a:off x="2780" y="2623"/>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163" name="Text Box 152"/>
            <p:cNvSpPr txBox="1"/>
            <p:nvPr/>
          </p:nvSpPr>
          <p:spPr>
            <a:xfrm>
              <a:off x="2789" y="1063"/>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164" name="Text Box 153"/>
            <p:cNvSpPr txBox="1"/>
            <p:nvPr/>
          </p:nvSpPr>
          <p:spPr>
            <a:xfrm>
              <a:off x="2835" y="1970"/>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165" name="Text Box 154"/>
            <p:cNvSpPr txBox="1"/>
            <p:nvPr/>
          </p:nvSpPr>
          <p:spPr>
            <a:xfrm>
              <a:off x="2789" y="2469"/>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graphicFrame>
          <p:nvGraphicFramePr>
            <p:cNvPr id="5122" name="Object 155"/>
            <p:cNvGraphicFramePr/>
            <p:nvPr/>
          </p:nvGraphicFramePr>
          <p:xfrm>
            <a:off x="1247" y="2287"/>
            <a:ext cx="285" cy="397"/>
          </p:xfrm>
          <a:graphic>
            <a:graphicData uri="http://schemas.openxmlformats.org/presentationml/2006/ole">
              <mc:AlternateContent xmlns:mc="http://schemas.openxmlformats.org/markup-compatibility/2006">
                <mc:Choice xmlns:v="urn:schemas-microsoft-com:vml" Requires="v">
                  <p:oleObj spid="_x0000_s3080" name="" r:id="rId8" imgW="228600" imgH="317500" progId="Equation.3">
                    <p:embed/>
                  </p:oleObj>
                </mc:Choice>
                <mc:Fallback>
                  <p:oleObj name="" r:id="rId8" imgW="228600" imgH="317500" progId="Equation.3">
                    <p:embed/>
                    <p:pic>
                      <p:nvPicPr>
                        <p:cNvPr id="0" name="图片 3079"/>
                        <p:cNvPicPr/>
                        <p:nvPr/>
                      </p:nvPicPr>
                      <p:blipFill>
                        <a:blip r:embed="rId9">
                          <a:clrChange>
                            <a:clrFrom>
                              <a:srgbClr val="000000"/>
                            </a:clrFrom>
                            <a:clrTo>
                              <a:srgbClr val="FFFFFF"/>
                            </a:clrTo>
                          </a:clrChange>
                        </a:blip>
                        <a:stretch>
                          <a:fillRect/>
                        </a:stretch>
                      </p:blipFill>
                      <p:spPr>
                        <a:xfrm>
                          <a:off x="1247" y="2287"/>
                          <a:ext cx="285" cy="397"/>
                        </a:xfrm>
                        <a:prstGeom prst="rect">
                          <a:avLst/>
                        </a:prstGeom>
                        <a:noFill/>
                        <a:ln w="38100">
                          <a:noFill/>
                          <a:miter/>
                        </a:ln>
                      </p:spPr>
                    </p:pic>
                  </p:oleObj>
                </mc:Fallback>
              </mc:AlternateContent>
            </a:graphicData>
          </a:graphic>
        </p:graphicFrame>
        <p:graphicFrame>
          <p:nvGraphicFramePr>
            <p:cNvPr id="5123" name="Object 156"/>
            <p:cNvGraphicFramePr/>
            <p:nvPr/>
          </p:nvGraphicFramePr>
          <p:xfrm>
            <a:off x="521" y="1244"/>
            <a:ext cx="337" cy="469"/>
          </p:xfrm>
          <a:graphic>
            <a:graphicData uri="http://schemas.openxmlformats.org/presentationml/2006/ole">
              <mc:AlternateContent xmlns:mc="http://schemas.openxmlformats.org/markup-compatibility/2006">
                <mc:Choice xmlns:v="urn:schemas-microsoft-com:vml" Requires="v">
                  <p:oleObj spid="_x0000_s3079" name="" r:id="rId10" imgW="228600" imgH="317500" progId="Equation.3">
                    <p:embed/>
                  </p:oleObj>
                </mc:Choice>
                <mc:Fallback>
                  <p:oleObj name="" r:id="rId10" imgW="228600" imgH="317500" progId="Equation.3">
                    <p:embed/>
                    <p:pic>
                      <p:nvPicPr>
                        <p:cNvPr id="0" name="图片 3078"/>
                        <p:cNvPicPr/>
                        <p:nvPr/>
                      </p:nvPicPr>
                      <p:blipFill>
                        <a:blip r:embed="rId11">
                          <a:clrChange>
                            <a:clrFrom>
                              <a:srgbClr val="000000"/>
                            </a:clrFrom>
                            <a:clrTo>
                              <a:srgbClr val="FFFFFF"/>
                            </a:clrTo>
                          </a:clrChange>
                        </a:blip>
                        <a:stretch>
                          <a:fillRect/>
                        </a:stretch>
                      </p:blipFill>
                      <p:spPr>
                        <a:xfrm>
                          <a:off x="521" y="1244"/>
                          <a:ext cx="337" cy="469"/>
                        </a:xfrm>
                        <a:prstGeom prst="rect">
                          <a:avLst/>
                        </a:prstGeom>
                        <a:noFill/>
                        <a:ln w="38100">
                          <a:noFill/>
                          <a:miter/>
                        </a:ln>
                      </p:spPr>
                    </p:pic>
                  </p:oleObj>
                </mc:Fallback>
              </mc:AlternateContent>
            </a:graphicData>
          </a:graphic>
        </p:graphicFrame>
        <p:graphicFrame>
          <p:nvGraphicFramePr>
            <p:cNvPr id="5124" name="Object 157"/>
            <p:cNvGraphicFramePr/>
            <p:nvPr/>
          </p:nvGraphicFramePr>
          <p:xfrm>
            <a:off x="1927" y="1335"/>
            <a:ext cx="285" cy="381"/>
          </p:xfrm>
          <a:graphic>
            <a:graphicData uri="http://schemas.openxmlformats.org/presentationml/2006/ole">
              <mc:AlternateContent xmlns:mc="http://schemas.openxmlformats.org/markup-compatibility/2006">
                <mc:Choice xmlns:v="urn:schemas-microsoft-com:vml" Requires="v">
                  <p:oleObj spid="_x0000_s3081" name="" r:id="rId12" imgW="228600" imgH="304800" progId="Equation.3">
                    <p:embed/>
                  </p:oleObj>
                </mc:Choice>
                <mc:Fallback>
                  <p:oleObj name="" r:id="rId12" imgW="228600" imgH="304800" progId="Equation.3">
                    <p:embed/>
                    <p:pic>
                      <p:nvPicPr>
                        <p:cNvPr id="0" name="图片 3080"/>
                        <p:cNvPicPr/>
                        <p:nvPr/>
                      </p:nvPicPr>
                      <p:blipFill>
                        <a:blip r:embed="rId13">
                          <a:clrChange>
                            <a:clrFrom>
                              <a:srgbClr val="000000"/>
                            </a:clrFrom>
                            <a:clrTo>
                              <a:srgbClr val="FFFFFF"/>
                            </a:clrTo>
                          </a:clrChange>
                        </a:blip>
                        <a:stretch>
                          <a:fillRect/>
                        </a:stretch>
                      </p:blipFill>
                      <p:spPr>
                        <a:xfrm>
                          <a:off x="1927" y="1335"/>
                          <a:ext cx="285" cy="381"/>
                        </a:xfrm>
                        <a:prstGeom prst="rect">
                          <a:avLst/>
                        </a:prstGeom>
                        <a:noFill/>
                        <a:ln w="38100">
                          <a:noFill/>
                          <a:miter/>
                        </a:ln>
                      </p:spPr>
                    </p:pic>
                  </p:oleObj>
                </mc:Fallback>
              </mc:AlternateContent>
            </a:graphicData>
          </a:graphic>
        </p:graphicFrame>
      </p:grpSp>
      <p:grpSp>
        <p:nvGrpSpPr>
          <p:cNvPr id="5133" name="Group 167"/>
          <p:cNvGrpSpPr/>
          <p:nvPr/>
        </p:nvGrpSpPr>
        <p:grpSpPr>
          <a:xfrm>
            <a:off x="8316913" y="6445250"/>
            <a:ext cx="792162" cy="366713"/>
            <a:chOff x="5193" y="4020"/>
            <a:chExt cx="499" cy="231"/>
          </a:xfrm>
        </p:grpSpPr>
        <p:pic>
          <p:nvPicPr>
            <p:cNvPr id="5140" name="Picture 168" descr="78900"/>
            <p:cNvPicPr>
              <a:picLocks noChangeAspect="1"/>
            </p:cNvPicPr>
            <p:nvPr/>
          </p:nvPicPr>
          <p:blipFill>
            <a:blip r:embed="rId14"/>
            <a:stretch>
              <a:fillRect/>
            </a:stretch>
          </p:blipFill>
          <p:spPr>
            <a:xfrm>
              <a:off x="5193" y="4066"/>
              <a:ext cx="499" cy="181"/>
            </a:xfrm>
            <a:prstGeom prst="rect">
              <a:avLst/>
            </a:prstGeom>
            <a:noFill/>
            <a:ln w="9525">
              <a:noFill/>
            </a:ln>
          </p:spPr>
        </p:pic>
        <p:sp>
          <p:nvSpPr>
            <p:cNvPr id="5141" name="Text Box 169">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134" name="Group 170"/>
          <p:cNvGrpSpPr/>
          <p:nvPr/>
        </p:nvGrpSpPr>
        <p:grpSpPr>
          <a:xfrm>
            <a:off x="7451725" y="6445250"/>
            <a:ext cx="792163" cy="366713"/>
            <a:chOff x="5193" y="4020"/>
            <a:chExt cx="499" cy="231"/>
          </a:xfrm>
        </p:grpSpPr>
        <p:pic>
          <p:nvPicPr>
            <p:cNvPr id="5138" name="Picture 171" descr="78900"/>
            <p:cNvPicPr>
              <a:picLocks noChangeAspect="1"/>
            </p:cNvPicPr>
            <p:nvPr/>
          </p:nvPicPr>
          <p:blipFill>
            <a:blip r:embed="rId14"/>
            <a:stretch>
              <a:fillRect/>
            </a:stretch>
          </p:blipFill>
          <p:spPr>
            <a:xfrm>
              <a:off x="5193" y="4066"/>
              <a:ext cx="499" cy="181"/>
            </a:xfrm>
            <a:prstGeom prst="rect">
              <a:avLst/>
            </a:prstGeom>
            <a:noFill/>
            <a:ln w="9525">
              <a:noFill/>
            </a:ln>
          </p:spPr>
        </p:pic>
        <p:sp>
          <p:nvSpPr>
            <p:cNvPr id="5139" name="Text Box 172">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135" name="Group 173"/>
          <p:cNvGrpSpPr/>
          <p:nvPr/>
        </p:nvGrpSpPr>
        <p:grpSpPr>
          <a:xfrm>
            <a:off x="6588125" y="6446838"/>
            <a:ext cx="792163" cy="366712"/>
            <a:chOff x="4695" y="4061"/>
            <a:chExt cx="499" cy="231"/>
          </a:xfrm>
        </p:grpSpPr>
        <p:pic>
          <p:nvPicPr>
            <p:cNvPr id="5136" name="Picture 174" descr="78900"/>
            <p:cNvPicPr>
              <a:picLocks noChangeAspect="1"/>
            </p:cNvPicPr>
            <p:nvPr/>
          </p:nvPicPr>
          <p:blipFill>
            <a:blip r:embed="rId14"/>
            <a:stretch>
              <a:fillRect/>
            </a:stretch>
          </p:blipFill>
          <p:spPr>
            <a:xfrm>
              <a:off x="4695" y="4107"/>
              <a:ext cx="499" cy="181"/>
            </a:xfrm>
            <a:prstGeom prst="rect">
              <a:avLst/>
            </a:prstGeom>
            <a:noFill/>
            <a:ln w="9525">
              <a:noFill/>
            </a:ln>
          </p:spPr>
        </p:pic>
        <p:sp>
          <p:nvSpPr>
            <p:cNvPr id="5137" name="Text Box 175">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2770"/>
                                        </p:tgtEl>
                                        <p:attrNameLst>
                                          <p:attrName>style.visibility</p:attrName>
                                        </p:attrNameLst>
                                      </p:cBhvr>
                                      <p:to>
                                        <p:strVal val="visible"/>
                                      </p:to>
                                    </p:set>
                                    <p:anim calcmode="lin" valueType="num">
                                      <p:cBhvr additive="base">
                                        <p:cTn id="7" dur="500" fill="hold"/>
                                        <p:tgtEl>
                                          <p:spTgt spid="32770"/>
                                        </p:tgtEl>
                                        <p:attrNameLst>
                                          <p:attrName>ppt_x</p:attrName>
                                        </p:attrNameLst>
                                      </p:cBhvr>
                                      <p:tavLst>
                                        <p:tav tm="0">
                                          <p:val>
                                            <p:strVal val="0-#ppt_w/2"/>
                                          </p:val>
                                        </p:tav>
                                        <p:tav tm="100000">
                                          <p:val>
                                            <p:strVal val="#ppt_x"/>
                                          </p:val>
                                        </p:tav>
                                      </p:tavLst>
                                    </p:anim>
                                    <p:anim calcmode="lin" valueType="num">
                                      <p:cBhvr additive="base">
                                        <p:cTn id="8" dur="500" fill="hold"/>
                                        <p:tgtEl>
                                          <p:spTgt spid="3277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linds(horizontal)">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linds(horizontal)">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linds(horizontal)">
                                      <p:cBhvr>
                                        <p:cTn id="23" dur="500"/>
                                        <p:tgtEl>
                                          <p:spTgt spid="2"/>
                                        </p:tgtEl>
                                      </p:cBhvr>
                                    </p:animEffect>
                                  </p:childTnLst>
                                </p:cTn>
                              </p:par>
                            </p:childTnLst>
                          </p:cTn>
                        </p:par>
                        <p:par>
                          <p:cTn id="24" fill="hold">
                            <p:stCondLst>
                              <p:cond delay="500"/>
                            </p:stCondLst>
                            <p:childTnLst>
                              <p:par>
                                <p:cTn id="25" presetID="2" presetClass="entr" presetSubtype="4" fill="hold" grpId="0" nodeType="afterEffect">
                                  <p:stCondLst>
                                    <p:cond delay="0"/>
                                  </p:stCondLst>
                                  <p:childTnLst>
                                    <p:set>
                                      <p:cBhvr>
                                        <p:cTn id="26" dur="1" fill="hold">
                                          <p:stCondLst>
                                            <p:cond delay="0"/>
                                          </p:stCondLst>
                                        </p:cTn>
                                        <p:tgtEl>
                                          <p:spTgt spid="32851"/>
                                        </p:tgtEl>
                                        <p:attrNameLst>
                                          <p:attrName>style.visibility</p:attrName>
                                        </p:attrNameLst>
                                      </p:cBhvr>
                                      <p:to>
                                        <p:strVal val="visible"/>
                                      </p:to>
                                    </p:set>
                                    <p:anim calcmode="lin" valueType="num">
                                      <p:cBhvr additive="base">
                                        <p:cTn id="27" dur="500" fill="hold"/>
                                        <p:tgtEl>
                                          <p:spTgt spid="32851"/>
                                        </p:tgtEl>
                                        <p:attrNameLst>
                                          <p:attrName>ppt_x</p:attrName>
                                        </p:attrNameLst>
                                      </p:cBhvr>
                                      <p:tavLst>
                                        <p:tav tm="0">
                                          <p:val>
                                            <p:strVal val="#ppt_x"/>
                                          </p:val>
                                        </p:tav>
                                        <p:tav tm="100000">
                                          <p:val>
                                            <p:strVal val="#ppt_x"/>
                                          </p:val>
                                        </p:tav>
                                      </p:tavLst>
                                    </p:anim>
                                    <p:anim calcmode="lin" valueType="num">
                                      <p:cBhvr additive="base">
                                        <p:cTn id="28" dur="500" fill="hold"/>
                                        <p:tgtEl>
                                          <p:spTgt spid="328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p:bldP spid="3285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9" name="Text Box 3"/>
          <p:cNvSpPr txBox="1"/>
          <p:nvPr/>
        </p:nvSpPr>
        <p:spPr>
          <a:xfrm>
            <a:off x="539750" y="476250"/>
            <a:ext cx="4176713" cy="579438"/>
          </a:xfrm>
          <a:prstGeom prst="rect">
            <a:avLst/>
          </a:prstGeom>
          <a:noFill/>
          <a:ln w="9525">
            <a:noFill/>
          </a:ln>
        </p:spPr>
        <p:txBody>
          <a:bodyPr>
            <a:spAutoFit/>
          </a:bodyPr>
          <a:p>
            <a:pPr>
              <a:spcBef>
                <a:spcPct val="50000"/>
              </a:spcBef>
            </a:pPr>
            <a:r>
              <a:rPr lang="en-US" altLang="zh-CN" dirty="0">
                <a:solidFill>
                  <a:schemeClr val="bg1"/>
                </a:solidFill>
                <a:latin typeface="楷体_GB2312" pitchFamily="49" charset="-122"/>
              </a:rPr>
              <a:t>3. </a:t>
            </a:r>
            <a:r>
              <a:rPr lang="zh-CN" altLang="en-US" dirty="0">
                <a:solidFill>
                  <a:schemeClr val="bg1"/>
                </a:solidFill>
                <a:latin typeface="楷体_GB2312" pitchFamily="49" charset="-122"/>
              </a:rPr>
              <a:t>三相负载及其联结</a:t>
            </a:r>
            <a:endParaRPr lang="zh-CN" altLang="en-US" dirty="0">
              <a:solidFill>
                <a:schemeClr val="bg1"/>
              </a:solidFill>
              <a:latin typeface="楷体_GB2312" pitchFamily="49" charset="-122"/>
            </a:endParaRPr>
          </a:p>
        </p:txBody>
      </p:sp>
      <p:sp>
        <p:nvSpPr>
          <p:cNvPr id="24661" name="Text Box 85"/>
          <p:cNvSpPr txBox="1"/>
          <p:nvPr/>
        </p:nvSpPr>
        <p:spPr>
          <a:xfrm>
            <a:off x="539750" y="2276475"/>
            <a:ext cx="2663825" cy="519113"/>
          </a:xfrm>
          <a:prstGeom prst="rect">
            <a:avLst/>
          </a:prstGeom>
          <a:noFill/>
          <a:ln w="9525">
            <a:noFill/>
          </a:ln>
        </p:spPr>
        <p:txBody>
          <a:bodyPr>
            <a:spAutoFit/>
          </a:bodyPr>
          <a:p>
            <a:pPr>
              <a:spcBef>
                <a:spcPct val="50000"/>
              </a:spcBef>
            </a:pPr>
            <a:r>
              <a:rPr lang="en-US" altLang="zh-CN" sz="2800" b="0" dirty="0">
                <a:latin typeface="Times New Roman" panose="02020603050405020304" pitchFamily="18" charset="0"/>
              </a:rPr>
              <a:t>(1)  </a:t>
            </a:r>
            <a:r>
              <a:rPr lang="zh-CN" altLang="en-US" sz="2800" dirty="0">
                <a:latin typeface="Times New Roman" panose="02020603050405020304" pitchFamily="18" charset="0"/>
              </a:rPr>
              <a:t>星形联结</a:t>
            </a:r>
            <a:endParaRPr lang="zh-CN" altLang="en-US" sz="2800" dirty="0">
              <a:latin typeface="Times New Roman" panose="02020603050405020304" pitchFamily="18" charset="0"/>
            </a:endParaRPr>
          </a:p>
        </p:txBody>
      </p:sp>
      <p:grpSp>
        <p:nvGrpSpPr>
          <p:cNvPr id="2" name="Group 173"/>
          <p:cNvGrpSpPr/>
          <p:nvPr/>
        </p:nvGrpSpPr>
        <p:grpSpPr>
          <a:xfrm>
            <a:off x="769938" y="5851525"/>
            <a:ext cx="6610350" cy="544513"/>
            <a:chOff x="485" y="3686"/>
            <a:chExt cx="4164" cy="343"/>
          </a:xfrm>
        </p:grpSpPr>
        <p:graphicFrame>
          <p:nvGraphicFramePr>
            <p:cNvPr id="6146" name="Object 89"/>
            <p:cNvGraphicFramePr/>
            <p:nvPr/>
          </p:nvGraphicFramePr>
          <p:xfrm>
            <a:off x="485" y="3686"/>
            <a:ext cx="1518" cy="320"/>
          </p:xfrm>
          <a:graphic>
            <a:graphicData uri="http://schemas.openxmlformats.org/presentationml/2006/ole">
              <mc:AlternateContent xmlns:mc="http://schemas.openxmlformats.org/markup-compatibility/2006">
                <mc:Choice xmlns:v="urn:schemas-microsoft-com:vml" Requires="v">
                  <p:oleObj spid="_x0000_s3082" name="" r:id="rId1" imgW="1205230" imgH="254000" progId="Equation.3">
                    <p:embed/>
                  </p:oleObj>
                </mc:Choice>
                <mc:Fallback>
                  <p:oleObj name="" r:id="rId1" imgW="1205230" imgH="254000" progId="Equation.3">
                    <p:embed/>
                    <p:pic>
                      <p:nvPicPr>
                        <p:cNvPr id="0" name="图片 3081"/>
                        <p:cNvPicPr/>
                        <p:nvPr/>
                      </p:nvPicPr>
                      <p:blipFill>
                        <a:blip r:embed="rId2">
                          <a:clrChange>
                            <a:clrFrom>
                              <a:srgbClr val="000000"/>
                            </a:clrFrom>
                            <a:clrTo>
                              <a:srgbClr val="FFFFFF"/>
                            </a:clrTo>
                          </a:clrChange>
                        </a:blip>
                        <a:stretch>
                          <a:fillRect/>
                        </a:stretch>
                      </p:blipFill>
                      <p:spPr>
                        <a:xfrm>
                          <a:off x="485" y="3686"/>
                          <a:ext cx="1518" cy="320"/>
                        </a:xfrm>
                        <a:prstGeom prst="rect">
                          <a:avLst/>
                        </a:prstGeom>
                        <a:noFill/>
                        <a:ln w="38100">
                          <a:noFill/>
                          <a:miter/>
                        </a:ln>
                      </p:spPr>
                    </p:pic>
                  </p:oleObj>
                </mc:Fallback>
              </mc:AlternateContent>
            </a:graphicData>
          </a:graphic>
        </p:graphicFrame>
        <p:sp>
          <p:nvSpPr>
            <p:cNvPr id="6206" name="Text Box 90"/>
            <p:cNvSpPr txBox="1"/>
            <p:nvPr/>
          </p:nvSpPr>
          <p:spPr>
            <a:xfrm>
              <a:off x="2064" y="3702"/>
              <a:ext cx="2585" cy="327"/>
            </a:xfrm>
            <a:prstGeom prst="rect">
              <a:avLst/>
            </a:prstGeom>
            <a:noFill/>
            <a:ln w="9525">
              <a:noFill/>
            </a:ln>
          </p:spPr>
          <p:txBody>
            <a:bodyPr>
              <a:spAutoFit/>
            </a:bodyPr>
            <a:p>
              <a:pPr>
                <a:spcBef>
                  <a:spcPct val="50000"/>
                </a:spcBef>
              </a:pPr>
              <a:r>
                <a:rPr lang="zh-CN" altLang="en-US" sz="2800" dirty="0">
                  <a:latin typeface="Arial" panose="020B0604020202020204" pitchFamily="34" charset="0"/>
                </a:rPr>
                <a:t>称为三相对称负载。</a:t>
              </a:r>
              <a:endParaRPr lang="zh-CN" altLang="en-US" sz="2800" dirty="0">
                <a:latin typeface="Arial" panose="020B0604020202020204" pitchFamily="34" charset="0"/>
              </a:endParaRPr>
            </a:p>
          </p:txBody>
        </p:sp>
      </p:grpSp>
      <p:sp>
        <p:nvSpPr>
          <p:cNvPr id="24681" name="Rectangle 105"/>
          <p:cNvSpPr/>
          <p:nvPr/>
        </p:nvSpPr>
        <p:spPr>
          <a:xfrm>
            <a:off x="539750" y="1052513"/>
            <a:ext cx="8208963" cy="1117600"/>
          </a:xfrm>
          <a:prstGeom prst="rect">
            <a:avLst/>
          </a:prstGeom>
          <a:noFill/>
          <a:ln w="9525">
            <a:noFill/>
          </a:ln>
        </p:spPr>
        <p:txBody>
          <a:bodyPr>
            <a:spAutoFit/>
          </a:bodyPr>
          <a:p>
            <a:pPr>
              <a:lnSpc>
                <a:spcPct val="120000"/>
              </a:lnSpc>
            </a:pPr>
            <a:r>
              <a:rPr lang="en-US" altLang="zh-CN" sz="2800" dirty="0">
                <a:latin typeface="Arial" panose="020B0604020202020204" pitchFamily="34" charset="0"/>
              </a:rPr>
              <a:t>       </a:t>
            </a:r>
            <a:r>
              <a:rPr lang="zh-CN" altLang="en-US" sz="2800" dirty="0">
                <a:latin typeface="Arial" panose="020B0604020202020204" pitchFamily="34" charset="0"/>
              </a:rPr>
              <a:t>三相电路的负载由三部分组成，其中每一部分称为一相负载，三相负载也有两种连结方式。</a:t>
            </a:r>
            <a:endParaRPr lang="zh-CN" altLang="en-US" sz="2800" dirty="0">
              <a:latin typeface="Arial" panose="020B0604020202020204" pitchFamily="34" charset="0"/>
            </a:endParaRPr>
          </a:p>
        </p:txBody>
      </p:sp>
      <p:grpSp>
        <p:nvGrpSpPr>
          <p:cNvPr id="3" name="Group 171"/>
          <p:cNvGrpSpPr/>
          <p:nvPr/>
        </p:nvGrpSpPr>
        <p:grpSpPr>
          <a:xfrm>
            <a:off x="755650" y="2968625"/>
            <a:ext cx="3529013" cy="2708275"/>
            <a:chOff x="476" y="1870"/>
            <a:chExt cx="2223" cy="1706"/>
          </a:xfrm>
        </p:grpSpPr>
        <p:sp>
          <p:nvSpPr>
            <p:cNvPr id="6185" name="Freeform 107"/>
            <p:cNvSpPr/>
            <p:nvPr/>
          </p:nvSpPr>
          <p:spPr>
            <a:xfrm flipH="1">
              <a:off x="839" y="2977"/>
              <a:ext cx="1796" cy="408"/>
            </a:xfrm>
            <a:custGeom>
              <a:avLst/>
              <a:gdLst>
                <a:gd name="txL" fmla="*/ 0 w 2184"/>
                <a:gd name="txT" fmla="*/ 0 h 426"/>
                <a:gd name="txR" fmla="*/ 2184 w 2184"/>
                <a:gd name="txB" fmla="*/ 426 h 426"/>
              </a:gdLst>
              <a:ahLst/>
              <a:cxnLst>
                <a:cxn ang="0">
                  <a:pos x="0" y="0"/>
                </a:cxn>
                <a:cxn ang="0">
                  <a:pos x="0" y="408"/>
                </a:cxn>
                <a:cxn ang="0">
                  <a:pos x="1796" y="408"/>
                </a:cxn>
              </a:cxnLst>
              <a:rect l="txL" t="txT" r="txR" b="txB"/>
              <a:pathLst>
                <a:path w="2184" h="426">
                  <a:moveTo>
                    <a:pt x="0" y="0"/>
                  </a:moveTo>
                  <a:lnTo>
                    <a:pt x="0" y="426"/>
                  </a:lnTo>
                  <a:lnTo>
                    <a:pt x="2184" y="426"/>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186" name="Text Box 108"/>
            <p:cNvSpPr txBox="1"/>
            <p:nvPr/>
          </p:nvSpPr>
          <p:spPr>
            <a:xfrm>
              <a:off x="476" y="1888"/>
              <a:ext cx="499"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6187" name="Text Box 109"/>
            <p:cNvSpPr txBox="1"/>
            <p:nvPr/>
          </p:nvSpPr>
          <p:spPr>
            <a:xfrm>
              <a:off x="476" y="2840"/>
              <a:ext cx="665"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6188" name="Text Box 110"/>
            <p:cNvSpPr txBox="1"/>
            <p:nvPr/>
          </p:nvSpPr>
          <p:spPr>
            <a:xfrm>
              <a:off x="488" y="3249"/>
              <a:ext cx="623"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6189" name="Text Box 111"/>
            <p:cNvSpPr txBox="1"/>
            <p:nvPr/>
          </p:nvSpPr>
          <p:spPr>
            <a:xfrm>
              <a:off x="476" y="2387"/>
              <a:ext cx="587"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6190" name="Text Box 112"/>
            <p:cNvSpPr txBox="1"/>
            <p:nvPr/>
          </p:nvSpPr>
          <p:spPr>
            <a:xfrm>
              <a:off x="1610" y="2024"/>
              <a:ext cx="396"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A</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6191" name="Text Box 113"/>
            <p:cNvSpPr txBox="1"/>
            <p:nvPr/>
          </p:nvSpPr>
          <p:spPr>
            <a:xfrm>
              <a:off x="2245" y="2342"/>
              <a:ext cx="409"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C</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6192" name="Text Box 114"/>
            <p:cNvSpPr txBox="1"/>
            <p:nvPr/>
          </p:nvSpPr>
          <p:spPr>
            <a:xfrm>
              <a:off x="1655" y="2795"/>
              <a:ext cx="364"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B</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6193" name="Line 115"/>
            <p:cNvSpPr/>
            <p:nvPr/>
          </p:nvSpPr>
          <p:spPr>
            <a:xfrm flipH="1">
              <a:off x="2019" y="1888"/>
              <a:ext cx="0" cy="635"/>
            </a:xfrm>
            <a:prstGeom prst="line">
              <a:avLst/>
            </a:prstGeom>
            <a:ln w="28575" cap="flat" cmpd="sng">
              <a:solidFill>
                <a:srgbClr val="FFCC00"/>
              </a:solidFill>
              <a:prstDash val="solid"/>
              <a:headEnd type="none" w="med" len="med"/>
              <a:tailEnd type="none" w="med" len="med"/>
            </a:ln>
          </p:spPr>
        </p:sp>
        <p:sp>
          <p:nvSpPr>
            <p:cNvPr id="6194" name="Line 116"/>
            <p:cNvSpPr/>
            <p:nvPr/>
          </p:nvSpPr>
          <p:spPr>
            <a:xfrm rot="7200000" flipH="1">
              <a:off x="2268" y="2363"/>
              <a:ext cx="90" cy="771"/>
            </a:xfrm>
            <a:prstGeom prst="line">
              <a:avLst/>
            </a:prstGeom>
            <a:ln w="28575" cap="flat" cmpd="sng">
              <a:solidFill>
                <a:srgbClr val="FFCC00"/>
              </a:solidFill>
              <a:prstDash val="solid"/>
              <a:headEnd type="none" w="med" len="med"/>
              <a:tailEnd type="none" w="med" len="med"/>
            </a:ln>
          </p:spPr>
        </p:sp>
        <p:sp>
          <p:nvSpPr>
            <p:cNvPr id="6195" name="Line 117"/>
            <p:cNvSpPr/>
            <p:nvPr/>
          </p:nvSpPr>
          <p:spPr>
            <a:xfrm rot="-7200000" flipH="1" flipV="1">
              <a:off x="1618" y="2358"/>
              <a:ext cx="90" cy="834"/>
            </a:xfrm>
            <a:prstGeom prst="line">
              <a:avLst/>
            </a:prstGeom>
            <a:ln w="28575" cap="flat" cmpd="sng">
              <a:solidFill>
                <a:srgbClr val="FFCC00"/>
              </a:solidFill>
              <a:prstDash val="solid"/>
              <a:headEnd type="none" w="med" len="med"/>
              <a:tailEnd type="none" w="med" len="med"/>
            </a:ln>
          </p:spPr>
        </p:sp>
        <p:sp>
          <p:nvSpPr>
            <p:cNvPr id="6196" name="Line 118"/>
            <p:cNvSpPr/>
            <p:nvPr/>
          </p:nvSpPr>
          <p:spPr>
            <a:xfrm>
              <a:off x="858" y="1888"/>
              <a:ext cx="1172" cy="0"/>
            </a:xfrm>
            <a:prstGeom prst="line">
              <a:avLst/>
            </a:prstGeom>
            <a:ln w="28575" cap="flat" cmpd="sng">
              <a:solidFill>
                <a:srgbClr val="FFCC00"/>
              </a:solidFill>
              <a:prstDash val="solid"/>
              <a:headEnd type="none" w="med" len="med"/>
              <a:tailEnd type="none" w="med" len="med"/>
            </a:ln>
          </p:spPr>
        </p:sp>
        <p:sp>
          <p:nvSpPr>
            <p:cNvPr id="6197" name="Line 119"/>
            <p:cNvSpPr/>
            <p:nvPr/>
          </p:nvSpPr>
          <p:spPr>
            <a:xfrm>
              <a:off x="867" y="2523"/>
              <a:ext cx="1144" cy="0"/>
            </a:xfrm>
            <a:prstGeom prst="line">
              <a:avLst/>
            </a:prstGeom>
            <a:ln w="28575" cap="flat" cmpd="sng">
              <a:solidFill>
                <a:srgbClr val="FFCC00"/>
              </a:solidFill>
              <a:prstDash val="solid"/>
              <a:headEnd type="none" w="med" len="med"/>
              <a:tailEnd type="oval" w="med" len="med"/>
            </a:ln>
          </p:spPr>
        </p:sp>
        <p:sp>
          <p:nvSpPr>
            <p:cNvPr id="6198" name="Line 120"/>
            <p:cNvSpPr/>
            <p:nvPr/>
          </p:nvSpPr>
          <p:spPr>
            <a:xfrm>
              <a:off x="839" y="3022"/>
              <a:ext cx="489" cy="0"/>
            </a:xfrm>
            <a:prstGeom prst="line">
              <a:avLst/>
            </a:prstGeom>
            <a:ln w="28575" cap="flat" cmpd="sng">
              <a:solidFill>
                <a:srgbClr val="FFCC00"/>
              </a:solidFill>
              <a:prstDash val="solid"/>
              <a:headEnd type="none" w="med" len="med"/>
              <a:tailEnd type="none" w="med" len="med"/>
            </a:ln>
          </p:spPr>
        </p:sp>
        <p:sp>
          <p:nvSpPr>
            <p:cNvPr id="6199" name="Oval 121"/>
            <p:cNvSpPr/>
            <p:nvPr/>
          </p:nvSpPr>
          <p:spPr>
            <a:xfrm>
              <a:off x="812" y="1870"/>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200" name="Oval 122"/>
            <p:cNvSpPr/>
            <p:nvPr/>
          </p:nvSpPr>
          <p:spPr>
            <a:xfrm>
              <a:off x="785" y="2995"/>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201" name="Oval 123"/>
            <p:cNvSpPr/>
            <p:nvPr/>
          </p:nvSpPr>
          <p:spPr>
            <a:xfrm>
              <a:off x="839" y="2505"/>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202" name="Oval 124"/>
            <p:cNvSpPr/>
            <p:nvPr/>
          </p:nvSpPr>
          <p:spPr>
            <a:xfrm>
              <a:off x="785" y="3357"/>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203" name="Rectangle 125"/>
            <p:cNvSpPr/>
            <p:nvPr/>
          </p:nvSpPr>
          <p:spPr>
            <a:xfrm rot="2071956">
              <a:off x="2200" y="270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6204" name="Rectangle 126"/>
            <p:cNvSpPr/>
            <p:nvPr/>
          </p:nvSpPr>
          <p:spPr>
            <a:xfrm rot="-2081709">
              <a:off x="1520" y="270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6205" name="Rectangle 127"/>
            <p:cNvSpPr/>
            <p:nvPr/>
          </p:nvSpPr>
          <p:spPr>
            <a:xfrm>
              <a:off x="1955" y="2024"/>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4" name="Group 172"/>
          <p:cNvGrpSpPr/>
          <p:nvPr/>
        </p:nvGrpSpPr>
        <p:grpSpPr>
          <a:xfrm>
            <a:off x="4716463" y="2349500"/>
            <a:ext cx="3527425" cy="3254375"/>
            <a:chOff x="2971" y="1480"/>
            <a:chExt cx="2222" cy="2050"/>
          </a:xfrm>
        </p:grpSpPr>
        <p:sp>
          <p:nvSpPr>
            <p:cNvPr id="6162" name="Freeform 129"/>
            <p:cNvSpPr/>
            <p:nvPr/>
          </p:nvSpPr>
          <p:spPr>
            <a:xfrm flipH="1">
              <a:off x="3288" y="2296"/>
              <a:ext cx="1905" cy="1061"/>
            </a:xfrm>
            <a:custGeom>
              <a:avLst/>
              <a:gdLst>
                <a:gd name="txL" fmla="*/ 0 w 2184"/>
                <a:gd name="txT" fmla="*/ 0 h 426"/>
                <a:gd name="txR" fmla="*/ 2184 w 2184"/>
                <a:gd name="txB" fmla="*/ 426 h 426"/>
              </a:gdLst>
              <a:ahLst/>
              <a:cxnLst>
                <a:cxn ang="0">
                  <a:pos x="0" y="0"/>
                </a:cxn>
                <a:cxn ang="0">
                  <a:pos x="0" y="1061"/>
                </a:cxn>
                <a:cxn ang="0">
                  <a:pos x="1905" y="1061"/>
                </a:cxn>
              </a:cxnLst>
              <a:rect l="txL" t="txT" r="txR" b="txB"/>
              <a:pathLst>
                <a:path w="2184" h="426">
                  <a:moveTo>
                    <a:pt x="0" y="0"/>
                  </a:moveTo>
                  <a:lnTo>
                    <a:pt x="0" y="426"/>
                  </a:lnTo>
                  <a:lnTo>
                    <a:pt x="2184" y="426"/>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163" name="Text Box 130"/>
            <p:cNvSpPr txBox="1"/>
            <p:nvPr/>
          </p:nvSpPr>
          <p:spPr>
            <a:xfrm>
              <a:off x="2971" y="1480"/>
              <a:ext cx="681"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6164" name="Text Box 131"/>
            <p:cNvSpPr txBox="1"/>
            <p:nvPr/>
          </p:nvSpPr>
          <p:spPr>
            <a:xfrm>
              <a:off x="2971" y="2160"/>
              <a:ext cx="620"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6165" name="Text Box 132"/>
            <p:cNvSpPr txBox="1"/>
            <p:nvPr/>
          </p:nvSpPr>
          <p:spPr>
            <a:xfrm>
              <a:off x="2971" y="2750"/>
              <a:ext cx="578"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6166" name="Text Box 133"/>
            <p:cNvSpPr txBox="1"/>
            <p:nvPr/>
          </p:nvSpPr>
          <p:spPr>
            <a:xfrm>
              <a:off x="2971" y="3203"/>
              <a:ext cx="496"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6167" name="Text Box 134"/>
            <p:cNvSpPr txBox="1"/>
            <p:nvPr/>
          </p:nvSpPr>
          <p:spPr>
            <a:xfrm>
              <a:off x="4150" y="1661"/>
              <a:ext cx="396"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A</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6168" name="Text Box 135"/>
            <p:cNvSpPr txBox="1"/>
            <p:nvPr/>
          </p:nvSpPr>
          <p:spPr>
            <a:xfrm>
              <a:off x="4196" y="2977"/>
              <a:ext cx="409"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C</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6169" name="Text Box 136"/>
            <p:cNvSpPr txBox="1"/>
            <p:nvPr/>
          </p:nvSpPr>
          <p:spPr>
            <a:xfrm>
              <a:off x="4196" y="2341"/>
              <a:ext cx="364"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B</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6170" name="Line 137"/>
            <p:cNvSpPr/>
            <p:nvPr/>
          </p:nvSpPr>
          <p:spPr>
            <a:xfrm rot="5400000" flipH="1">
              <a:off x="4376" y="1207"/>
              <a:ext cx="0" cy="817"/>
            </a:xfrm>
            <a:prstGeom prst="line">
              <a:avLst/>
            </a:prstGeom>
            <a:ln w="28575" cap="flat" cmpd="sng">
              <a:solidFill>
                <a:srgbClr val="FFCC00"/>
              </a:solidFill>
              <a:prstDash val="solid"/>
              <a:headEnd type="none" w="med" len="med"/>
              <a:tailEnd type="none" w="med" len="med"/>
            </a:ln>
          </p:spPr>
        </p:sp>
        <p:sp>
          <p:nvSpPr>
            <p:cNvPr id="6171" name="Line 138"/>
            <p:cNvSpPr/>
            <p:nvPr/>
          </p:nvSpPr>
          <p:spPr>
            <a:xfrm flipV="1">
              <a:off x="3334" y="1616"/>
              <a:ext cx="644" cy="0"/>
            </a:xfrm>
            <a:prstGeom prst="line">
              <a:avLst/>
            </a:prstGeom>
            <a:ln w="28575" cap="flat" cmpd="sng">
              <a:solidFill>
                <a:srgbClr val="FFCC00"/>
              </a:solidFill>
              <a:prstDash val="solid"/>
              <a:headEnd type="none" w="med" len="med"/>
              <a:tailEnd type="none" w="med" len="med"/>
            </a:ln>
          </p:spPr>
        </p:sp>
        <p:sp>
          <p:nvSpPr>
            <p:cNvPr id="6172" name="Oval 139"/>
            <p:cNvSpPr/>
            <p:nvPr/>
          </p:nvSpPr>
          <p:spPr>
            <a:xfrm>
              <a:off x="3288" y="1598"/>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173" name="Oval 140"/>
            <p:cNvSpPr/>
            <p:nvPr/>
          </p:nvSpPr>
          <p:spPr>
            <a:xfrm>
              <a:off x="3243" y="3339"/>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174" name="Line 141"/>
            <p:cNvSpPr/>
            <p:nvPr/>
          </p:nvSpPr>
          <p:spPr>
            <a:xfrm rot="5400000" flipH="1">
              <a:off x="4376" y="1887"/>
              <a:ext cx="0" cy="817"/>
            </a:xfrm>
            <a:prstGeom prst="line">
              <a:avLst/>
            </a:prstGeom>
            <a:ln w="28575" cap="flat" cmpd="sng">
              <a:solidFill>
                <a:srgbClr val="FFCC00"/>
              </a:solidFill>
              <a:prstDash val="solid"/>
              <a:headEnd type="oval" w="med" len="med"/>
              <a:tailEnd type="none" w="med" len="med"/>
            </a:ln>
          </p:spPr>
        </p:sp>
        <p:sp>
          <p:nvSpPr>
            <p:cNvPr id="6175" name="Line 142"/>
            <p:cNvSpPr/>
            <p:nvPr/>
          </p:nvSpPr>
          <p:spPr>
            <a:xfrm flipV="1">
              <a:off x="3334" y="2296"/>
              <a:ext cx="635" cy="0"/>
            </a:xfrm>
            <a:prstGeom prst="line">
              <a:avLst/>
            </a:prstGeom>
            <a:ln w="28575" cap="flat" cmpd="sng">
              <a:solidFill>
                <a:srgbClr val="FFCC00"/>
              </a:solidFill>
              <a:prstDash val="solid"/>
              <a:headEnd type="none" w="med" len="med"/>
              <a:tailEnd type="none" w="med" len="med"/>
            </a:ln>
          </p:spPr>
        </p:sp>
        <p:sp>
          <p:nvSpPr>
            <p:cNvPr id="6176" name="Oval 143"/>
            <p:cNvSpPr/>
            <p:nvPr/>
          </p:nvSpPr>
          <p:spPr>
            <a:xfrm>
              <a:off x="3287" y="2278"/>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177" name="Line 144"/>
            <p:cNvSpPr/>
            <p:nvPr/>
          </p:nvSpPr>
          <p:spPr>
            <a:xfrm rot="5400000" flipH="1">
              <a:off x="4376" y="2522"/>
              <a:ext cx="0" cy="817"/>
            </a:xfrm>
            <a:prstGeom prst="line">
              <a:avLst/>
            </a:prstGeom>
            <a:ln w="28575" cap="flat" cmpd="sng">
              <a:solidFill>
                <a:srgbClr val="FFCC00"/>
              </a:solidFill>
              <a:prstDash val="solid"/>
              <a:headEnd type="none" w="med" len="med"/>
              <a:tailEnd type="none" w="med" len="med"/>
            </a:ln>
          </p:spPr>
        </p:sp>
        <p:sp>
          <p:nvSpPr>
            <p:cNvPr id="6178" name="Line 145"/>
            <p:cNvSpPr/>
            <p:nvPr/>
          </p:nvSpPr>
          <p:spPr>
            <a:xfrm flipV="1">
              <a:off x="3334" y="2931"/>
              <a:ext cx="644" cy="0"/>
            </a:xfrm>
            <a:prstGeom prst="line">
              <a:avLst/>
            </a:prstGeom>
            <a:ln w="28575" cap="flat" cmpd="sng">
              <a:solidFill>
                <a:srgbClr val="FFCC00"/>
              </a:solidFill>
              <a:prstDash val="solid"/>
              <a:headEnd type="none" w="med" len="med"/>
              <a:tailEnd type="none" w="med" len="med"/>
            </a:ln>
          </p:spPr>
        </p:sp>
        <p:sp>
          <p:nvSpPr>
            <p:cNvPr id="6179" name="Oval 146"/>
            <p:cNvSpPr/>
            <p:nvPr/>
          </p:nvSpPr>
          <p:spPr>
            <a:xfrm>
              <a:off x="3288" y="2913"/>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180" name="Line 147"/>
            <p:cNvSpPr/>
            <p:nvPr/>
          </p:nvSpPr>
          <p:spPr>
            <a:xfrm>
              <a:off x="4785" y="1616"/>
              <a:ext cx="0" cy="1312"/>
            </a:xfrm>
            <a:prstGeom prst="line">
              <a:avLst/>
            </a:prstGeom>
            <a:ln w="28575" cap="flat" cmpd="sng">
              <a:solidFill>
                <a:srgbClr val="FFCC00"/>
              </a:solidFill>
              <a:prstDash val="solid"/>
              <a:headEnd type="none" w="med" len="med"/>
              <a:tailEnd type="none" w="med" len="med"/>
            </a:ln>
          </p:spPr>
        </p:sp>
        <p:sp>
          <p:nvSpPr>
            <p:cNvPr id="6181" name="Line 148"/>
            <p:cNvSpPr/>
            <p:nvPr/>
          </p:nvSpPr>
          <p:spPr>
            <a:xfrm>
              <a:off x="4785" y="2296"/>
              <a:ext cx="408" cy="0"/>
            </a:xfrm>
            <a:prstGeom prst="line">
              <a:avLst/>
            </a:prstGeom>
            <a:ln w="28575" cap="flat" cmpd="sng">
              <a:solidFill>
                <a:srgbClr val="FFCC00"/>
              </a:solidFill>
              <a:prstDash val="solid"/>
              <a:headEnd type="none" w="med" len="med"/>
              <a:tailEnd type="none" w="med" len="med"/>
            </a:ln>
          </p:spPr>
        </p:sp>
        <p:sp>
          <p:nvSpPr>
            <p:cNvPr id="6182" name="Rectangle 149"/>
            <p:cNvSpPr/>
            <p:nvPr/>
          </p:nvSpPr>
          <p:spPr>
            <a:xfrm>
              <a:off x="4241" y="286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6183" name="Rectangle 150"/>
            <p:cNvSpPr/>
            <p:nvPr/>
          </p:nvSpPr>
          <p:spPr>
            <a:xfrm>
              <a:off x="4241" y="2233"/>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6184" name="Rectangle 151"/>
            <p:cNvSpPr/>
            <p:nvPr/>
          </p:nvSpPr>
          <p:spPr>
            <a:xfrm>
              <a:off x="4196" y="1552"/>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6153" name="Group 162"/>
          <p:cNvGrpSpPr/>
          <p:nvPr/>
        </p:nvGrpSpPr>
        <p:grpSpPr>
          <a:xfrm>
            <a:off x="8316913" y="6445250"/>
            <a:ext cx="792162" cy="366713"/>
            <a:chOff x="5193" y="4020"/>
            <a:chExt cx="499" cy="231"/>
          </a:xfrm>
        </p:grpSpPr>
        <p:pic>
          <p:nvPicPr>
            <p:cNvPr id="6160" name="Picture 163"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6161" name="Text Box 16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154" name="Group 165"/>
          <p:cNvGrpSpPr/>
          <p:nvPr/>
        </p:nvGrpSpPr>
        <p:grpSpPr>
          <a:xfrm>
            <a:off x="7451725" y="6445250"/>
            <a:ext cx="792163" cy="366713"/>
            <a:chOff x="5193" y="4020"/>
            <a:chExt cx="499" cy="231"/>
          </a:xfrm>
        </p:grpSpPr>
        <p:pic>
          <p:nvPicPr>
            <p:cNvPr id="6158" name="Picture 166"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6159" name="Text Box 167">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155" name="Group 168"/>
          <p:cNvGrpSpPr/>
          <p:nvPr/>
        </p:nvGrpSpPr>
        <p:grpSpPr>
          <a:xfrm>
            <a:off x="6588125" y="6446838"/>
            <a:ext cx="792163" cy="366712"/>
            <a:chOff x="4695" y="4061"/>
            <a:chExt cx="499" cy="231"/>
          </a:xfrm>
        </p:grpSpPr>
        <p:pic>
          <p:nvPicPr>
            <p:cNvPr id="6156" name="Picture 169" descr="78900"/>
            <p:cNvPicPr>
              <a:picLocks noChangeAspect="1"/>
            </p:cNvPicPr>
            <p:nvPr/>
          </p:nvPicPr>
          <p:blipFill>
            <a:blip r:embed="rId3"/>
            <a:stretch>
              <a:fillRect/>
            </a:stretch>
          </p:blipFill>
          <p:spPr>
            <a:xfrm>
              <a:off x="4695" y="4107"/>
              <a:ext cx="499" cy="181"/>
            </a:xfrm>
            <a:prstGeom prst="rect">
              <a:avLst/>
            </a:prstGeom>
            <a:noFill/>
            <a:ln w="9525">
              <a:noFill/>
            </a:ln>
          </p:spPr>
        </p:pic>
        <p:sp>
          <p:nvSpPr>
            <p:cNvPr id="6157" name="Text Box 170">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4579"/>
                                        </p:tgtEl>
                                        <p:attrNameLst>
                                          <p:attrName>style.visibility</p:attrName>
                                        </p:attrNameLst>
                                      </p:cBhvr>
                                      <p:to>
                                        <p:strVal val="visible"/>
                                      </p:to>
                                    </p:set>
                                    <p:anim calcmode="lin" valueType="num">
                                      <p:cBhvr additive="base">
                                        <p:cTn id="7" dur="500" fill="hold"/>
                                        <p:tgtEl>
                                          <p:spTgt spid="24579"/>
                                        </p:tgtEl>
                                        <p:attrNameLst>
                                          <p:attrName>ppt_x</p:attrName>
                                        </p:attrNameLst>
                                      </p:cBhvr>
                                      <p:tavLst>
                                        <p:tav tm="0">
                                          <p:val>
                                            <p:strVal val="0-#ppt_w/2"/>
                                          </p:val>
                                        </p:tav>
                                        <p:tav tm="100000">
                                          <p:val>
                                            <p:strVal val="#ppt_x"/>
                                          </p:val>
                                        </p:tav>
                                      </p:tavLst>
                                    </p:anim>
                                    <p:anim calcmode="lin" valueType="num">
                                      <p:cBhvr additive="base">
                                        <p:cTn id="8" dur="500" fill="hold"/>
                                        <p:tgtEl>
                                          <p:spTgt spid="2457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4681"/>
                                        </p:tgtEl>
                                        <p:attrNameLst>
                                          <p:attrName>style.visibility</p:attrName>
                                        </p:attrNameLst>
                                      </p:cBhvr>
                                      <p:to>
                                        <p:strVal val="visible"/>
                                      </p:to>
                                    </p:set>
                                    <p:animEffect transition="in" filter="blinds(horizontal)">
                                      <p:cBhvr>
                                        <p:cTn id="13" dur="500"/>
                                        <p:tgtEl>
                                          <p:spTgt spid="2468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24661"/>
                                        </p:tgtEl>
                                        <p:attrNameLst>
                                          <p:attrName>style.visibility</p:attrName>
                                        </p:attrNameLst>
                                      </p:cBhvr>
                                      <p:to>
                                        <p:strVal val="visible"/>
                                      </p:to>
                                    </p:set>
                                    <p:anim calcmode="lin" valueType="num">
                                      <p:cBhvr additive="base">
                                        <p:cTn id="18" dur="500" fill="hold"/>
                                        <p:tgtEl>
                                          <p:spTgt spid="24661"/>
                                        </p:tgtEl>
                                        <p:attrNameLst>
                                          <p:attrName>ppt_x</p:attrName>
                                        </p:attrNameLst>
                                      </p:cBhvr>
                                      <p:tavLst>
                                        <p:tav tm="0">
                                          <p:val>
                                            <p:strVal val="0-#ppt_w/2"/>
                                          </p:val>
                                        </p:tav>
                                        <p:tav tm="100000">
                                          <p:val>
                                            <p:strVal val="#ppt_x"/>
                                          </p:val>
                                        </p:tav>
                                      </p:tavLst>
                                    </p:anim>
                                    <p:anim calcmode="lin" valueType="num">
                                      <p:cBhvr additive="base">
                                        <p:cTn id="19" dur="500" fill="hold"/>
                                        <p:tgtEl>
                                          <p:spTgt spid="24661"/>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blinds(horizontal)">
                                      <p:cBhvr>
                                        <p:cTn id="24" dur="500"/>
                                        <p:tgtEl>
                                          <p:spTgt spid="3"/>
                                        </p:tgtEl>
                                      </p:cBhvr>
                                    </p:animEffect>
                                  </p:childTnLst>
                                </p:cTn>
                              </p:par>
                            </p:childTnLst>
                          </p:cTn>
                        </p:par>
                        <p:par>
                          <p:cTn id="25" fill="hold">
                            <p:stCondLst>
                              <p:cond delay="500"/>
                            </p:stCondLst>
                            <p:childTnLst>
                              <p:par>
                                <p:cTn id="26" presetID="3" presetClass="entr" presetSubtype="10" fill="hold"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blinds(horizontal)">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55" presetClass="entr" presetSubtype="0"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 calcmode="lin" valueType="num">
                                      <p:cBhvr>
                                        <p:cTn id="33" dur="1000" fill="hold"/>
                                        <p:tgtEl>
                                          <p:spTgt spid="2"/>
                                        </p:tgtEl>
                                        <p:attrNameLst>
                                          <p:attrName>ppt_w</p:attrName>
                                        </p:attrNameLst>
                                      </p:cBhvr>
                                      <p:tavLst>
                                        <p:tav tm="0">
                                          <p:val>
                                            <p:strVal val="#ppt_w*0.70"/>
                                          </p:val>
                                        </p:tav>
                                        <p:tav tm="100000">
                                          <p:val>
                                            <p:strVal val="#ppt_w"/>
                                          </p:val>
                                        </p:tav>
                                      </p:tavLst>
                                    </p:anim>
                                    <p:anim calcmode="lin" valueType="num">
                                      <p:cBhvr>
                                        <p:cTn id="34" dur="1000" fill="hold"/>
                                        <p:tgtEl>
                                          <p:spTgt spid="2"/>
                                        </p:tgtEl>
                                        <p:attrNameLst>
                                          <p:attrName>ppt_h</p:attrName>
                                        </p:attrNameLst>
                                      </p:cBhvr>
                                      <p:tavLst>
                                        <p:tav tm="0">
                                          <p:val>
                                            <p:strVal val="#ppt_h"/>
                                          </p:val>
                                        </p:tav>
                                        <p:tav tm="100000">
                                          <p:val>
                                            <p:strVal val="#ppt_h"/>
                                          </p:val>
                                        </p:tav>
                                      </p:tavLst>
                                    </p:anim>
                                    <p:animEffect transition="in" filter="fade">
                                      <p:cBhvr>
                                        <p:cTn id="35"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p:bldP spid="24661" grpId="0"/>
      <p:bldP spid="2468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65" name="Text Box 41"/>
          <p:cNvSpPr txBox="1"/>
          <p:nvPr/>
        </p:nvSpPr>
        <p:spPr>
          <a:xfrm>
            <a:off x="684213" y="620713"/>
            <a:ext cx="3024187" cy="519112"/>
          </a:xfrm>
          <a:prstGeom prst="rect">
            <a:avLst/>
          </a:prstGeom>
          <a:noFill/>
          <a:ln w="9525">
            <a:noFill/>
          </a:ln>
        </p:spPr>
        <p:txBody>
          <a:bodyPr>
            <a:spAutoFit/>
          </a:bodyPr>
          <a:p>
            <a:pPr>
              <a:spcBef>
                <a:spcPct val="50000"/>
              </a:spcBef>
            </a:pPr>
            <a:r>
              <a:rPr lang="en-US" altLang="zh-CN" sz="2800" b="0" dirty="0">
                <a:latin typeface="Times New Roman" panose="02020603050405020304" pitchFamily="18" charset="0"/>
                <a:sym typeface="Symbol" panose="05050102010706020507" pitchFamily="18" charset="2"/>
              </a:rPr>
              <a:t>(2)</a:t>
            </a:r>
            <a:r>
              <a:rPr lang="en-US" altLang="zh-CN" sz="2800" dirty="0">
                <a:latin typeface="Times New Roman" panose="02020603050405020304" pitchFamily="18" charset="0"/>
                <a:sym typeface="Symbol" panose="05050102010706020507" pitchFamily="18" charset="2"/>
              </a:rPr>
              <a:t> </a:t>
            </a:r>
            <a:r>
              <a:rPr lang="zh-CN" altLang="en-US" sz="2800" dirty="0">
                <a:latin typeface="Times New Roman" panose="02020603050405020304" pitchFamily="18" charset="0"/>
                <a:sym typeface="Symbol" panose="05050102010706020507" pitchFamily="18" charset="2"/>
              </a:rPr>
              <a:t>三角形联结</a:t>
            </a:r>
            <a:endParaRPr lang="zh-CN" altLang="en-US" sz="2800" dirty="0">
              <a:latin typeface="Times New Roman" panose="02020603050405020304" pitchFamily="18" charset="0"/>
            </a:endParaRPr>
          </a:p>
        </p:txBody>
      </p:sp>
      <p:grpSp>
        <p:nvGrpSpPr>
          <p:cNvPr id="2" name="Group 111"/>
          <p:cNvGrpSpPr/>
          <p:nvPr/>
        </p:nvGrpSpPr>
        <p:grpSpPr>
          <a:xfrm>
            <a:off x="844550" y="1484313"/>
            <a:ext cx="4373563" cy="2665412"/>
            <a:chOff x="532" y="935"/>
            <a:chExt cx="2755" cy="1679"/>
          </a:xfrm>
        </p:grpSpPr>
        <p:sp>
          <p:nvSpPr>
            <p:cNvPr id="7203" name="Line 53"/>
            <p:cNvSpPr/>
            <p:nvPr/>
          </p:nvSpPr>
          <p:spPr>
            <a:xfrm rot="-1800000">
              <a:off x="2665" y="1008"/>
              <a:ext cx="165" cy="1134"/>
            </a:xfrm>
            <a:prstGeom prst="line">
              <a:avLst/>
            </a:prstGeom>
            <a:ln w="28575" cap="flat" cmpd="sng">
              <a:solidFill>
                <a:srgbClr val="FFCC00"/>
              </a:solidFill>
              <a:prstDash val="solid"/>
              <a:headEnd type="oval" w="med" len="med"/>
              <a:tailEnd type="oval" w="med" len="med"/>
            </a:ln>
          </p:spPr>
        </p:sp>
        <p:sp>
          <p:nvSpPr>
            <p:cNvPr id="7204" name="Line 54"/>
            <p:cNvSpPr/>
            <p:nvPr/>
          </p:nvSpPr>
          <p:spPr>
            <a:xfrm rot="-9000000" flipH="1">
              <a:off x="1826" y="978"/>
              <a:ext cx="272" cy="1179"/>
            </a:xfrm>
            <a:prstGeom prst="line">
              <a:avLst/>
            </a:prstGeom>
            <a:ln w="28575" cap="flat" cmpd="sng">
              <a:solidFill>
                <a:srgbClr val="FFCC00"/>
              </a:solidFill>
              <a:prstDash val="solid"/>
              <a:headEnd type="oval" w="med" len="med"/>
              <a:tailEnd type="oval" w="med" len="med"/>
            </a:ln>
          </p:spPr>
        </p:sp>
        <p:sp>
          <p:nvSpPr>
            <p:cNvPr id="7205" name="Line 55"/>
            <p:cNvSpPr/>
            <p:nvPr/>
          </p:nvSpPr>
          <p:spPr>
            <a:xfrm>
              <a:off x="929" y="1107"/>
              <a:ext cx="1452" cy="0"/>
            </a:xfrm>
            <a:prstGeom prst="line">
              <a:avLst/>
            </a:prstGeom>
            <a:ln w="28575" cap="flat" cmpd="sng">
              <a:solidFill>
                <a:srgbClr val="FFCC00"/>
              </a:solidFill>
              <a:prstDash val="solid"/>
              <a:headEnd type="none" w="med" len="med"/>
              <a:tailEnd type="none" w="med" len="med"/>
            </a:ln>
          </p:spPr>
        </p:sp>
        <p:sp>
          <p:nvSpPr>
            <p:cNvPr id="7206" name="Line 56"/>
            <p:cNvSpPr/>
            <p:nvPr/>
          </p:nvSpPr>
          <p:spPr>
            <a:xfrm>
              <a:off x="929" y="2015"/>
              <a:ext cx="2177" cy="0"/>
            </a:xfrm>
            <a:prstGeom prst="line">
              <a:avLst/>
            </a:prstGeom>
            <a:ln w="28575" cap="flat" cmpd="sng">
              <a:solidFill>
                <a:srgbClr val="FFCC00"/>
              </a:solidFill>
              <a:prstDash val="solid"/>
              <a:headEnd type="none" w="med" len="med"/>
              <a:tailEnd type="none" w="med" len="med"/>
            </a:ln>
          </p:spPr>
        </p:sp>
        <p:sp>
          <p:nvSpPr>
            <p:cNvPr id="7207" name="Oval 57"/>
            <p:cNvSpPr/>
            <p:nvPr/>
          </p:nvSpPr>
          <p:spPr>
            <a:xfrm>
              <a:off x="883" y="1080"/>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208" name="Oval 58"/>
            <p:cNvSpPr/>
            <p:nvPr/>
          </p:nvSpPr>
          <p:spPr>
            <a:xfrm>
              <a:off x="883" y="1987"/>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209" name="Oval 59"/>
            <p:cNvSpPr/>
            <p:nvPr/>
          </p:nvSpPr>
          <p:spPr>
            <a:xfrm>
              <a:off x="838" y="2441"/>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210" name="Freeform 60"/>
            <p:cNvSpPr/>
            <p:nvPr/>
          </p:nvSpPr>
          <p:spPr>
            <a:xfrm flipH="1">
              <a:off x="883" y="2060"/>
              <a:ext cx="2216" cy="408"/>
            </a:xfrm>
            <a:custGeom>
              <a:avLst/>
              <a:gdLst>
                <a:gd name="txL" fmla="*/ 0 w 2184"/>
                <a:gd name="txT" fmla="*/ 0 h 426"/>
                <a:gd name="txR" fmla="*/ 2184 w 2184"/>
                <a:gd name="txB" fmla="*/ 426 h 426"/>
              </a:gdLst>
              <a:ahLst/>
              <a:cxnLst>
                <a:cxn ang="0">
                  <a:pos x="0" y="0"/>
                </a:cxn>
                <a:cxn ang="0">
                  <a:pos x="0" y="408"/>
                </a:cxn>
                <a:cxn ang="0">
                  <a:pos x="2216" y="408"/>
                </a:cxn>
              </a:cxnLst>
              <a:rect l="txL" t="txT" r="txR" b="txB"/>
              <a:pathLst>
                <a:path w="2184" h="426">
                  <a:moveTo>
                    <a:pt x="0" y="0"/>
                  </a:moveTo>
                  <a:lnTo>
                    <a:pt x="0" y="426"/>
                  </a:lnTo>
                  <a:lnTo>
                    <a:pt x="2184" y="426"/>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211" name="Text Box 61"/>
            <p:cNvSpPr txBox="1"/>
            <p:nvPr/>
          </p:nvSpPr>
          <p:spPr>
            <a:xfrm>
              <a:off x="567" y="935"/>
              <a:ext cx="540"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212" name="Text Box 62"/>
            <p:cNvSpPr txBox="1"/>
            <p:nvPr/>
          </p:nvSpPr>
          <p:spPr>
            <a:xfrm>
              <a:off x="566" y="1833"/>
              <a:ext cx="635"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213" name="Text Box 63"/>
            <p:cNvSpPr txBox="1"/>
            <p:nvPr/>
          </p:nvSpPr>
          <p:spPr>
            <a:xfrm>
              <a:off x="532" y="2287"/>
              <a:ext cx="669"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214" name="Text Box 64"/>
            <p:cNvSpPr txBox="1"/>
            <p:nvPr/>
          </p:nvSpPr>
          <p:spPr>
            <a:xfrm>
              <a:off x="2063" y="2060"/>
              <a:ext cx="623"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BC</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7215" name="Text Box 65"/>
            <p:cNvSpPr txBox="1"/>
            <p:nvPr/>
          </p:nvSpPr>
          <p:spPr>
            <a:xfrm>
              <a:off x="2743" y="1243"/>
              <a:ext cx="544"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CA</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7216" name="Text Box 66"/>
            <p:cNvSpPr txBox="1"/>
            <p:nvPr/>
          </p:nvSpPr>
          <p:spPr>
            <a:xfrm>
              <a:off x="1428" y="1289"/>
              <a:ext cx="538"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AB</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7217" name="Rectangle 67"/>
            <p:cNvSpPr/>
            <p:nvPr/>
          </p:nvSpPr>
          <p:spPr>
            <a:xfrm>
              <a:off x="2199" y="196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7218" name="Rectangle 68"/>
            <p:cNvSpPr/>
            <p:nvPr/>
          </p:nvSpPr>
          <p:spPr>
            <a:xfrm rot="2750552">
              <a:off x="2562" y="146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7219" name="Rectangle 69"/>
            <p:cNvSpPr/>
            <p:nvPr/>
          </p:nvSpPr>
          <p:spPr>
            <a:xfrm rot="-2614009">
              <a:off x="1836" y="147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3" name="Group 112"/>
          <p:cNvGrpSpPr/>
          <p:nvPr/>
        </p:nvGrpSpPr>
        <p:grpSpPr>
          <a:xfrm>
            <a:off x="5580063" y="1484313"/>
            <a:ext cx="2981325" cy="2809875"/>
            <a:chOff x="3515" y="935"/>
            <a:chExt cx="1878" cy="1770"/>
          </a:xfrm>
        </p:grpSpPr>
        <p:sp>
          <p:nvSpPr>
            <p:cNvPr id="7185" name="Line 71"/>
            <p:cNvSpPr/>
            <p:nvPr/>
          </p:nvSpPr>
          <p:spPr>
            <a:xfrm rot="10800000">
              <a:off x="5329" y="1062"/>
              <a:ext cx="0" cy="1452"/>
            </a:xfrm>
            <a:prstGeom prst="line">
              <a:avLst/>
            </a:prstGeom>
            <a:ln w="28575" cap="flat" cmpd="sng">
              <a:solidFill>
                <a:srgbClr val="FFCC00"/>
              </a:solidFill>
              <a:prstDash val="solid"/>
              <a:headEnd type="none" w="med" len="med"/>
              <a:tailEnd type="none" w="med" len="med"/>
            </a:ln>
          </p:spPr>
        </p:sp>
        <p:sp>
          <p:nvSpPr>
            <p:cNvPr id="7186" name="Line 72"/>
            <p:cNvSpPr/>
            <p:nvPr/>
          </p:nvSpPr>
          <p:spPr>
            <a:xfrm>
              <a:off x="3878" y="1062"/>
              <a:ext cx="1475" cy="0"/>
            </a:xfrm>
            <a:prstGeom prst="line">
              <a:avLst/>
            </a:prstGeom>
            <a:ln w="28575" cap="flat" cmpd="sng">
              <a:solidFill>
                <a:srgbClr val="FFCC00"/>
              </a:solidFill>
              <a:prstDash val="solid"/>
              <a:headEnd type="none" w="med" len="med"/>
              <a:tailEnd type="none" w="med" len="med"/>
            </a:ln>
          </p:spPr>
        </p:sp>
        <p:sp>
          <p:nvSpPr>
            <p:cNvPr id="7187" name="Oval 73"/>
            <p:cNvSpPr/>
            <p:nvPr/>
          </p:nvSpPr>
          <p:spPr>
            <a:xfrm>
              <a:off x="3832" y="1044"/>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188" name="Line 74"/>
            <p:cNvSpPr/>
            <p:nvPr/>
          </p:nvSpPr>
          <p:spPr>
            <a:xfrm flipV="1">
              <a:off x="3878" y="1788"/>
              <a:ext cx="888" cy="0"/>
            </a:xfrm>
            <a:prstGeom prst="line">
              <a:avLst/>
            </a:prstGeom>
            <a:ln w="28575" cap="flat" cmpd="sng">
              <a:solidFill>
                <a:srgbClr val="FFCC00"/>
              </a:solidFill>
              <a:prstDash val="solid"/>
              <a:headEnd type="none" w="med" len="med"/>
              <a:tailEnd type="none" w="med" len="med"/>
            </a:ln>
          </p:spPr>
        </p:sp>
        <p:sp>
          <p:nvSpPr>
            <p:cNvPr id="7189" name="Oval 75"/>
            <p:cNvSpPr/>
            <p:nvPr/>
          </p:nvSpPr>
          <p:spPr>
            <a:xfrm>
              <a:off x="3833" y="1770"/>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190" name="Line 76"/>
            <p:cNvSpPr/>
            <p:nvPr/>
          </p:nvSpPr>
          <p:spPr>
            <a:xfrm>
              <a:off x="3878" y="2514"/>
              <a:ext cx="1448" cy="0"/>
            </a:xfrm>
            <a:prstGeom prst="line">
              <a:avLst/>
            </a:prstGeom>
            <a:ln w="28575" cap="flat" cmpd="sng">
              <a:solidFill>
                <a:srgbClr val="FFCC00"/>
              </a:solidFill>
              <a:prstDash val="solid"/>
              <a:headEnd type="none" w="med" len="med"/>
              <a:tailEnd type="none" w="med" len="med"/>
            </a:ln>
          </p:spPr>
        </p:sp>
        <p:sp>
          <p:nvSpPr>
            <p:cNvPr id="7191" name="Oval 77"/>
            <p:cNvSpPr/>
            <p:nvPr/>
          </p:nvSpPr>
          <p:spPr>
            <a:xfrm>
              <a:off x="3823" y="2496"/>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192" name="Line 78"/>
            <p:cNvSpPr/>
            <p:nvPr/>
          </p:nvSpPr>
          <p:spPr>
            <a:xfrm>
              <a:off x="4739" y="1062"/>
              <a:ext cx="1" cy="726"/>
            </a:xfrm>
            <a:prstGeom prst="line">
              <a:avLst/>
            </a:prstGeom>
            <a:ln w="28575" cap="flat" cmpd="sng">
              <a:solidFill>
                <a:srgbClr val="FFCC00"/>
              </a:solidFill>
              <a:prstDash val="solid"/>
              <a:headEnd type="oval" w="med" len="med"/>
              <a:tailEnd type="oval" w="med" len="med"/>
            </a:ln>
          </p:spPr>
        </p:sp>
        <p:sp>
          <p:nvSpPr>
            <p:cNvPr id="7193" name="Line 79"/>
            <p:cNvSpPr/>
            <p:nvPr/>
          </p:nvSpPr>
          <p:spPr>
            <a:xfrm flipH="1">
              <a:off x="4740" y="1788"/>
              <a:ext cx="0" cy="726"/>
            </a:xfrm>
            <a:prstGeom prst="line">
              <a:avLst/>
            </a:prstGeom>
            <a:ln w="28575" cap="flat" cmpd="sng">
              <a:solidFill>
                <a:srgbClr val="FFCC00"/>
              </a:solidFill>
              <a:prstDash val="solid"/>
              <a:headEnd type="oval" w="med" len="med"/>
              <a:tailEnd type="oval" w="med" len="med"/>
            </a:ln>
          </p:spPr>
        </p:sp>
        <p:sp>
          <p:nvSpPr>
            <p:cNvPr id="7194" name="Rectangle 80"/>
            <p:cNvSpPr/>
            <p:nvPr/>
          </p:nvSpPr>
          <p:spPr>
            <a:xfrm>
              <a:off x="5266" y="1561"/>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7195" name="Rectangle 81"/>
            <p:cNvSpPr/>
            <p:nvPr/>
          </p:nvSpPr>
          <p:spPr>
            <a:xfrm>
              <a:off x="4676" y="1969"/>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7196" name="Rectangle 82"/>
            <p:cNvSpPr/>
            <p:nvPr/>
          </p:nvSpPr>
          <p:spPr>
            <a:xfrm>
              <a:off x="4676" y="1244"/>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7197" name="Text Box 83"/>
            <p:cNvSpPr txBox="1"/>
            <p:nvPr/>
          </p:nvSpPr>
          <p:spPr>
            <a:xfrm>
              <a:off x="3515" y="935"/>
              <a:ext cx="540"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198" name="Text Box 84"/>
            <p:cNvSpPr txBox="1"/>
            <p:nvPr/>
          </p:nvSpPr>
          <p:spPr>
            <a:xfrm>
              <a:off x="3515" y="1661"/>
              <a:ext cx="635"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199" name="Text Box 85"/>
            <p:cNvSpPr txBox="1"/>
            <p:nvPr/>
          </p:nvSpPr>
          <p:spPr>
            <a:xfrm>
              <a:off x="3515" y="2378"/>
              <a:ext cx="669"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200" name="Text Box 86"/>
            <p:cNvSpPr txBox="1"/>
            <p:nvPr/>
          </p:nvSpPr>
          <p:spPr>
            <a:xfrm>
              <a:off x="4195" y="1969"/>
              <a:ext cx="623"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BC</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7201" name="Text Box 87"/>
            <p:cNvSpPr txBox="1"/>
            <p:nvPr/>
          </p:nvSpPr>
          <p:spPr>
            <a:xfrm>
              <a:off x="4785" y="1516"/>
              <a:ext cx="544"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CA</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7202" name="Text Box 88"/>
            <p:cNvSpPr txBox="1"/>
            <p:nvPr/>
          </p:nvSpPr>
          <p:spPr>
            <a:xfrm>
              <a:off x="4150" y="1244"/>
              <a:ext cx="538"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AB</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grpSp>
      <p:grpSp>
        <p:nvGrpSpPr>
          <p:cNvPr id="4" name="Group 113"/>
          <p:cNvGrpSpPr/>
          <p:nvPr/>
        </p:nvGrpSpPr>
        <p:grpSpPr>
          <a:xfrm>
            <a:off x="1017588" y="4437063"/>
            <a:ext cx="6794500" cy="519112"/>
            <a:chOff x="641" y="2795"/>
            <a:chExt cx="4280" cy="327"/>
          </a:xfrm>
        </p:grpSpPr>
        <p:graphicFrame>
          <p:nvGraphicFramePr>
            <p:cNvPr id="7170" name="Object 90"/>
            <p:cNvGraphicFramePr/>
            <p:nvPr/>
          </p:nvGraphicFramePr>
          <p:xfrm>
            <a:off x="641" y="2795"/>
            <a:ext cx="1806" cy="320"/>
          </p:xfrm>
          <a:graphic>
            <a:graphicData uri="http://schemas.openxmlformats.org/presentationml/2006/ole">
              <mc:AlternateContent xmlns:mc="http://schemas.openxmlformats.org/markup-compatibility/2006">
                <mc:Choice xmlns:v="urn:schemas-microsoft-com:vml" Requires="v">
                  <p:oleObj spid="_x0000_s3083" name="" r:id="rId1" imgW="1433830" imgH="254000" progId="Equation.3">
                    <p:embed/>
                  </p:oleObj>
                </mc:Choice>
                <mc:Fallback>
                  <p:oleObj name="" r:id="rId1" imgW="1433830" imgH="254000" progId="Equation.3">
                    <p:embed/>
                    <p:pic>
                      <p:nvPicPr>
                        <p:cNvPr id="0" name="图片 3082"/>
                        <p:cNvPicPr/>
                        <p:nvPr/>
                      </p:nvPicPr>
                      <p:blipFill>
                        <a:blip r:embed="rId2">
                          <a:clrChange>
                            <a:clrFrom>
                              <a:srgbClr val="000000"/>
                            </a:clrFrom>
                            <a:clrTo>
                              <a:srgbClr val="FFFFFF"/>
                            </a:clrTo>
                          </a:clrChange>
                        </a:blip>
                        <a:stretch>
                          <a:fillRect/>
                        </a:stretch>
                      </p:blipFill>
                      <p:spPr>
                        <a:xfrm>
                          <a:off x="641" y="2795"/>
                          <a:ext cx="1806" cy="320"/>
                        </a:xfrm>
                        <a:prstGeom prst="rect">
                          <a:avLst/>
                        </a:prstGeom>
                        <a:noFill/>
                        <a:ln w="38100">
                          <a:noFill/>
                          <a:miter/>
                        </a:ln>
                      </p:spPr>
                    </p:pic>
                  </p:oleObj>
                </mc:Fallback>
              </mc:AlternateContent>
            </a:graphicData>
          </a:graphic>
        </p:graphicFrame>
        <p:sp>
          <p:nvSpPr>
            <p:cNvPr id="7184" name="Text Box 91"/>
            <p:cNvSpPr txBox="1"/>
            <p:nvPr/>
          </p:nvSpPr>
          <p:spPr>
            <a:xfrm>
              <a:off x="2562" y="2795"/>
              <a:ext cx="2359" cy="327"/>
            </a:xfrm>
            <a:prstGeom prst="rect">
              <a:avLst/>
            </a:prstGeom>
            <a:noFill/>
            <a:ln w="9525">
              <a:noFill/>
            </a:ln>
          </p:spPr>
          <p:txBody>
            <a:bodyPr>
              <a:spAutoFit/>
            </a:bodyPr>
            <a:p>
              <a:pPr>
                <a:spcBef>
                  <a:spcPct val="50000"/>
                </a:spcBef>
              </a:pPr>
              <a:r>
                <a:rPr lang="zh-CN" altLang="en-US" sz="2800" dirty="0">
                  <a:latin typeface="Arial" panose="020B0604020202020204" pitchFamily="34" charset="0"/>
                </a:rPr>
                <a:t>称为三相对称负载。</a:t>
              </a:r>
              <a:endParaRPr lang="zh-CN" altLang="en-US" sz="2800" dirty="0">
                <a:latin typeface="Arial" panose="020B0604020202020204" pitchFamily="34" charset="0"/>
              </a:endParaRPr>
            </a:p>
          </p:txBody>
        </p:sp>
      </p:grpSp>
      <p:grpSp>
        <p:nvGrpSpPr>
          <p:cNvPr id="7175" name="Group 102"/>
          <p:cNvGrpSpPr/>
          <p:nvPr/>
        </p:nvGrpSpPr>
        <p:grpSpPr>
          <a:xfrm>
            <a:off x="8316913" y="6445250"/>
            <a:ext cx="792162" cy="366713"/>
            <a:chOff x="5193" y="4020"/>
            <a:chExt cx="499" cy="231"/>
          </a:xfrm>
        </p:grpSpPr>
        <p:pic>
          <p:nvPicPr>
            <p:cNvPr id="7182" name="Picture 103"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7183" name="Text Box 10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176" name="Group 105"/>
          <p:cNvGrpSpPr/>
          <p:nvPr/>
        </p:nvGrpSpPr>
        <p:grpSpPr>
          <a:xfrm>
            <a:off x="7451725" y="6445250"/>
            <a:ext cx="792163" cy="366713"/>
            <a:chOff x="5193" y="4020"/>
            <a:chExt cx="499" cy="231"/>
          </a:xfrm>
        </p:grpSpPr>
        <p:pic>
          <p:nvPicPr>
            <p:cNvPr id="7180" name="Picture 106"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7181" name="Text Box 107">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177" name="Group 108"/>
          <p:cNvGrpSpPr/>
          <p:nvPr/>
        </p:nvGrpSpPr>
        <p:grpSpPr>
          <a:xfrm>
            <a:off x="6588125" y="6446838"/>
            <a:ext cx="792163" cy="366712"/>
            <a:chOff x="4695" y="4061"/>
            <a:chExt cx="499" cy="231"/>
          </a:xfrm>
        </p:grpSpPr>
        <p:pic>
          <p:nvPicPr>
            <p:cNvPr id="7178" name="Picture 109" descr="78900"/>
            <p:cNvPicPr>
              <a:picLocks noChangeAspect="1"/>
            </p:cNvPicPr>
            <p:nvPr/>
          </p:nvPicPr>
          <p:blipFill>
            <a:blip r:embed="rId3"/>
            <a:stretch>
              <a:fillRect/>
            </a:stretch>
          </p:blipFill>
          <p:spPr>
            <a:xfrm>
              <a:off x="4695" y="4107"/>
              <a:ext cx="499" cy="181"/>
            </a:xfrm>
            <a:prstGeom prst="rect">
              <a:avLst/>
            </a:prstGeom>
            <a:noFill/>
            <a:ln w="9525">
              <a:noFill/>
            </a:ln>
          </p:spPr>
        </p:pic>
        <p:sp>
          <p:nvSpPr>
            <p:cNvPr id="7179" name="Text Box 110">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77865"/>
                                        </p:tgtEl>
                                        <p:attrNameLst>
                                          <p:attrName>style.visibility</p:attrName>
                                        </p:attrNameLst>
                                      </p:cBhvr>
                                      <p:to>
                                        <p:strVal val="visible"/>
                                      </p:to>
                                    </p:set>
                                    <p:anim calcmode="lin" valueType="num">
                                      <p:cBhvr additive="base">
                                        <p:cTn id="7" dur="500" fill="hold"/>
                                        <p:tgtEl>
                                          <p:spTgt spid="77865"/>
                                        </p:tgtEl>
                                        <p:attrNameLst>
                                          <p:attrName>ppt_x</p:attrName>
                                        </p:attrNameLst>
                                      </p:cBhvr>
                                      <p:tavLst>
                                        <p:tav tm="0">
                                          <p:val>
                                            <p:strVal val="0-#ppt_w/2"/>
                                          </p:val>
                                        </p:tav>
                                        <p:tav tm="100000">
                                          <p:val>
                                            <p:strVal val="#ppt_x"/>
                                          </p:val>
                                        </p:tav>
                                      </p:tavLst>
                                    </p:anim>
                                    <p:anim calcmode="lin" valueType="num">
                                      <p:cBhvr additive="base">
                                        <p:cTn id="8" dur="500" fill="hold"/>
                                        <p:tgtEl>
                                          <p:spTgt spid="7786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par>
                          <p:cTn id="14" fill="hold">
                            <p:stCondLst>
                              <p:cond delay="500"/>
                            </p:stCondLst>
                            <p:childTnLst>
                              <p:par>
                                <p:cTn id="15" presetID="3" presetClass="entr" presetSubtype="10"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6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ext Box 2"/>
          <p:cNvSpPr txBox="1"/>
          <p:nvPr/>
        </p:nvSpPr>
        <p:spPr>
          <a:xfrm>
            <a:off x="755650" y="620713"/>
            <a:ext cx="2592388" cy="579437"/>
          </a:xfrm>
          <a:prstGeom prst="rect">
            <a:avLst/>
          </a:prstGeom>
          <a:noFill/>
          <a:ln w="9525">
            <a:noFill/>
          </a:ln>
        </p:spPr>
        <p:txBody>
          <a:bodyPr>
            <a:spAutoFit/>
          </a:bodyPr>
          <a:p>
            <a:pPr>
              <a:spcBef>
                <a:spcPct val="50000"/>
              </a:spcBef>
            </a:pPr>
            <a:r>
              <a:rPr lang="en-US" altLang="zh-CN" dirty="0">
                <a:solidFill>
                  <a:schemeClr val="bg1"/>
                </a:solidFill>
                <a:latin typeface="楷体_GB2312" pitchFamily="49" charset="-122"/>
              </a:rPr>
              <a:t>4. </a:t>
            </a:r>
            <a:r>
              <a:rPr lang="zh-CN" altLang="en-US" dirty="0">
                <a:solidFill>
                  <a:schemeClr val="bg1"/>
                </a:solidFill>
                <a:latin typeface="楷体_GB2312" pitchFamily="49" charset="-122"/>
              </a:rPr>
              <a:t>三相电路</a:t>
            </a:r>
            <a:endParaRPr lang="zh-CN" altLang="en-US" dirty="0">
              <a:solidFill>
                <a:schemeClr val="bg1"/>
              </a:solidFill>
              <a:latin typeface="楷体_GB2312" pitchFamily="49" charset="-122"/>
            </a:endParaRPr>
          </a:p>
        </p:txBody>
      </p:sp>
      <p:sp>
        <p:nvSpPr>
          <p:cNvPr id="20483" name="Text Box 3"/>
          <p:cNvSpPr txBox="1"/>
          <p:nvPr/>
        </p:nvSpPr>
        <p:spPr>
          <a:xfrm>
            <a:off x="611188" y="1196975"/>
            <a:ext cx="7993062" cy="1630363"/>
          </a:xfrm>
          <a:prstGeom prst="rect">
            <a:avLst/>
          </a:prstGeom>
          <a:noFill/>
          <a:ln w="9525">
            <a:noFill/>
          </a:ln>
        </p:spPr>
        <p:txBody>
          <a:bodyPr>
            <a:spAutoFit/>
          </a:bodyPr>
          <a:p>
            <a:pPr>
              <a:lnSpc>
                <a:spcPct val="120000"/>
              </a:lnSpc>
              <a:spcBef>
                <a:spcPct val="50000"/>
              </a:spcBef>
            </a:pPr>
            <a:r>
              <a:rPr lang="en-US" altLang="zh-CN" sz="2800" dirty="0">
                <a:latin typeface="楷体_GB2312" pitchFamily="49" charset="-122"/>
              </a:rPr>
              <a:t>    </a:t>
            </a:r>
            <a:r>
              <a:rPr lang="zh-CN" altLang="en-US" sz="2800" dirty="0">
                <a:latin typeface="楷体_GB2312" pitchFamily="49" charset="-122"/>
              </a:rPr>
              <a:t>三相电路就是由对称三相电源和三相负载联接起来所组成的系统。工程上根据实际需要可以组成：</a:t>
            </a:r>
            <a:endParaRPr lang="zh-CN" altLang="en-US" sz="2800" dirty="0">
              <a:latin typeface="楷体_GB2312" pitchFamily="49" charset="-122"/>
            </a:endParaRPr>
          </a:p>
        </p:txBody>
      </p:sp>
      <p:grpSp>
        <p:nvGrpSpPr>
          <p:cNvPr id="2" name="Group 12"/>
          <p:cNvGrpSpPr/>
          <p:nvPr/>
        </p:nvGrpSpPr>
        <p:grpSpPr>
          <a:xfrm>
            <a:off x="1331913" y="2420938"/>
            <a:ext cx="5184775" cy="1516062"/>
            <a:chOff x="839" y="1298"/>
            <a:chExt cx="3266" cy="955"/>
          </a:xfrm>
        </p:grpSpPr>
        <p:sp>
          <p:nvSpPr>
            <p:cNvPr id="66587" name="Text Box 4"/>
            <p:cNvSpPr txBox="1"/>
            <p:nvPr/>
          </p:nvSpPr>
          <p:spPr>
            <a:xfrm>
              <a:off x="839" y="1570"/>
              <a:ext cx="635" cy="345"/>
            </a:xfrm>
            <a:prstGeom prst="rect">
              <a:avLst/>
            </a:prstGeom>
            <a:noFill/>
            <a:ln w="28575" cap="flat" cmpd="sng">
              <a:solidFill>
                <a:srgbClr val="00FFFF"/>
              </a:solidFill>
              <a:prstDash val="solid"/>
              <a:miter/>
              <a:headEnd type="none" w="med" len="med"/>
              <a:tailEnd type="none" w="med" len="med"/>
            </a:ln>
          </p:spPr>
          <p:txBody>
            <a:bodyPr>
              <a:spAutoFit/>
            </a:bodyPr>
            <a:p>
              <a:pPr>
                <a:spcBef>
                  <a:spcPct val="50000"/>
                </a:spcBef>
              </a:pPr>
              <a:r>
                <a:rPr lang="zh-CN" altLang="en-US" sz="2800" dirty="0">
                  <a:solidFill>
                    <a:schemeClr val="bg1"/>
                  </a:solidFill>
                  <a:latin typeface="Arial" panose="020B0604020202020204" pitchFamily="34" charset="0"/>
                </a:rPr>
                <a:t>电源</a:t>
              </a:r>
              <a:endParaRPr lang="zh-CN" altLang="en-US" sz="2800" dirty="0">
                <a:solidFill>
                  <a:schemeClr val="bg1"/>
                </a:solidFill>
                <a:latin typeface="Arial" panose="020B0604020202020204" pitchFamily="34" charset="0"/>
              </a:endParaRPr>
            </a:p>
          </p:txBody>
        </p:sp>
        <p:sp>
          <p:nvSpPr>
            <p:cNvPr id="66588" name="Text Box 5"/>
            <p:cNvSpPr txBox="1"/>
            <p:nvPr/>
          </p:nvSpPr>
          <p:spPr>
            <a:xfrm>
              <a:off x="1701" y="1570"/>
              <a:ext cx="408" cy="365"/>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仿宋_GB2312" pitchFamily="49" charset="-122"/>
                </a:rPr>
                <a:t>Y</a:t>
              </a:r>
              <a:endParaRPr lang="en-US" altLang="zh-CN" b="0" dirty="0">
                <a:solidFill>
                  <a:schemeClr val="bg1"/>
                </a:solidFill>
                <a:latin typeface="Times New Roman" panose="02020603050405020304" pitchFamily="18" charset="0"/>
                <a:ea typeface="仿宋_GB2312" pitchFamily="49" charset="-122"/>
              </a:endParaRPr>
            </a:p>
          </p:txBody>
        </p:sp>
        <p:sp>
          <p:nvSpPr>
            <p:cNvPr id="66589" name="Line 6"/>
            <p:cNvSpPr/>
            <p:nvPr/>
          </p:nvSpPr>
          <p:spPr>
            <a:xfrm>
              <a:off x="2018" y="1752"/>
              <a:ext cx="454" cy="0"/>
            </a:xfrm>
            <a:prstGeom prst="line">
              <a:avLst/>
            </a:prstGeom>
            <a:ln w="38100" cap="flat" cmpd="sng">
              <a:solidFill>
                <a:srgbClr val="FFCC00"/>
              </a:solidFill>
              <a:prstDash val="solid"/>
              <a:headEnd type="none" w="med" len="med"/>
              <a:tailEnd type="none" w="med" len="med"/>
            </a:ln>
          </p:spPr>
        </p:sp>
        <p:sp>
          <p:nvSpPr>
            <p:cNvPr id="66590" name="Line 7"/>
            <p:cNvSpPr/>
            <p:nvPr/>
          </p:nvSpPr>
          <p:spPr>
            <a:xfrm flipV="1">
              <a:off x="2472" y="1480"/>
              <a:ext cx="408" cy="272"/>
            </a:xfrm>
            <a:prstGeom prst="line">
              <a:avLst/>
            </a:prstGeom>
            <a:ln w="38100" cap="flat" cmpd="sng">
              <a:solidFill>
                <a:srgbClr val="FFCC00"/>
              </a:solidFill>
              <a:prstDash val="solid"/>
              <a:headEnd type="none" w="med" len="med"/>
              <a:tailEnd type="none" w="med" len="med"/>
            </a:ln>
          </p:spPr>
        </p:sp>
        <p:sp>
          <p:nvSpPr>
            <p:cNvPr id="66591" name="Line 8"/>
            <p:cNvSpPr/>
            <p:nvPr/>
          </p:nvSpPr>
          <p:spPr>
            <a:xfrm>
              <a:off x="2472" y="1752"/>
              <a:ext cx="408" cy="272"/>
            </a:xfrm>
            <a:prstGeom prst="line">
              <a:avLst/>
            </a:prstGeom>
            <a:ln w="38100" cap="flat" cmpd="sng">
              <a:solidFill>
                <a:srgbClr val="FFCC00"/>
              </a:solidFill>
              <a:prstDash val="solid"/>
              <a:headEnd type="none" w="med" len="med"/>
              <a:tailEnd type="none" w="med" len="med"/>
            </a:ln>
          </p:spPr>
        </p:sp>
        <p:sp>
          <p:nvSpPr>
            <p:cNvPr id="66592" name="Text Box 9"/>
            <p:cNvSpPr txBox="1"/>
            <p:nvPr/>
          </p:nvSpPr>
          <p:spPr>
            <a:xfrm>
              <a:off x="2971" y="1298"/>
              <a:ext cx="408" cy="365"/>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仿宋_GB2312" pitchFamily="49" charset="-122"/>
                </a:rPr>
                <a:t>Y</a:t>
              </a:r>
              <a:endParaRPr lang="en-US" altLang="zh-CN" b="0" dirty="0">
                <a:solidFill>
                  <a:schemeClr val="bg1"/>
                </a:solidFill>
                <a:latin typeface="Times New Roman" panose="02020603050405020304" pitchFamily="18" charset="0"/>
                <a:ea typeface="仿宋_GB2312" pitchFamily="49" charset="-122"/>
              </a:endParaRPr>
            </a:p>
          </p:txBody>
        </p:sp>
        <p:sp>
          <p:nvSpPr>
            <p:cNvPr id="66593" name="Text Box 10"/>
            <p:cNvSpPr txBox="1"/>
            <p:nvPr/>
          </p:nvSpPr>
          <p:spPr>
            <a:xfrm>
              <a:off x="2971" y="1888"/>
              <a:ext cx="408" cy="365"/>
            </a:xfrm>
            <a:prstGeom prst="rect">
              <a:avLst/>
            </a:prstGeom>
            <a:noFill/>
            <a:ln w="9525">
              <a:noFill/>
            </a:ln>
          </p:spPr>
          <p:txBody>
            <a:bodyPr>
              <a:spAutoFit/>
            </a:bodyPr>
            <a:p>
              <a:pPr>
                <a:spcBef>
                  <a:spcPct val="50000"/>
                </a:spcBef>
              </a:pPr>
              <a:r>
                <a:rPr lang="en-US" altLang="zh-CN" b="0" dirty="0">
                  <a:solidFill>
                    <a:schemeClr val="bg1"/>
                  </a:solidFill>
                  <a:latin typeface="仿宋_GB2312" pitchFamily="49" charset="-122"/>
                  <a:ea typeface="仿宋_GB2312" pitchFamily="49" charset="-122"/>
                </a:rPr>
                <a:t>△</a:t>
              </a:r>
              <a:endParaRPr lang="en-US" altLang="zh-CN" b="0" dirty="0">
                <a:solidFill>
                  <a:schemeClr val="bg1"/>
                </a:solidFill>
                <a:latin typeface="仿宋_GB2312" pitchFamily="49" charset="-122"/>
                <a:ea typeface="仿宋_GB2312" pitchFamily="49" charset="-122"/>
              </a:endParaRPr>
            </a:p>
          </p:txBody>
        </p:sp>
        <p:sp>
          <p:nvSpPr>
            <p:cNvPr id="66594" name="Text Box 11"/>
            <p:cNvSpPr txBox="1"/>
            <p:nvPr/>
          </p:nvSpPr>
          <p:spPr>
            <a:xfrm>
              <a:off x="3470" y="1570"/>
              <a:ext cx="635" cy="345"/>
            </a:xfrm>
            <a:prstGeom prst="rect">
              <a:avLst/>
            </a:prstGeom>
            <a:noFill/>
            <a:ln w="28575" cap="flat" cmpd="sng">
              <a:solidFill>
                <a:srgbClr val="00FFFF"/>
              </a:solidFill>
              <a:prstDash val="solid"/>
              <a:miter/>
              <a:headEnd type="none" w="med" len="med"/>
              <a:tailEnd type="none" w="med" len="med"/>
            </a:ln>
          </p:spPr>
          <p:txBody>
            <a:bodyPr>
              <a:spAutoFit/>
            </a:bodyPr>
            <a:p>
              <a:pPr>
                <a:spcBef>
                  <a:spcPct val="50000"/>
                </a:spcBef>
              </a:pPr>
              <a:r>
                <a:rPr lang="zh-CN" altLang="en-US" sz="2800" dirty="0">
                  <a:solidFill>
                    <a:schemeClr val="bg1"/>
                  </a:solidFill>
                  <a:latin typeface="Arial" panose="020B0604020202020204" pitchFamily="34" charset="0"/>
                </a:rPr>
                <a:t>负载</a:t>
              </a:r>
              <a:endParaRPr lang="zh-CN" altLang="en-US" sz="2800" dirty="0">
                <a:solidFill>
                  <a:schemeClr val="bg1"/>
                </a:solidFill>
                <a:latin typeface="Arial" panose="020B0604020202020204" pitchFamily="34" charset="0"/>
              </a:endParaRPr>
            </a:p>
          </p:txBody>
        </p:sp>
      </p:grpSp>
      <p:grpSp>
        <p:nvGrpSpPr>
          <p:cNvPr id="3" name="Group 13"/>
          <p:cNvGrpSpPr/>
          <p:nvPr/>
        </p:nvGrpSpPr>
        <p:grpSpPr>
          <a:xfrm>
            <a:off x="1403350" y="3933825"/>
            <a:ext cx="5184775" cy="1516063"/>
            <a:chOff x="839" y="1298"/>
            <a:chExt cx="3266" cy="955"/>
          </a:xfrm>
        </p:grpSpPr>
        <p:sp>
          <p:nvSpPr>
            <p:cNvPr id="66579" name="Text Box 14"/>
            <p:cNvSpPr txBox="1"/>
            <p:nvPr/>
          </p:nvSpPr>
          <p:spPr>
            <a:xfrm>
              <a:off x="839" y="1570"/>
              <a:ext cx="635" cy="345"/>
            </a:xfrm>
            <a:prstGeom prst="rect">
              <a:avLst/>
            </a:prstGeom>
            <a:noFill/>
            <a:ln w="28575" cap="flat" cmpd="sng">
              <a:solidFill>
                <a:srgbClr val="00FFFF"/>
              </a:solidFill>
              <a:prstDash val="solid"/>
              <a:miter/>
              <a:headEnd type="none" w="med" len="med"/>
              <a:tailEnd type="none" w="med" len="med"/>
            </a:ln>
          </p:spPr>
          <p:txBody>
            <a:bodyPr>
              <a:spAutoFit/>
            </a:bodyPr>
            <a:p>
              <a:pPr>
                <a:spcBef>
                  <a:spcPct val="50000"/>
                </a:spcBef>
              </a:pPr>
              <a:r>
                <a:rPr lang="zh-CN" altLang="en-US" sz="2800" dirty="0">
                  <a:solidFill>
                    <a:schemeClr val="bg1"/>
                  </a:solidFill>
                  <a:latin typeface="Arial" panose="020B0604020202020204" pitchFamily="34" charset="0"/>
                </a:rPr>
                <a:t>电源</a:t>
              </a:r>
              <a:endParaRPr lang="zh-CN" altLang="en-US" sz="2800" dirty="0">
                <a:solidFill>
                  <a:schemeClr val="bg1"/>
                </a:solidFill>
                <a:latin typeface="Arial" panose="020B0604020202020204" pitchFamily="34" charset="0"/>
              </a:endParaRPr>
            </a:p>
          </p:txBody>
        </p:sp>
        <p:sp>
          <p:nvSpPr>
            <p:cNvPr id="66580" name="Text Box 15"/>
            <p:cNvSpPr txBox="1"/>
            <p:nvPr/>
          </p:nvSpPr>
          <p:spPr>
            <a:xfrm>
              <a:off x="1701" y="1570"/>
              <a:ext cx="408" cy="365"/>
            </a:xfrm>
            <a:prstGeom prst="rect">
              <a:avLst/>
            </a:prstGeom>
            <a:noFill/>
            <a:ln w="9525">
              <a:noFill/>
            </a:ln>
          </p:spPr>
          <p:txBody>
            <a:bodyPr>
              <a:spAutoFit/>
            </a:bodyPr>
            <a:p>
              <a:pPr>
                <a:spcBef>
                  <a:spcPct val="50000"/>
                </a:spcBef>
              </a:pPr>
              <a:r>
                <a:rPr lang="en-US" altLang="zh-CN" b="0" dirty="0">
                  <a:solidFill>
                    <a:schemeClr val="bg1"/>
                  </a:solidFill>
                  <a:latin typeface="仿宋_GB2312" pitchFamily="49" charset="-122"/>
                  <a:ea typeface="仿宋_GB2312" pitchFamily="49" charset="-122"/>
                </a:rPr>
                <a:t>△</a:t>
              </a:r>
              <a:endParaRPr lang="en-US" altLang="zh-CN" b="0" dirty="0">
                <a:solidFill>
                  <a:schemeClr val="bg1"/>
                </a:solidFill>
                <a:latin typeface="仿宋_GB2312" pitchFamily="49" charset="-122"/>
                <a:ea typeface="仿宋_GB2312" pitchFamily="49" charset="-122"/>
              </a:endParaRPr>
            </a:p>
          </p:txBody>
        </p:sp>
        <p:sp>
          <p:nvSpPr>
            <p:cNvPr id="66581" name="Line 16"/>
            <p:cNvSpPr/>
            <p:nvPr/>
          </p:nvSpPr>
          <p:spPr>
            <a:xfrm>
              <a:off x="2018" y="1752"/>
              <a:ext cx="454" cy="0"/>
            </a:xfrm>
            <a:prstGeom prst="line">
              <a:avLst/>
            </a:prstGeom>
            <a:ln w="38100" cap="flat" cmpd="sng">
              <a:solidFill>
                <a:srgbClr val="FFCC00"/>
              </a:solidFill>
              <a:prstDash val="solid"/>
              <a:headEnd type="none" w="med" len="med"/>
              <a:tailEnd type="none" w="med" len="med"/>
            </a:ln>
          </p:spPr>
        </p:sp>
        <p:sp>
          <p:nvSpPr>
            <p:cNvPr id="66582" name="Line 17"/>
            <p:cNvSpPr/>
            <p:nvPr/>
          </p:nvSpPr>
          <p:spPr>
            <a:xfrm flipV="1">
              <a:off x="2472" y="1480"/>
              <a:ext cx="408" cy="272"/>
            </a:xfrm>
            <a:prstGeom prst="line">
              <a:avLst/>
            </a:prstGeom>
            <a:ln w="38100" cap="flat" cmpd="sng">
              <a:solidFill>
                <a:srgbClr val="FFCC00"/>
              </a:solidFill>
              <a:prstDash val="solid"/>
              <a:headEnd type="none" w="med" len="med"/>
              <a:tailEnd type="none" w="med" len="med"/>
            </a:ln>
          </p:spPr>
        </p:sp>
        <p:sp>
          <p:nvSpPr>
            <p:cNvPr id="66583" name="Line 18"/>
            <p:cNvSpPr/>
            <p:nvPr/>
          </p:nvSpPr>
          <p:spPr>
            <a:xfrm>
              <a:off x="2472" y="1752"/>
              <a:ext cx="408" cy="272"/>
            </a:xfrm>
            <a:prstGeom prst="line">
              <a:avLst/>
            </a:prstGeom>
            <a:ln w="38100" cap="flat" cmpd="sng">
              <a:solidFill>
                <a:srgbClr val="FFCC00"/>
              </a:solidFill>
              <a:prstDash val="solid"/>
              <a:headEnd type="none" w="med" len="med"/>
              <a:tailEnd type="none" w="med" len="med"/>
            </a:ln>
          </p:spPr>
        </p:sp>
        <p:sp>
          <p:nvSpPr>
            <p:cNvPr id="66584" name="Text Box 19"/>
            <p:cNvSpPr txBox="1"/>
            <p:nvPr/>
          </p:nvSpPr>
          <p:spPr>
            <a:xfrm>
              <a:off x="2971" y="1298"/>
              <a:ext cx="408" cy="365"/>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仿宋_GB2312" pitchFamily="49" charset="-122"/>
                </a:rPr>
                <a:t>Y</a:t>
              </a:r>
              <a:endParaRPr lang="en-US" altLang="zh-CN" b="0" dirty="0">
                <a:solidFill>
                  <a:schemeClr val="bg1"/>
                </a:solidFill>
                <a:latin typeface="Times New Roman" panose="02020603050405020304" pitchFamily="18" charset="0"/>
                <a:ea typeface="仿宋_GB2312" pitchFamily="49" charset="-122"/>
              </a:endParaRPr>
            </a:p>
          </p:txBody>
        </p:sp>
        <p:sp>
          <p:nvSpPr>
            <p:cNvPr id="66585" name="Text Box 20"/>
            <p:cNvSpPr txBox="1"/>
            <p:nvPr/>
          </p:nvSpPr>
          <p:spPr>
            <a:xfrm>
              <a:off x="2971" y="1888"/>
              <a:ext cx="408" cy="365"/>
            </a:xfrm>
            <a:prstGeom prst="rect">
              <a:avLst/>
            </a:prstGeom>
            <a:noFill/>
            <a:ln w="9525">
              <a:noFill/>
            </a:ln>
          </p:spPr>
          <p:txBody>
            <a:bodyPr>
              <a:spAutoFit/>
            </a:bodyPr>
            <a:p>
              <a:pPr>
                <a:spcBef>
                  <a:spcPct val="50000"/>
                </a:spcBef>
              </a:pPr>
              <a:r>
                <a:rPr lang="en-US" altLang="zh-CN" b="0" dirty="0">
                  <a:solidFill>
                    <a:schemeClr val="bg1"/>
                  </a:solidFill>
                  <a:latin typeface="仿宋_GB2312" pitchFamily="49" charset="-122"/>
                  <a:ea typeface="仿宋_GB2312" pitchFamily="49" charset="-122"/>
                </a:rPr>
                <a:t>△</a:t>
              </a:r>
              <a:endParaRPr lang="en-US" altLang="zh-CN" b="0" dirty="0">
                <a:solidFill>
                  <a:schemeClr val="bg1"/>
                </a:solidFill>
                <a:latin typeface="仿宋_GB2312" pitchFamily="49" charset="-122"/>
                <a:ea typeface="仿宋_GB2312" pitchFamily="49" charset="-122"/>
              </a:endParaRPr>
            </a:p>
          </p:txBody>
        </p:sp>
        <p:sp>
          <p:nvSpPr>
            <p:cNvPr id="66586" name="Text Box 21"/>
            <p:cNvSpPr txBox="1"/>
            <p:nvPr/>
          </p:nvSpPr>
          <p:spPr>
            <a:xfrm>
              <a:off x="3470" y="1570"/>
              <a:ext cx="635" cy="345"/>
            </a:xfrm>
            <a:prstGeom prst="rect">
              <a:avLst/>
            </a:prstGeom>
            <a:noFill/>
            <a:ln w="28575" cap="flat" cmpd="sng">
              <a:solidFill>
                <a:srgbClr val="00FFFF"/>
              </a:solidFill>
              <a:prstDash val="solid"/>
              <a:miter/>
              <a:headEnd type="none" w="med" len="med"/>
              <a:tailEnd type="none" w="med" len="med"/>
            </a:ln>
          </p:spPr>
          <p:txBody>
            <a:bodyPr>
              <a:spAutoFit/>
            </a:bodyPr>
            <a:p>
              <a:pPr>
                <a:spcBef>
                  <a:spcPct val="50000"/>
                </a:spcBef>
              </a:pPr>
              <a:r>
                <a:rPr lang="zh-CN" altLang="en-US" sz="2800" dirty="0">
                  <a:solidFill>
                    <a:schemeClr val="bg1"/>
                  </a:solidFill>
                  <a:latin typeface="Arial" panose="020B0604020202020204" pitchFamily="34" charset="0"/>
                </a:rPr>
                <a:t>负载</a:t>
              </a:r>
              <a:endParaRPr lang="zh-CN" altLang="en-US" sz="2800" dirty="0">
                <a:solidFill>
                  <a:schemeClr val="bg1"/>
                </a:solidFill>
                <a:latin typeface="Arial" panose="020B0604020202020204" pitchFamily="34" charset="0"/>
              </a:endParaRPr>
            </a:p>
          </p:txBody>
        </p:sp>
      </p:grpSp>
      <p:sp>
        <p:nvSpPr>
          <p:cNvPr id="20504" name="Text Box 24"/>
          <p:cNvSpPr txBox="1"/>
          <p:nvPr/>
        </p:nvSpPr>
        <p:spPr>
          <a:xfrm>
            <a:off x="971550" y="5734050"/>
            <a:ext cx="7453313" cy="519113"/>
          </a:xfrm>
          <a:prstGeom prst="rect">
            <a:avLst/>
          </a:prstGeom>
          <a:noFill/>
          <a:ln w="9525">
            <a:noFill/>
          </a:ln>
        </p:spPr>
        <p:txBody>
          <a:bodyPr>
            <a:spAutoFit/>
          </a:bodyPr>
          <a:p>
            <a:pPr>
              <a:spcBef>
                <a:spcPct val="50000"/>
              </a:spcBef>
            </a:pPr>
            <a:r>
              <a:rPr lang="zh-CN" altLang="en-US" sz="2800" dirty="0">
                <a:latin typeface="Arial" panose="020B0604020202020204" pitchFamily="34" charset="0"/>
              </a:rPr>
              <a:t>当电源和负载都对称时，称为对称三相电路。</a:t>
            </a:r>
            <a:endParaRPr lang="zh-CN" altLang="en-US" sz="2800" dirty="0">
              <a:latin typeface="Arial" panose="020B0604020202020204" pitchFamily="34" charset="0"/>
            </a:endParaRPr>
          </a:p>
        </p:txBody>
      </p:sp>
      <p:grpSp>
        <p:nvGrpSpPr>
          <p:cNvPr id="4" name="Group 38"/>
          <p:cNvGrpSpPr/>
          <p:nvPr/>
        </p:nvGrpSpPr>
        <p:grpSpPr>
          <a:xfrm>
            <a:off x="323850" y="5013325"/>
            <a:ext cx="1644650" cy="850900"/>
            <a:chOff x="385" y="3022"/>
            <a:chExt cx="1036" cy="536"/>
          </a:xfrm>
        </p:grpSpPr>
        <p:pic>
          <p:nvPicPr>
            <p:cNvPr id="66577" name="Picture 39" descr="123"/>
            <p:cNvPicPr>
              <a:picLocks noChangeAspect="1"/>
            </p:cNvPicPr>
            <p:nvPr/>
          </p:nvPicPr>
          <p:blipFill>
            <a:blip r:embed="rId1"/>
            <a:stretch>
              <a:fillRect/>
            </a:stretch>
          </p:blipFill>
          <p:spPr>
            <a:xfrm>
              <a:off x="385" y="3022"/>
              <a:ext cx="590" cy="536"/>
            </a:xfrm>
            <a:prstGeom prst="rect">
              <a:avLst/>
            </a:prstGeom>
            <a:noFill/>
            <a:ln w="9525">
              <a:noFill/>
            </a:ln>
          </p:spPr>
        </p:pic>
        <p:sp>
          <p:nvSpPr>
            <p:cNvPr id="66578" name="Text Box 40"/>
            <p:cNvSpPr txBox="1"/>
            <p:nvPr/>
          </p:nvSpPr>
          <p:spPr>
            <a:xfrm>
              <a:off x="793" y="3125"/>
              <a:ext cx="628" cy="365"/>
            </a:xfrm>
            <a:prstGeom prst="rect">
              <a:avLst/>
            </a:prstGeom>
            <a:noFill/>
            <a:ln w="9525">
              <a:noFill/>
            </a:ln>
          </p:spPr>
          <p:txBody>
            <a:bodyPr wrap="none">
              <a:spAutoFit/>
            </a:bodyPr>
            <a:p>
              <a:r>
                <a:rPr lang="zh-CN" altLang="en-US" b="0" dirty="0">
                  <a:solidFill>
                    <a:srgbClr val="CC6600"/>
                  </a:solidFill>
                  <a:latin typeface="Arial" panose="020B0604020202020204" pitchFamily="34" charset="0"/>
                  <a:ea typeface="华文行楷" panose="02010800040101010101" pitchFamily="2" charset="-122"/>
                </a:rPr>
                <a:t>注意</a:t>
              </a:r>
              <a:endParaRPr lang="zh-CN" altLang="en-US" b="0" dirty="0">
                <a:solidFill>
                  <a:srgbClr val="CC6600"/>
                </a:solidFill>
                <a:latin typeface="Arial" panose="020B0604020202020204" pitchFamily="34" charset="0"/>
                <a:ea typeface="华文行楷" panose="02010800040101010101" pitchFamily="2" charset="-122"/>
              </a:endParaRPr>
            </a:p>
          </p:txBody>
        </p:sp>
      </p:grpSp>
      <p:grpSp>
        <p:nvGrpSpPr>
          <p:cNvPr id="66568" name="Group 50"/>
          <p:cNvGrpSpPr/>
          <p:nvPr/>
        </p:nvGrpSpPr>
        <p:grpSpPr>
          <a:xfrm>
            <a:off x="8316913" y="6445250"/>
            <a:ext cx="792162" cy="366713"/>
            <a:chOff x="5193" y="4020"/>
            <a:chExt cx="499" cy="231"/>
          </a:xfrm>
        </p:grpSpPr>
        <p:pic>
          <p:nvPicPr>
            <p:cNvPr id="66575" name="Picture 51" descr="78900"/>
            <p:cNvPicPr>
              <a:picLocks noChangeAspect="1"/>
            </p:cNvPicPr>
            <p:nvPr/>
          </p:nvPicPr>
          <p:blipFill>
            <a:blip r:embed="rId2"/>
            <a:stretch>
              <a:fillRect/>
            </a:stretch>
          </p:blipFill>
          <p:spPr>
            <a:xfrm>
              <a:off x="5193" y="4066"/>
              <a:ext cx="499" cy="181"/>
            </a:xfrm>
            <a:prstGeom prst="rect">
              <a:avLst/>
            </a:prstGeom>
            <a:noFill/>
            <a:ln w="9525">
              <a:noFill/>
            </a:ln>
          </p:spPr>
        </p:pic>
        <p:sp>
          <p:nvSpPr>
            <p:cNvPr id="66576" name="Text Box 5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6569" name="Group 53"/>
          <p:cNvGrpSpPr/>
          <p:nvPr/>
        </p:nvGrpSpPr>
        <p:grpSpPr>
          <a:xfrm>
            <a:off x="7451725" y="6445250"/>
            <a:ext cx="792163" cy="366713"/>
            <a:chOff x="5193" y="4020"/>
            <a:chExt cx="499" cy="231"/>
          </a:xfrm>
        </p:grpSpPr>
        <p:pic>
          <p:nvPicPr>
            <p:cNvPr id="66573" name="Picture 54" descr="78900"/>
            <p:cNvPicPr>
              <a:picLocks noChangeAspect="1"/>
            </p:cNvPicPr>
            <p:nvPr/>
          </p:nvPicPr>
          <p:blipFill>
            <a:blip r:embed="rId2"/>
            <a:stretch>
              <a:fillRect/>
            </a:stretch>
          </p:blipFill>
          <p:spPr>
            <a:xfrm>
              <a:off x="5193" y="4066"/>
              <a:ext cx="499" cy="181"/>
            </a:xfrm>
            <a:prstGeom prst="rect">
              <a:avLst/>
            </a:prstGeom>
            <a:noFill/>
            <a:ln w="9525">
              <a:noFill/>
            </a:ln>
          </p:spPr>
        </p:pic>
        <p:sp>
          <p:nvSpPr>
            <p:cNvPr id="66574" name="Text Box 55">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6570" name="Group 56"/>
          <p:cNvGrpSpPr/>
          <p:nvPr/>
        </p:nvGrpSpPr>
        <p:grpSpPr>
          <a:xfrm>
            <a:off x="6588125" y="6446838"/>
            <a:ext cx="792163" cy="366712"/>
            <a:chOff x="4695" y="4061"/>
            <a:chExt cx="499" cy="231"/>
          </a:xfrm>
        </p:grpSpPr>
        <p:pic>
          <p:nvPicPr>
            <p:cNvPr id="66571" name="Picture 57" descr="78900"/>
            <p:cNvPicPr>
              <a:picLocks noChangeAspect="1"/>
            </p:cNvPicPr>
            <p:nvPr/>
          </p:nvPicPr>
          <p:blipFill>
            <a:blip r:embed="rId2"/>
            <a:stretch>
              <a:fillRect/>
            </a:stretch>
          </p:blipFill>
          <p:spPr>
            <a:xfrm>
              <a:off x="4695" y="4107"/>
              <a:ext cx="499" cy="181"/>
            </a:xfrm>
            <a:prstGeom prst="rect">
              <a:avLst/>
            </a:prstGeom>
            <a:noFill/>
            <a:ln w="9525">
              <a:noFill/>
            </a:ln>
          </p:spPr>
        </p:pic>
        <p:sp>
          <p:nvSpPr>
            <p:cNvPr id="66572" name="Text Box 58">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0482"/>
                                        </p:tgtEl>
                                        <p:attrNameLst>
                                          <p:attrName>style.visibility</p:attrName>
                                        </p:attrNameLst>
                                      </p:cBhvr>
                                      <p:to>
                                        <p:strVal val="visible"/>
                                      </p:to>
                                    </p:set>
                                    <p:anim calcmode="lin" valueType="num">
                                      <p:cBhvr additive="base">
                                        <p:cTn id="7" dur="500" fill="hold"/>
                                        <p:tgtEl>
                                          <p:spTgt spid="20482"/>
                                        </p:tgtEl>
                                        <p:attrNameLst>
                                          <p:attrName>ppt_x</p:attrName>
                                        </p:attrNameLst>
                                      </p:cBhvr>
                                      <p:tavLst>
                                        <p:tav tm="0">
                                          <p:val>
                                            <p:strVal val="0-#ppt_w/2"/>
                                          </p:val>
                                        </p:tav>
                                        <p:tav tm="100000">
                                          <p:val>
                                            <p:strVal val="#ppt_x"/>
                                          </p:val>
                                        </p:tav>
                                      </p:tavLst>
                                    </p:anim>
                                    <p:anim calcmode="lin" valueType="num">
                                      <p:cBhvr additive="base">
                                        <p:cTn id="8" dur="500" fill="hold"/>
                                        <p:tgtEl>
                                          <p:spTgt spid="2048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iterate type="lt">
                                    <p:tmPct val="100000"/>
                                  </p:iterate>
                                  <p:childTnLst>
                                    <p:set>
                                      <p:cBhvr>
                                        <p:cTn id="12" dur="1" fill="hold">
                                          <p:stCondLst>
                                            <p:cond delay="0"/>
                                          </p:stCondLst>
                                        </p:cTn>
                                        <p:tgtEl>
                                          <p:spTgt spid="20483"/>
                                        </p:tgtEl>
                                        <p:attrNameLst>
                                          <p:attrName>style.visibility</p:attrName>
                                        </p:attrNameLst>
                                      </p:cBhvr>
                                      <p:to>
                                        <p:strVal val="visible"/>
                                      </p:to>
                                    </p:set>
                                    <p:animEffect transition="in" filter="wipe(left)">
                                      <p:cBhvr>
                                        <p:cTn id="13" dur="100"/>
                                        <p:tgtEl>
                                          <p:spTgt spid="2048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left)">
                                      <p:cBhvr>
                                        <p:cTn id="18" dur="20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left)">
                                      <p:cBhvr>
                                        <p:cTn id="23" dur="20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blinds(horizontal)">
                                      <p:cBhvr>
                                        <p:cTn id="28" dur="500"/>
                                        <p:tgtEl>
                                          <p:spTgt spid="4"/>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20504"/>
                                        </p:tgtEl>
                                        <p:attrNameLst>
                                          <p:attrName>style.visibility</p:attrName>
                                        </p:attrNameLst>
                                      </p:cBhvr>
                                      <p:to>
                                        <p:strVal val="visible"/>
                                      </p:to>
                                    </p:set>
                                    <p:animEffect transition="in" filter="wipe(left)">
                                      <p:cBhvr>
                                        <p:cTn id="32" dur="2000"/>
                                        <p:tgtEl>
                                          <p:spTgt spid="205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p:bldP spid="20483" grpId="0"/>
      <p:bldP spid="2050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90" name="Text Box 58"/>
          <p:cNvSpPr txBox="1"/>
          <p:nvPr/>
        </p:nvSpPr>
        <p:spPr>
          <a:xfrm>
            <a:off x="5940425" y="1268413"/>
            <a:ext cx="2376488" cy="519112"/>
          </a:xfrm>
          <a:prstGeom prst="rect">
            <a:avLst/>
          </a:prstGeom>
          <a:solidFill>
            <a:schemeClr val="hlink"/>
          </a:solidFill>
          <a:ln w="9525">
            <a:noFill/>
          </a:ln>
        </p:spPr>
        <p:txBody>
          <a:bodyPr>
            <a:spAutoFit/>
          </a:bodyPr>
          <a:p>
            <a:pPr>
              <a:spcBef>
                <a:spcPct val="50000"/>
              </a:spcBef>
            </a:pPr>
            <a:r>
              <a:rPr lang="zh-CN" altLang="en-US" sz="2800" dirty="0">
                <a:latin typeface="Arial" panose="020B0604020202020204" pitchFamily="34" charset="0"/>
              </a:rPr>
              <a:t>三相四线制</a:t>
            </a:r>
            <a:endParaRPr lang="zh-CN" altLang="en-US" sz="2800" dirty="0">
              <a:latin typeface="Arial" panose="020B0604020202020204" pitchFamily="34" charset="0"/>
            </a:endParaRPr>
          </a:p>
        </p:txBody>
      </p:sp>
      <p:grpSp>
        <p:nvGrpSpPr>
          <p:cNvPr id="2" name="Group 283"/>
          <p:cNvGrpSpPr/>
          <p:nvPr/>
        </p:nvGrpSpPr>
        <p:grpSpPr>
          <a:xfrm>
            <a:off x="6443663" y="4581525"/>
            <a:ext cx="1225550" cy="650875"/>
            <a:chOff x="4059" y="2886"/>
            <a:chExt cx="772" cy="410"/>
          </a:xfrm>
        </p:grpSpPr>
        <p:sp>
          <p:nvSpPr>
            <p:cNvPr id="8270" name="Text Box 152"/>
            <p:cNvSpPr txBox="1"/>
            <p:nvPr/>
          </p:nvSpPr>
          <p:spPr>
            <a:xfrm>
              <a:off x="4059" y="2931"/>
              <a:ext cx="318" cy="365"/>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仿宋_GB2312" pitchFamily="49" charset="-122"/>
                </a:rPr>
                <a:t>Y</a:t>
              </a:r>
              <a:endParaRPr lang="en-US" altLang="zh-CN" b="0" dirty="0">
                <a:solidFill>
                  <a:schemeClr val="bg1"/>
                </a:solidFill>
                <a:latin typeface="Times New Roman" panose="02020603050405020304" pitchFamily="18" charset="0"/>
                <a:ea typeface="仿宋_GB2312" pitchFamily="49" charset="-122"/>
              </a:endParaRPr>
            </a:p>
          </p:txBody>
        </p:sp>
        <p:sp>
          <p:nvSpPr>
            <p:cNvPr id="8271" name="Line 153"/>
            <p:cNvSpPr/>
            <p:nvPr/>
          </p:nvSpPr>
          <p:spPr>
            <a:xfrm>
              <a:off x="4332" y="3113"/>
              <a:ext cx="226" cy="0"/>
            </a:xfrm>
            <a:prstGeom prst="line">
              <a:avLst/>
            </a:prstGeom>
            <a:ln w="38100" cap="flat" cmpd="sng">
              <a:solidFill>
                <a:srgbClr val="FFCC00"/>
              </a:solidFill>
              <a:prstDash val="solid"/>
              <a:headEnd type="none" w="med" len="med"/>
              <a:tailEnd type="none" w="med" len="med"/>
            </a:ln>
          </p:spPr>
        </p:sp>
        <p:sp>
          <p:nvSpPr>
            <p:cNvPr id="8272" name="Text Box 154"/>
            <p:cNvSpPr txBox="1"/>
            <p:nvPr/>
          </p:nvSpPr>
          <p:spPr>
            <a:xfrm>
              <a:off x="4513" y="2886"/>
              <a:ext cx="318" cy="365"/>
            </a:xfrm>
            <a:prstGeom prst="rect">
              <a:avLst/>
            </a:prstGeom>
            <a:noFill/>
            <a:ln w="9525">
              <a:noFill/>
            </a:ln>
          </p:spPr>
          <p:txBody>
            <a:bodyPr>
              <a:spAutoFit/>
            </a:bodyPr>
            <a:p>
              <a:pPr>
                <a:spcBef>
                  <a:spcPct val="50000"/>
                </a:spcBef>
              </a:pPr>
              <a:r>
                <a:rPr lang="en-US" altLang="zh-CN" b="0" dirty="0">
                  <a:solidFill>
                    <a:schemeClr val="bg1"/>
                  </a:solidFill>
                  <a:latin typeface="仿宋_GB2312" pitchFamily="49" charset="-122"/>
                  <a:ea typeface="仿宋_GB2312" pitchFamily="49" charset="-122"/>
                </a:rPr>
                <a:t>△</a:t>
              </a:r>
              <a:endParaRPr lang="en-US" altLang="zh-CN" b="0" dirty="0">
                <a:solidFill>
                  <a:schemeClr val="bg1"/>
                </a:solidFill>
                <a:latin typeface="仿宋_GB2312" pitchFamily="49" charset="-122"/>
                <a:ea typeface="仿宋_GB2312" pitchFamily="49" charset="-122"/>
              </a:endParaRPr>
            </a:p>
          </p:txBody>
        </p:sp>
      </p:grpSp>
      <p:grpSp>
        <p:nvGrpSpPr>
          <p:cNvPr id="3" name="Group 282"/>
          <p:cNvGrpSpPr/>
          <p:nvPr/>
        </p:nvGrpSpPr>
        <p:grpSpPr>
          <a:xfrm>
            <a:off x="6372225" y="2060575"/>
            <a:ext cx="1368425" cy="579438"/>
            <a:chOff x="4014" y="1298"/>
            <a:chExt cx="862" cy="365"/>
          </a:xfrm>
        </p:grpSpPr>
        <p:sp>
          <p:nvSpPr>
            <p:cNvPr id="8267" name="Text Box 157"/>
            <p:cNvSpPr txBox="1"/>
            <p:nvPr/>
          </p:nvSpPr>
          <p:spPr>
            <a:xfrm>
              <a:off x="4014" y="1298"/>
              <a:ext cx="318" cy="365"/>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仿宋_GB2312" pitchFamily="49" charset="-122"/>
                </a:rPr>
                <a:t>Y</a:t>
              </a:r>
              <a:endParaRPr lang="en-US" altLang="zh-CN" b="0" dirty="0">
                <a:solidFill>
                  <a:schemeClr val="bg1"/>
                </a:solidFill>
                <a:latin typeface="Times New Roman" panose="02020603050405020304" pitchFamily="18" charset="0"/>
                <a:ea typeface="仿宋_GB2312" pitchFamily="49" charset="-122"/>
              </a:endParaRPr>
            </a:p>
          </p:txBody>
        </p:sp>
        <p:sp>
          <p:nvSpPr>
            <p:cNvPr id="8268" name="Line 158"/>
            <p:cNvSpPr/>
            <p:nvPr/>
          </p:nvSpPr>
          <p:spPr>
            <a:xfrm>
              <a:off x="4332" y="1480"/>
              <a:ext cx="226" cy="0"/>
            </a:xfrm>
            <a:prstGeom prst="line">
              <a:avLst/>
            </a:prstGeom>
            <a:ln w="38100" cap="flat" cmpd="sng">
              <a:solidFill>
                <a:srgbClr val="FFCC00"/>
              </a:solidFill>
              <a:prstDash val="solid"/>
              <a:headEnd type="none" w="med" len="med"/>
              <a:tailEnd type="none" w="med" len="med"/>
            </a:ln>
          </p:spPr>
        </p:sp>
        <p:sp>
          <p:nvSpPr>
            <p:cNvPr id="8269" name="Text Box 159"/>
            <p:cNvSpPr txBox="1"/>
            <p:nvPr/>
          </p:nvSpPr>
          <p:spPr>
            <a:xfrm>
              <a:off x="4558" y="1298"/>
              <a:ext cx="318" cy="365"/>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仿宋_GB2312" pitchFamily="49" charset="-122"/>
                </a:rPr>
                <a:t>Y</a:t>
              </a:r>
              <a:endParaRPr lang="en-US" altLang="zh-CN" b="0" dirty="0">
                <a:solidFill>
                  <a:schemeClr val="bg1"/>
                </a:solidFill>
                <a:latin typeface="Times New Roman" panose="02020603050405020304" pitchFamily="18" charset="0"/>
                <a:ea typeface="仿宋_GB2312" pitchFamily="49" charset="-122"/>
              </a:endParaRPr>
            </a:p>
          </p:txBody>
        </p:sp>
      </p:grpSp>
      <p:grpSp>
        <p:nvGrpSpPr>
          <p:cNvPr id="4" name="Group 285"/>
          <p:cNvGrpSpPr/>
          <p:nvPr/>
        </p:nvGrpSpPr>
        <p:grpSpPr>
          <a:xfrm>
            <a:off x="1116013" y="534988"/>
            <a:ext cx="4500562" cy="3240087"/>
            <a:chOff x="703" y="337"/>
            <a:chExt cx="2835" cy="2041"/>
          </a:xfrm>
        </p:grpSpPr>
        <p:sp>
          <p:nvSpPr>
            <p:cNvPr id="8238" name="Text Box 174"/>
            <p:cNvSpPr txBox="1"/>
            <p:nvPr/>
          </p:nvSpPr>
          <p:spPr>
            <a:xfrm>
              <a:off x="2427" y="564"/>
              <a:ext cx="298"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i="1" dirty="0">
                <a:solidFill>
                  <a:schemeClr val="bg1"/>
                </a:solidFill>
                <a:latin typeface="Times New Roman" panose="02020603050405020304" pitchFamily="18" charset="0"/>
                <a:ea typeface="宋体" panose="02010600030101010101" pitchFamily="2" charset="-122"/>
              </a:endParaRPr>
            </a:p>
          </p:txBody>
        </p:sp>
        <p:sp>
          <p:nvSpPr>
            <p:cNvPr id="8239" name="Line 175"/>
            <p:cNvSpPr/>
            <p:nvPr/>
          </p:nvSpPr>
          <p:spPr>
            <a:xfrm>
              <a:off x="3017" y="519"/>
              <a:ext cx="0" cy="1315"/>
            </a:xfrm>
            <a:prstGeom prst="line">
              <a:avLst/>
            </a:prstGeom>
            <a:ln w="28575" cap="flat" cmpd="sng">
              <a:solidFill>
                <a:srgbClr val="FFCC00"/>
              </a:solidFill>
              <a:prstDash val="solid"/>
              <a:headEnd type="none" w="med" len="med"/>
              <a:tailEnd type="none" w="med" len="med"/>
            </a:ln>
          </p:spPr>
        </p:sp>
        <p:sp>
          <p:nvSpPr>
            <p:cNvPr id="8240" name="Line 176"/>
            <p:cNvSpPr/>
            <p:nvPr/>
          </p:nvSpPr>
          <p:spPr>
            <a:xfrm>
              <a:off x="3380" y="1199"/>
              <a:ext cx="0" cy="1179"/>
            </a:xfrm>
            <a:prstGeom prst="line">
              <a:avLst/>
            </a:prstGeom>
            <a:ln w="28575" cap="flat" cmpd="sng">
              <a:solidFill>
                <a:srgbClr val="FFCC00"/>
              </a:solidFill>
              <a:prstDash val="solid"/>
              <a:headEnd type="none" w="med" len="med"/>
              <a:tailEnd type="none" w="med" len="med"/>
            </a:ln>
          </p:spPr>
        </p:sp>
        <p:sp>
          <p:nvSpPr>
            <p:cNvPr id="8241" name="Text Box 177"/>
            <p:cNvSpPr txBox="1"/>
            <p:nvPr/>
          </p:nvSpPr>
          <p:spPr>
            <a:xfrm>
              <a:off x="2472" y="1244"/>
              <a:ext cx="298"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i="1" dirty="0">
                <a:solidFill>
                  <a:schemeClr val="bg1"/>
                </a:solidFill>
                <a:latin typeface="Times New Roman" panose="02020603050405020304" pitchFamily="18" charset="0"/>
                <a:ea typeface="宋体" panose="02010600030101010101" pitchFamily="2" charset="-122"/>
              </a:endParaRPr>
            </a:p>
          </p:txBody>
        </p:sp>
        <p:sp>
          <p:nvSpPr>
            <p:cNvPr id="8242" name="Text Box 178"/>
            <p:cNvSpPr txBox="1"/>
            <p:nvPr/>
          </p:nvSpPr>
          <p:spPr>
            <a:xfrm>
              <a:off x="2472" y="1879"/>
              <a:ext cx="298"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i="1" dirty="0">
                <a:solidFill>
                  <a:schemeClr val="bg1"/>
                </a:solidFill>
                <a:latin typeface="Times New Roman" panose="02020603050405020304" pitchFamily="18" charset="0"/>
                <a:ea typeface="宋体" panose="02010600030101010101" pitchFamily="2" charset="-122"/>
              </a:endParaRPr>
            </a:p>
          </p:txBody>
        </p:sp>
        <p:sp>
          <p:nvSpPr>
            <p:cNvPr id="8243" name="Text Box 179"/>
            <p:cNvSpPr txBox="1"/>
            <p:nvPr/>
          </p:nvSpPr>
          <p:spPr>
            <a:xfrm>
              <a:off x="3017" y="1199"/>
              <a:ext cx="521" cy="327"/>
            </a:xfrm>
            <a:prstGeom prst="rect">
              <a:avLst/>
            </a:prstGeom>
            <a:noFill/>
            <a:ln w="9525">
              <a:noFill/>
            </a:ln>
          </p:spPr>
          <p:txBody>
            <a:bodyPr>
              <a:spAutoFit/>
            </a:bodyPr>
            <a:p>
              <a:pPr>
                <a:spcBef>
                  <a:spcPct val="50000"/>
                </a:spcBef>
                <a:buNone/>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8244" name="Oval 180"/>
            <p:cNvSpPr/>
            <p:nvPr/>
          </p:nvSpPr>
          <p:spPr>
            <a:xfrm>
              <a:off x="1293" y="337"/>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8245" name="Oval 181"/>
            <p:cNvSpPr/>
            <p:nvPr/>
          </p:nvSpPr>
          <p:spPr>
            <a:xfrm>
              <a:off x="1248" y="1018"/>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8246" name="Oval 182"/>
            <p:cNvSpPr/>
            <p:nvPr/>
          </p:nvSpPr>
          <p:spPr>
            <a:xfrm>
              <a:off x="1248" y="1653"/>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8247" name="Line 183"/>
            <p:cNvSpPr/>
            <p:nvPr/>
          </p:nvSpPr>
          <p:spPr>
            <a:xfrm rot="5400000" flipH="1">
              <a:off x="2041" y="-456"/>
              <a:ext cx="0" cy="1951"/>
            </a:xfrm>
            <a:prstGeom prst="line">
              <a:avLst/>
            </a:prstGeom>
            <a:ln w="28575" cap="flat" cmpd="sng">
              <a:solidFill>
                <a:srgbClr val="FFCC00"/>
              </a:solidFill>
              <a:prstDash val="solid"/>
              <a:headEnd type="none" w="med" len="med"/>
              <a:tailEnd type="none" w="med" len="med"/>
            </a:ln>
          </p:spPr>
        </p:sp>
        <p:sp>
          <p:nvSpPr>
            <p:cNvPr id="8248" name="Text Box 184"/>
            <p:cNvSpPr txBox="1"/>
            <p:nvPr/>
          </p:nvSpPr>
          <p:spPr>
            <a:xfrm rot="5400000">
              <a:off x="1689" y="486"/>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8249" name="Text Box 185"/>
            <p:cNvSpPr txBox="1"/>
            <p:nvPr/>
          </p:nvSpPr>
          <p:spPr>
            <a:xfrm>
              <a:off x="1066" y="473"/>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8250" name="Text Box 186"/>
            <p:cNvSpPr txBox="1"/>
            <p:nvPr/>
          </p:nvSpPr>
          <p:spPr>
            <a:xfrm>
              <a:off x="2019" y="473"/>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8251" name="Text Box 187"/>
            <p:cNvSpPr txBox="1"/>
            <p:nvPr/>
          </p:nvSpPr>
          <p:spPr>
            <a:xfrm>
              <a:off x="749" y="1199"/>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8252" name="Line 188"/>
            <p:cNvSpPr/>
            <p:nvPr/>
          </p:nvSpPr>
          <p:spPr>
            <a:xfrm rot="5400000" flipH="1">
              <a:off x="2041" y="223"/>
              <a:ext cx="0" cy="1951"/>
            </a:xfrm>
            <a:prstGeom prst="line">
              <a:avLst/>
            </a:prstGeom>
            <a:ln w="28575" cap="flat" cmpd="sng">
              <a:solidFill>
                <a:srgbClr val="FFCC00"/>
              </a:solidFill>
              <a:prstDash val="solid"/>
              <a:headEnd type="oval" w="med" len="med"/>
              <a:tailEnd type="oval" w="med" len="med"/>
            </a:ln>
          </p:spPr>
        </p:sp>
        <p:sp>
          <p:nvSpPr>
            <p:cNvPr id="8253" name="Text Box 189"/>
            <p:cNvSpPr txBox="1"/>
            <p:nvPr/>
          </p:nvSpPr>
          <p:spPr>
            <a:xfrm rot="5400000">
              <a:off x="1689" y="1167"/>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8254" name="Text Box 190"/>
            <p:cNvSpPr txBox="1"/>
            <p:nvPr/>
          </p:nvSpPr>
          <p:spPr>
            <a:xfrm>
              <a:off x="1066" y="1154"/>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8255" name="Text Box 191"/>
            <p:cNvSpPr txBox="1"/>
            <p:nvPr/>
          </p:nvSpPr>
          <p:spPr>
            <a:xfrm>
              <a:off x="2019" y="1154"/>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8256" name="Line 192"/>
            <p:cNvSpPr/>
            <p:nvPr/>
          </p:nvSpPr>
          <p:spPr>
            <a:xfrm rot="5400000" flipH="1">
              <a:off x="2041" y="858"/>
              <a:ext cx="0" cy="1951"/>
            </a:xfrm>
            <a:prstGeom prst="line">
              <a:avLst/>
            </a:prstGeom>
            <a:ln w="28575" cap="flat" cmpd="sng">
              <a:solidFill>
                <a:srgbClr val="FFCC00"/>
              </a:solidFill>
              <a:prstDash val="solid"/>
              <a:headEnd type="none" w="med" len="med"/>
              <a:tailEnd type="none" w="med" len="med"/>
            </a:ln>
          </p:spPr>
        </p:sp>
        <p:sp>
          <p:nvSpPr>
            <p:cNvPr id="8257" name="Text Box 193"/>
            <p:cNvSpPr txBox="1"/>
            <p:nvPr/>
          </p:nvSpPr>
          <p:spPr>
            <a:xfrm rot="5400000">
              <a:off x="1689" y="1756"/>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8258" name="Text Box 194"/>
            <p:cNvSpPr txBox="1"/>
            <p:nvPr/>
          </p:nvSpPr>
          <p:spPr>
            <a:xfrm>
              <a:off x="1021" y="1789"/>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8259" name="Text Box 195"/>
            <p:cNvSpPr txBox="1"/>
            <p:nvPr/>
          </p:nvSpPr>
          <p:spPr>
            <a:xfrm>
              <a:off x="2019" y="1789"/>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8260" name="Line 196"/>
            <p:cNvSpPr/>
            <p:nvPr/>
          </p:nvSpPr>
          <p:spPr>
            <a:xfrm>
              <a:off x="1066" y="519"/>
              <a:ext cx="0" cy="1312"/>
            </a:xfrm>
            <a:prstGeom prst="line">
              <a:avLst/>
            </a:prstGeom>
            <a:ln w="28575" cap="flat" cmpd="sng">
              <a:solidFill>
                <a:srgbClr val="FFCC00"/>
              </a:solidFill>
              <a:prstDash val="solid"/>
              <a:headEnd type="none" w="med" len="med"/>
              <a:tailEnd type="none" w="med" len="med"/>
            </a:ln>
          </p:spPr>
        </p:sp>
        <p:sp>
          <p:nvSpPr>
            <p:cNvPr id="8261" name="Freeform 197"/>
            <p:cNvSpPr/>
            <p:nvPr/>
          </p:nvSpPr>
          <p:spPr>
            <a:xfrm>
              <a:off x="703" y="1199"/>
              <a:ext cx="2540" cy="1179"/>
            </a:xfrm>
            <a:custGeom>
              <a:avLst/>
              <a:gdLst>
                <a:gd name="txL" fmla="*/ 0 w 1680"/>
                <a:gd name="txT" fmla="*/ 0 h 996"/>
                <a:gd name="txR" fmla="*/ 1680 w 1680"/>
                <a:gd name="txB" fmla="*/ 996 h 996"/>
              </a:gdLst>
              <a:ahLst/>
              <a:cxnLst>
                <a:cxn ang="0">
                  <a:pos x="363" y="0"/>
                </a:cxn>
                <a:cxn ang="0">
                  <a:pos x="0" y="0"/>
                </a:cxn>
                <a:cxn ang="0">
                  <a:pos x="0" y="1179"/>
                </a:cxn>
                <a:cxn ang="0">
                  <a:pos x="2540" y="1179"/>
                </a:cxn>
              </a:cxnLst>
              <a:rect l="txL" t="txT" r="txR" b="txB"/>
              <a:pathLst>
                <a:path w="1680" h="996">
                  <a:moveTo>
                    <a:pt x="240" y="0"/>
                  </a:moveTo>
                  <a:lnTo>
                    <a:pt x="0" y="0"/>
                  </a:lnTo>
                  <a:lnTo>
                    <a:pt x="0" y="996"/>
                  </a:lnTo>
                  <a:lnTo>
                    <a:pt x="1680" y="996"/>
                  </a:lnTo>
                </a:path>
              </a:pathLst>
            </a:custGeom>
            <a:noFill/>
            <a:ln w="28575" cap="flat" cmpd="sng">
              <a:solidFill>
                <a:srgbClr val="FFCC00"/>
              </a:solidFill>
              <a:prstDash val="solid"/>
              <a:round/>
              <a:headEnd type="oval" w="med" len="med"/>
              <a:tailEnd type="none" w="med" len="med"/>
            </a:ln>
          </p:spPr>
          <p:txBody>
            <a:bodyPr wrap="none" anchor="ctr" anchorCtr="0"/>
            <a:p>
              <a:endParaRPr lang="zh-CN" altLang="en-US" dirty="0">
                <a:latin typeface="Arial" panose="020B0604020202020204" pitchFamily="34" charset="0"/>
              </a:endParaRPr>
            </a:p>
          </p:txBody>
        </p:sp>
        <p:graphicFrame>
          <p:nvGraphicFramePr>
            <p:cNvPr id="8196" name="Object 198"/>
            <p:cNvGraphicFramePr/>
            <p:nvPr/>
          </p:nvGraphicFramePr>
          <p:xfrm>
            <a:off x="1384" y="655"/>
            <a:ext cx="284" cy="381"/>
          </p:xfrm>
          <a:graphic>
            <a:graphicData uri="http://schemas.openxmlformats.org/presentationml/2006/ole">
              <mc:AlternateContent xmlns:mc="http://schemas.openxmlformats.org/markup-compatibility/2006">
                <mc:Choice xmlns:v="urn:schemas-microsoft-com:vml" Requires="v">
                  <p:oleObj spid="_x0000_s3084" name="" r:id="rId1" imgW="228600" imgH="304800" progId="Equation.3">
                    <p:embed/>
                  </p:oleObj>
                </mc:Choice>
                <mc:Fallback>
                  <p:oleObj name="" r:id="rId1" imgW="228600" imgH="304800" progId="Equation.3">
                    <p:embed/>
                    <p:pic>
                      <p:nvPicPr>
                        <p:cNvPr id="0" name="图片 3083"/>
                        <p:cNvPicPr/>
                        <p:nvPr/>
                      </p:nvPicPr>
                      <p:blipFill>
                        <a:blip r:embed="rId2">
                          <a:clrChange>
                            <a:clrFrom>
                              <a:srgbClr val="000000"/>
                            </a:clrFrom>
                            <a:clrTo>
                              <a:srgbClr val="FFFFFF"/>
                            </a:clrTo>
                          </a:clrChange>
                        </a:blip>
                        <a:stretch>
                          <a:fillRect/>
                        </a:stretch>
                      </p:blipFill>
                      <p:spPr>
                        <a:xfrm>
                          <a:off x="1384" y="655"/>
                          <a:ext cx="284" cy="381"/>
                        </a:xfrm>
                        <a:prstGeom prst="rect">
                          <a:avLst/>
                        </a:prstGeom>
                        <a:noFill/>
                        <a:ln w="38100">
                          <a:noFill/>
                          <a:miter/>
                        </a:ln>
                      </p:spPr>
                    </p:pic>
                  </p:oleObj>
                </mc:Fallback>
              </mc:AlternateContent>
            </a:graphicData>
          </a:graphic>
        </p:graphicFrame>
        <p:graphicFrame>
          <p:nvGraphicFramePr>
            <p:cNvPr id="8197" name="Object 199"/>
            <p:cNvGraphicFramePr/>
            <p:nvPr/>
          </p:nvGraphicFramePr>
          <p:xfrm>
            <a:off x="1293" y="1290"/>
            <a:ext cx="285" cy="397"/>
          </p:xfrm>
          <a:graphic>
            <a:graphicData uri="http://schemas.openxmlformats.org/presentationml/2006/ole">
              <mc:AlternateContent xmlns:mc="http://schemas.openxmlformats.org/markup-compatibility/2006">
                <mc:Choice xmlns:v="urn:schemas-microsoft-com:vml" Requires="v">
                  <p:oleObj spid="_x0000_s3085" name="" r:id="rId3" imgW="228600" imgH="317500" progId="Equation.3">
                    <p:embed/>
                  </p:oleObj>
                </mc:Choice>
                <mc:Fallback>
                  <p:oleObj name="" r:id="rId3" imgW="228600" imgH="317500" progId="Equation.3">
                    <p:embed/>
                    <p:pic>
                      <p:nvPicPr>
                        <p:cNvPr id="0" name="图片 3084"/>
                        <p:cNvPicPr/>
                        <p:nvPr/>
                      </p:nvPicPr>
                      <p:blipFill>
                        <a:blip r:embed="rId4">
                          <a:clrChange>
                            <a:clrFrom>
                              <a:srgbClr val="000000"/>
                            </a:clrFrom>
                            <a:clrTo>
                              <a:srgbClr val="FFFFFF"/>
                            </a:clrTo>
                          </a:clrChange>
                        </a:blip>
                        <a:stretch>
                          <a:fillRect/>
                        </a:stretch>
                      </p:blipFill>
                      <p:spPr>
                        <a:xfrm>
                          <a:off x="1293" y="1290"/>
                          <a:ext cx="285" cy="397"/>
                        </a:xfrm>
                        <a:prstGeom prst="rect">
                          <a:avLst/>
                        </a:prstGeom>
                        <a:noFill/>
                        <a:ln w="38100">
                          <a:noFill/>
                          <a:miter/>
                        </a:ln>
                      </p:spPr>
                    </p:pic>
                  </p:oleObj>
                </mc:Fallback>
              </mc:AlternateContent>
            </a:graphicData>
          </a:graphic>
        </p:graphicFrame>
        <p:graphicFrame>
          <p:nvGraphicFramePr>
            <p:cNvPr id="8198" name="Object 200"/>
            <p:cNvGraphicFramePr/>
            <p:nvPr/>
          </p:nvGraphicFramePr>
          <p:xfrm>
            <a:off x="1339" y="1970"/>
            <a:ext cx="285" cy="397"/>
          </p:xfrm>
          <a:graphic>
            <a:graphicData uri="http://schemas.openxmlformats.org/presentationml/2006/ole">
              <mc:AlternateContent xmlns:mc="http://schemas.openxmlformats.org/markup-compatibility/2006">
                <mc:Choice xmlns:v="urn:schemas-microsoft-com:vml" Requires="v">
                  <p:oleObj spid="_x0000_s3086" name="" r:id="rId5" imgW="228600" imgH="317500" progId="Equation.3">
                    <p:embed/>
                  </p:oleObj>
                </mc:Choice>
                <mc:Fallback>
                  <p:oleObj name="" r:id="rId5" imgW="228600" imgH="317500" progId="Equation.3">
                    <p:embed/>
                    <p:pic>
                      <p:nvPicPr>
                        <p:cNvPr id="0" name="图片 3085"/>
                        <p:cNvPicPr/>
                        <p:nvPr/>
                      </p:nvPicPr>
                      <p:blipFill>
                        <a:blip r:embed="rId6">
                          <a:clrChange>
                            <a:clrFrom>
                              <a:srgbClr val="000000"/>
                            </a:clrFrom>
                            <a:clrTo>
                              <a:srgbClr val="FFFFFF"/>
                            </a:clrTo>
                          </a:clrChange>
                        </a:blip>
                        <a:stretch>
                          <a:fillRect/>
                        </a:stretch>
                      </p:blipFill>
                      <p:spPr>
                        <a:xfrm>
                          <a:off x="1339" y="1970"/>
                          <a:ext cx="285" cy="397"/>
                        </a:xfrm>
                        <a:prstGeom prst="rect">
                          <a:avLst/>
                        </a:prstGeom>
                        <a:noFill/>
                        <a:ln w="38100">
                          <a:noFill/>
                          <a:miter/>
                        </a:ln>
                      </p:spPr>
                    </p:pic>
                  </p:oleObj>
                </mc:Fallback>
              </mc:AlternateContent>
            </a:graphicData>
          </a:graphic>
        </p:graphicFrame>
        <p:sp>
          <p:nvSpPr>
            <p:cNvPr id="8262" name="Rectangle 201"/>
            <p:cNvSpPr/>
            <p:nvPr/>
          </p:nvSpPr>
          <p:spPr>
            <a:xfrm>
              <a:off x="2472" y="1771"/>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8263" name="Rectangle 202"/>
            <p:cNvSpPr/>
            <p:nvPr/>
          </p:nvSpPr>
          <p:spPr>
            <a:xfrm>
              <a:off x="2472" y="1136"/>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8264" name="Rectangle 203"/>
            <p:cNvSpPr/>
            <p:nvPr/>
          </p:nvSpPr>
          <p:spPr>
            <a:xfrm>
              <a:off x="2427" y="455"/>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8265" name="Line 204"/>
            <p:cNvSpPr/>
            <p:nvPr/>
          </p:nvSpPr>
          <p:spPr>
            <a:xfrm>
              <a:off x="3017" y="1199"/>
              <a:ext cx="363" cy="0"/>
            </a:xfrm>
            <a:prstGeom prst="line">
              <a:avLst/>
            </a:prstGeom>
            <a:ln w="28575" cap="flat" cmpd="sng">
              <a:solidFill>
                <a:srgbClr val="FFCC00"/>
              </a:solidFill>
              <a:prstDash val="solid"/>
              <a:headEnd type="none" w="med" len="med"/>
              <a:tailEnd type="none" w="med" len="med"/>
            </a:ln>
          </p:spPr>
        </p:sp>
        <p:sp>
          <p:nvSpPr>
            <p:cNvPr id="8266" name="Line 205"/>
            <p:cNvSpPr/>
            <p:nvPr/>
          </p:nvSpPr>
          <p:spPr>
            <a:xfrm>
              <a:off x="3243" y="2378"/>
              <a:ext cx="137" cy="0"/>
            </a:xfrm>
            <a:prstGeom prst="line">
              <a:avLst/>
            </a:prstGeom>
            <a:ln w="28575" cap="flat" cmpd="sng">
              <a:solidFill>
                <a:srgbClr val="FFCC00"/>
              </a:solidFill>
              <a:prstDash val="solid"/>
              <a:headEnd type="none" w="med" len="med"/>
              <a:tailEnd type="none" w="med" len="med"/>
            </a:ln>
          </p:spPr>
        </p:sp>
      </p:grpSp>
      <p:grpSp>
        <p:nvGrpSpPr>
          <p:cNvPr id="5" name="Group 284"/>
          <p:cNvGrpSpPr/>
          <p:nvPr/>
        </p:nvGrpSpPr>
        <p:grpSpPr>
          <a:xfrm>
            <a:off x="1403350" y="3917950"/>
            <a:ext cx="3629025" cy="2824163"/>
            <a:chOff x="884" y="2468"/>
            <a:chExt cx="2286" cy="1779"/>
          </a:xfrm>
        </p:grpSpPr>
        <p:sp>
          <p:nvSpPr>
            <p:cNvPr id="8214" name="Line 237"/>
            <p:cNvSpPr/>
            <p:nvPr/>
          </p:nvSpPr>
          <p:spPr>
            <a:xfrm>
              <a:off x="3107" y="2650"/>
              <a:ext cx="0" cy="1315"/>
            </a:xfrm>
            <a:prstGeom prst="line">
              <a:avLst/>
            </a:prstGeom>
            <a:ln w="28575" cap="flat" cmpd="sng">
              <a:solidFill>
                <a:srgbClr val="FFCC00"/>
              </a:solidFill>
              <a:prstDash val="solid"/>
              <a:headEnd type="none" w="med" len="med"/>
              <a:tailEnd type="none" w="med" len="med"/>
            </a:ln>
          </p:spPr>
        </p:sp>
        <p:sp>
          <p:nvSpPr>
            <p:cNvPr id="8215" name="Text Box 238"/>
            <p:cNvSpPr txBox="1"/>
            <p:nvPr/>
          </p:nvSpPr>
          <p:spPr>
            <a:xfrm>
              <a:off x="2562" y="2831"/>
              <a:ext cx="298"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i="1" dirty="0">
                <a:solidFill>
                  <a:schemeClr val="bg1"/>
                </a:solidFill>
                <a:latin typeface="Times New Roman" panose="02020603050405020304" pitchFamily="18" charset="0"/>
                <a:ea typeface="宋体" panose="02010600030101010101" pitchFamily="2" charset="-122"/>
              </a:endParaRPr>
            </a:p>
          </p:txBody>
        </p:sp>
        <p:sp>
          <p:nvSpPr>
            <p:cNvPr id="8216" name="Line 239"/>
            <p:cNvSpPr/>
            <p:nvPr/>
          </p:nvSpPr>
          <p:spPr>
            <a:xfrm>
              <a:off x="2517" y="2650"/>
              <a:ext cx="0" cy="1315"/>
            </a:xfrm>
            <a:prstGeom prst="line">
              <a:avLst/>
            </a:prstGeom>
            <a:ln w="28575" cap="flat" cmpd="sng">
              <a:solidFill>
                <a:srgbClr val="FFCC00"/>
              </a:solidFill>
              <a:prstDash val="solid"/>
              <a:headEnd type="oval" w="med" len="med"/>
              <a:tailEnd type="oval" w="med" len="med"/>
            </a:ln>
          </p:spPr>
        </p:sp>
        <p:sp>
          <p:nvSpPr>
            <p:cNvPr id="8217" name="Text Box 240"/>
            <p:cNvSpPr txBox="1"/>
            <p:nvPr/>
          </p:nvSpPr>
          <p:spPr>
            <a:xfrm>
              <a:off x="2789" y="3103"/>
              <a:ext cx="298"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i="1" dirty="0">
                <a:solidFill>
                  <a:schemeClr val="bg1"/>
                </a:solidFill>
                <a:latin typeface="Times New Roman" panose="02020603050405020304" pitchFamily="18" charset="0"/>
                <a:ea typeface="宋体" panose="02010600030101010101" pitchFamily="2" charset="-122"/>
              </a:endParaRPr>
            </a:p>
          </p:txBody>
        </p:sp>
        <p:sp>
          <p:nvSpPr>
            <p:cNvPr id="8218" name="Text Box 241"/>
            <p:cNvSpPr txBox="1"/>
            <p:nvPr/>
          </p:nvSpPr>
          <p:spPr>
            <a:xfrm>
              <a:off x="2562" y="3475"/>
              <a:ext cx="298"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i="1" dirty="0">
                <a:solidFill>
                  <a:schemeClr val="bg1"/>
                </a:solidFill>
                <a:latin typeface="Times New Roman" panose="02020603050405020304" pitchFamily="18" charset="0"/>
                <a:ea typeface="宋体" panose="02010600030101010101" pitchFamily="2" charset="-122"/>
              </a:endParaRPr>
            </a:p>
          </p:txBody>
        </p:sp>
        <p:sp>
          <p:nvSpPr>
            <p:cNvPr id="8219" name="Oval 242"/>
            <p:cNvSpPr/>
            <p:nvPr/>
          </p:nvSpPr>
          <p:spPr>
            <a:xfrm>
              <a:off x="1156" y="2468"/>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8220" name="Oval 243"/>
            <p:cNvSpPr/>
            <p:nvPr/>
          </p:nvSpPr>
          <p:spPr>
            <a:xfrm>
              <a:off x="1111" y="314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8221" name="Oval 244"/>
            <p:cNvSpPr/>
            <p:nvPr/>
          </p:nvSpPr>
          <p:spPr>
            <a:xfrm>
              <a:off x="1111" y="3784"/>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8222" name="Line 245"/>
            <p:cNvSpPr/>
            <p:nvPr/>
          </p:nvSpPr>
          <p:spPr>
            <a:xfrm rot="5400000" flipH="1">
              <a:off x="2018" y="1561"/>
              <a:ext cx="0" cy="2178"/>
            </a:xfrm>
            <a:prstGeom prst="line">
              <a:avLst/>
            </a:prstGeom>
            <a:ln w="28575" cap="flat" cmpd="sng">
              <a:solidFill>
                <a:srgbClr val="FFCC00"/>
              </a:solidFill>
              <a:prstDash val="solid"/>
              <a:headEnd type="none" w="med" len="med"/>
              <a:tailEnd type="none" w="med" len="med"/>
            </a:ln>
          </p:spPr>
        </p:sp>
        <p:sp>
          <p:nvSpPr>
            <p:cNvPr id="8223" name="Text Box 246"/>
            <p:cNvSpPr txBox="1"/>
            <p:nvPr/>
          </p:nvSpPr>
          <p:spPr>
            <a:xfrm rot="5400000">
              <a:off x="1552" y="2617"/>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8224" name="Text Box 247"/>
            <p:cNvSpPr txBox="1"/>
            <p:nvPr/>
          </p:nvSpPr>
          <p:spPr>
            <a:xfrm>
              <a:off x="929" y="2604"/>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8225" name="Text Box 248"/>
            <p:cNvSpPr txBox="1"/>
            <p:nvPr/>
          </p:nvSpPr>
          <p:spPr>
            <a:xfrm>
              <a:off x="1882" y="2604"/>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8226" name="Line 249"/>
            <p:cNvSpPr/>
            <p:nvPr/>
          </p:nvSpPr>
          <p:spPr>
            <a:xfrm rot="5400000" flipH="1">
              <a:off x="1723" y="2536"/>
              <a:ext cx="0" cy="1588"/>
            </a:xfrm>
            <a:prstGeom prst="line">
              <a:avLst/>
            </a:prstGeom>
            <a:ln w="28575" cap="flat" cmpd="sng">
              <a:solidFill>
                <a:srgbClr val="FFCC00"/>
              </a:solidFill>
              <a:prstDash val="solid"/>
              <a:headEnd type="oval" w="med" len="med"/>
              <a:tailEnd type="oval" w="med" len="med"/>
            </a:ln>
          </p:spPr>
        </p:sp>
        <p:sp>
          <p:nvSpPr>
            <p:cNvPr id="8227" name="Text Box 250"/>
            <p:cNvSpPr txBox="1"/>
            <p:nvPr/>
          </p:nvSpPr>
          <p:spPr>
            <a:xfrm rot="5400000">
              <a:off x="1552" y="3298"/>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8228" name="Text Box 251"/>
            <p:cNvSpPr txBox="1"/>
            <p:nvPr/>
          </p:nvSpPr>
          <p:spPr>
            <a:xfrm>
              <a:off x="929" y="3285"/>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8229" name="Text Box 252"/>
            <p:cNvSpPr txBox="1"/>
            <p:nvPr/>
          </p:nvSpPr>
          <p:spPr>
            <a:xfrm>
              <a:off x="1882" y="3285"/>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8230" name="Line 253"/>
            <p:cNvSpPr/>
            <p:nvPr/>
          </p:nvSpPr>
          <p:spPr>
            <a:xfrm rot="5400000" flipH="1">
              <a:off x="2018" y="2876"/>
              <a:ext cx="0" cy="2178"/>
            </a:xfrm>
            <a:prstGeom prst="line">
              <a:avLst/>
            </a:prstGeom>
            <a:ln w="28575" cap="flat" cmpd="sng">
              <a:solidFill>
                <a:srgbClr val="FFCC00"/>
              </a:solidFill>
              <a:prstDash val="solid"/>
              <a:headEnd type="none" w="med" len="med"/>
              <a:tailEnd type="none" w="med" len="med"/>
            </a:ln>
          </p:spPr>
        </p:sp>
        <p:sp>
          <p:nvSpPr>
            <p:cNvPr id="8231" name="Text Box 254"/>
            <p:cNvSpPr txBox="1"/>
            <p:nvPr/>
          </p:nvSpPr>
          <p:spPr>
            <a:xfrm rot="5400000">
              <a:off x="1552" y="3887"/>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8232" name="Text Box 255"/>
            <p:cNvSpPr txBox="1"/>
            <p:nvPr/>
          </p:nvSpPr>
          <p:spPr>
            <a:xfrm>
              <a:off x="884" y="3920"/>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8233" name="Text Box 256"/>
            <p:cNvSpPr txBox="1"/>
            <p:nvPr/>
          </p:nvSpPr>
          <p:spPr>
            <a:xfrm>
              <a:off x="1882" y="3920"/>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8234" name="Line 257"/>
            <p:cNvSpPr/>
            <p:nvPr/>
          </p:nvSpPr>
          <p:spPr>
            <a:xfrm>
              <a:off x="929" y="2650"/>
              <a:ext cx="0" cy="1312"/>
            </a:xfrm>
            <a:prstGeom prst="line">
              <a:avLst/>
            </a:prstGeom>
            <a:ln w="28575" cap="flat" cmpd="sng">
              <a:solidFill>
                <a:srgbClr val="FFCC00"/>
              </a:solidFill>
              <a:prstDash val="solid"/>
              <a:headEnd type="none" w="med" len="med"/>
              <a:tailEnd type="none" w="med" len="med"/>
            </a:ln>
          </p:spPr>
        </p:sp>
        <p:graphicFrame>
          <p:nvGraphicFramePr>
            <p:cNvPr id="8194" name="Object 258"/>
            <p:cNvGraphicFramePr/>
            <p:nvPr/>
          </p:nvGraphicFramePr>
          <p:xfrm>
            <a:off x="1247" y="2786"/>
            <a:ext cx="284" cy="381"/>
          </p:xfrm>
          <a:graphic>
            <a:graphicData uri="http://schemas.openxmlformats.org/presentationml/2006/ole">
              <mc:AlternateContent xmlns:mc="http://schemas.openxmlformats.org/markup-compatibility/2006">
                <mc:Choice xmlns:v="urn:schemas-microsoft-com:vml" Requires="v">
                  <p:oleObj spid="_x0000_s3087" name="" r:id="rId7" imgW="228600" imgH="304800" progId="Equation.3">
                    <p:embed/>
                  </p:oleObj>
                </mc:Choice>
                <mc:Fallback>
                  <p:oleObj name="" r:id="rId7" imgW="228600" imgH="304800" progId="Equation.3">
                    <p:embed/>
                    <p:pic>
                      <p:nvPicPr>
                        <p:cNvPr id="0" name="图片 3086"/>
                        <p:cNvPicPr/>
                        <p:nvPr/>
                      </p:nvPicPr>
                      <p:blipFill>
                        <a:blip r:embed="rId2">
                          <a:clrChange>
                            <a:clrFrom>
                              <a:srgbClr val="000000"/>
                            </a:clrFrom>
                            <a:clrTo>
                              <a:srgbClr val="FFFFFF"/>
                            </a:clrTo>
                          </a:clrChange>
                        </a:blip>
                        <a:stretch>
                          <a:fillRect/>
                        </a:stretch>
                      </p:blipFill>
                      <p:spPr>
                        <a:xfrm>
                          <a:off x="1247" y="2786"/>
                          <a:ext cx="284" cy="381"/>
                        </a:xfrm>
                        <a:prstGeom prst="rect">
                          <a:avLst/>
                        </a:prstGeom>
                        <a:noFill/>
                        <a:ln w="38100">
                          <a:noFill/>
                          <a:miter/>
                        </a:ln>
                      </p:spPr>
                    </p:pic>
                  </p:oleObj>
                </mc:Fallback>
              </mc:AlternateContent>
            </a:graphicData>
          </a:graphic>
        </p:graphicFrame>
        <p:graphicFrame>
          <p:nvGraphicFramePr>
            <p:cNvPr id="8195" name="Object 259"/>
            <p:cNvGraphicFramePr/>
            <p:nvPr/>
          </p:nvGraphicFramePr>
          <p:xfrm>
            <a:off x="1156" y="3421"/>
            <a:ext cx="285" cy="397"/>
          </p:xfrm>
          <a:graphic>
            <a:graphicData uri="http://schemas.openxmlformats.org/presentationml/2006/ole">
              <mc:AlternateContent xmlns:mc="http://schemas.openxmlformats.org/markup-compatibility/2006">
                <mc:Choice xmlns:v="urn:schemas-microsoft-com:vml" Requires="v">
                  <p:oleObj spid="_x0000_s3088" name="" r:id="rId8" imgW="228600" imgH="317500" progId="Equation.3">
                    <p:embed/>
                  </p:oleObj>
                </mc:Choice>
                <mc:Fallback>
                  <p:oleObj name="" r:id="rId8" imgW="228600" imgH="317500" progId="Equation.3">
                    <p:embed/>
                    <p:pic>
                      <p:nvPicPr>
                        <p:cNvPr id="0" name="图片 3087"/>
                        <p:cNvPicPr/>
                        <p:nvPr/>
                      </p:nvPicPr>
                      <p:blipFill>
                        <a:blip r:embed="rId4">
                          <a:clrChange>
                            <a:clrFrom>
                              <a:srgbClr val="000000"/>
                            </a:clrFrom>
                            <a:clrTo>
                              <a:srgbClr val="FFFFFF"/>
                            </a:clrTo>
                          </a:clrChange>
                        </a:blip>
                        <a:stretch>
                          <a:fillRect/>
                        </a:stretch>
                      </p:blipFill>
                      <p:spPr>
                        <a:xfrm>
                          <a:off x="1156" y="3421"/>
                          <a:ext cx="285" cy="397"/>
                        </a:xfrm>
                        <a:prstGeom prst="rect">
                          <a:avLst/>
                        </a:prstGeom>
                        <a:noFill/>
                        <a:ln w="38100">
                          <a:noFill/>
                          <a:miter/>
                        </a:ln>
                      </p:spPr>
                    </p:pic>
                  </p:oleObj>
                </mc:Fallback>
              </mc:AlternateContent>
            </a:graphicData>
          </a:graphic>
        </p:graphicFrame>
        <p:sp>
          <p:nvSpPr>
            <p:cNvPr id="8235" name="Rectangle 260"/>
            <p:cNvSpPr/>
            <p:nvPr/>
          </p:nvSpPr>
          <p:spPr>
            <a:xfrm>
              <a:off x="3043" y="3103"/>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8236" name="Rectangle 261"/>
            <p:cNvSpPr/>
            <p:nvPr/>
          </p:nvSpPr>
          <p:spPr>
            <a:xfrm>
              <a:off x="2453" y="3512"/>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8237" name="Rectangle 262"/>
            <p:cNvSpPr/>
            <p:nvPr/>
          </p:nvSpPr>
          <p:spPr>
            <a:xfrm>
              <a:off x="2453" y="2831"/>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grpSp>
      <p:sp>
        <p:nvSpPr>
          <p:cNvPr id="44295" name="Text Box 263"/>
          <p:cNvSpPr txBox="1"/>
          <p:nvPr/>
        </p:nvSpPr>
        <p:spPr>
          <a:xfrm>
            <a:off x="6084888" y="3860800"/>
            <a:ext cx="2376487" cy="519113"/>
          </a:xfrm>
          <a:prstGeom prst="rect">
            <a:avLst/>
          </a:prstGeom>
          <a:solidFill>
            <a:schemeClr val="hlink"/>
          </a:solidFill>
          <a:ln w="9525">
            <a:noFill/>
          </a:ln>
        </p:spPr>
        <p:txBody>
          <a:bodyPr>
            <a:spAutoFit/>
          </a:bodyPr>
          <a:p>
            <a:pPr>
              <a:spcBef>
                <a:spcPct val="50000"/>
              </a:spcBef>
            </a:pPr>
            <a:r>
              <a:rPr lang="zh-CN" altLang="en-US" sz="2800" dirty="0">
                <a:latin typeface="Arial" panose="020B0604020202020204" pitchFamily="34" charset="0"/>
              </a:rPr>
              <a:t>三相三线制</a:t>
            </a:r>
            <a:endParaRPr lang="zh-CN" altLang="en-US" sz="2800" dirty="0">
              <a:latin typeface="Arial" panose="020B0604020202020204" pitchFamily="34" charset="0"/>
            </a:endParaRPr>
          </a:p>
        </p:txBody>
      </p:sp>
      <p:grpSp>
        <p:nvGrpSpPr>
          <p:cNvPr id="8205" name="Group 273"/>
          <p:cNvGrpSpPr/>
          <p:nvPr/>
        </p:nvGrpSpPr>
        <p:grpSpPr>
          <a:xfrm>
            <a:off x="8316913" y="6445250"/>
            <a:ext cx="792162" cy="366713"/>
            <a:chOff x="5193" y="4020"/>
            <a:chExt cx="499" cy="231"/>
          </a:xfrm>
        </p:grpSpPr>
        <p:pic>
          <p:nvPicPr>
            <p:cNvPr id="8212" name="Picture 274" descr="78900"/>
            <p:cNvPicPr>
              <a:picLocks noChangeAspect="1"/>
            </p:cNvPicPr>
            <p:nvPr/>
          </p:nvPicPr>
          <p:blipFill>
            <a:blip r:embed="rId9"/>
            <a:stretch>
              <a:fillRect/>
            </a:stretch>
          </p:blipFill>
          <p:spPr>
            <a:xfrm>
              <a:off x="5193" y="4066"/>
              <a:ext cx="499" cy="181"/>
            </a:xfrm>
            <a:prstGeom prst="rect">
              <a:avLst/>
            </a:prstGeom>
            <a:noFill/>
            <a:ln w="9525">
              <a:noFill/>
            </a:ln>
          </p:spPr>
        </p:pic>
        <p:sp>
          <p:nvSpPr>
            <p:cNvPr id="8213" name="Text Box 275">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8206" name="Group 276"/>
          <p:cNvGrpSpPr/>
          <p:nvPr/>
        </p:nvGrpSpPr>
        <p:grpSpPr>
          <a:xfrm>
            <a:off x="7451725" y="6445250"/>
            <a:ext cx="792163" cy="366713"/>
            <a:chOff x="5193" y="4020"/>
            <a:chExt cx="499" cy="231"/>
          </a:xfrm>
        </p:grpSpPr>
        <p:pic>
          <p:nvPicPr>
            <p:cNvPr id="8210" name="Picture 277" descr="78900"/>
            <p:cNvPicPr>
              <a:picLocks noChangeAspect="1"/>
            </p:cNvPicPr>
            <p:nvPr/>
          </p:nvPicPr>
          <p:blipFill>
            <a:blip r:embed="rId9"/>
            <a:stretch>
              <a:fillRect/>
            </a:stretch>
          </p:blipFill>
          <p:spPr>
            <a:xfrm>
              <a:off x="5193" y="4066"/>
              <a:ext cx="499" cy="181"/>
            </a:xfrm>
            <a:prstGeom prst="rect">
              <a:avLst/>
            </a:prstGeom>
            <a:noFill/>
            <a:ln w="9525">
              <a:noFill/>
            </a:ln>
          </p:spPr>
        </p:pic>
        <p:sp>
          <p:nvSpPr>
            <p:cNvPr id="8211" name="Text Box 278">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8207" name="Group 279"/>
          <p:cNvGrpSpPr/>
          <p:nvPr/>
        </p:nvGrpSpPr>
        <p:grpSpPr>
          <a:xfrm>
            <a:off x="6588125" y="6446838"/>
            <a:ext cx="792163" cy="366712"/>
            <a:chOff x="4695" y="4061"/>
            <a:chExt cx="499" cy="231"/>
          </a:xfrm>
        </p:grpSpPr>
        <p:pic>
          <p:nvPicPr>
            <p:cNvPr id="8208" name="Picture 280" descr="78900"/>
            <p:cNvPicPr>
              <a:picLocks noChangeAspect="1"/>
            </p:cNvPicPr>
            <p:nvPr/>
          </p:nvPicPr>
          <p:blipFill>
            <a:blip r:embed="rId9"/>
            <a:stretch>
              <a:fillRect/>
            </a:stretch>
          </p:blipFill>
          <p:spPr>
            <a:xfrm>
              <a:off x="4695" y="4107"/>
              <a:ext cx="499" cy="181"/>
            </a:xfrm>
            <a:prstGeom prst="rect">
              <a:avLst/>
            </a:prstGeom>
            <a:noFill/>
            <a:ln w="9525">
              <a:noFill/>
            </a:ln>
          </p:spPr>
        </p:pic>
        <p:sp>
          <p:nvSpPr>
            <p:cNvPr id="8209" name="Text Box 281">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par>
                          <p:cTn id="8" fill="hold">
                            <p:stCondLst>
                              <p:cond delay="500"/>
                            </p:stCondLst>
                            <p:childTnLst>
                              <p:par>
                                <p:cTn id="9" presetID="23" presetClass="entr" presetSubtype="16" fill="hold" grpId="0" nodeType="afterEffect">
                                  <p:stCondLst>
                                    <p:cond delay="0"/>
                                  </p:stCondLst>
                                  <p:childTnLst>
                                    <p:set>
                                      <p:cBhvr>
                                        <p:cTn id="10" dur="1" fill="hold">
                                          <p:stCondLst>
                                            <p:cond delay="0"/>
                                          </p:stCondLst>
                                        </p:cTn>
                                        <p:tgtEl>
                                          <p:spTgt spid="44090"/>
                                        </p:tgtEl>
                                        <p:attrNameLst>
                                          <p:attrName>style.visibility</p:attrName>
                                        </p:attrNameLst>
                                      </p:cBhvr>
                                      <p:to>
                                        <p:strVal val="visible"/>
                                      </p:to>
                                    </p:set>
                                    <p:anim calcmode="lin" valueType="num">
                                      <p:cBhvr>
                                        <p:cTn id="11" dur="500" fill="hold"/>
                                        <p:tgtEl>
                                          <p:spTgt spid="44090"/>
                                        </p:tgtEl>
                                        <p:attrNameLst>
                                          <p:attrName>ppt_w</p:attrName>
                                        </p:attrNameLst>
                                      </p:cBhvr>
                                      <p:tavLst>
                                        <p:tav tm="0">
                                          <p:val>
                                            <p:fltVal val="0.000000"/>
                                          </p:val>
                                        </p:tav>
                                        <p:tav tm="100000">
                                          <p:val>
                                            <p:strVal val="#ppt_w"/>
                                          </p:val>
                                        </p:tav>
                                      </p:tavLst>
                                    </p:anim>
                                    <p:anim calcmode="lin" valueType="num">
                                      <p:cBhvr>
                                        <p:cTn id="12" dur="500" fill="hold"/>
                                        <p:tgtEl>
                                          <p:spTgt spid="44090"/>
                                        </p:tgtEl>
                                        <p:attrNameLst>
                                          <p:attrName>ppt_h</p:attrName>
                                        </p:attrNameLst>
                                      </p:cBhvr>
                                      <p:tavLst>
                                        <p:tav tm="0">
                                          <p:val>
                                            <p:fltVal val="0.000000"/>
                                          </p:val>
                                        </p:tav>
                                        <p:tav tm="100000">
                                          <p:val>
                                            <p:strVal val="#ppt_h"/>
                                          </p:val>
                                        </p:tav>
                                      </p:tavLst>
                                    </p:anim>
                                  </p:childTnLst>
                                </p:cTn>
                              </p:par>
                            </p:childTnLst>
                          </p:cTn>
                        </p:par>
                        <p:par>
                          <p:cTn id="13" fill="hold">
                            <p:stCondLst>
                              <p:cond delay="1000"/>
                            </p:stCondLst>
                            <p:childTnLst>
                              <p:par>
                                <p:cTn id="14" presetID="3" presetClass="entr" presetSubtype="10"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blinds(horizontal)">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linds(horizontal)">
                                      <p:cBhvr>
                                        <p:cTn id="21" dur="500"/>
                                        <p:tgtEl>
                                          <p:spTgt spid="5"/>
                                        </p:tgtEl>
                                      </p:cBhvr>
                                    </p:animEffect>
                                  </p:childTnLst>
                                </p:cTn>
                              </p:par>
                            </p:childTnLst>
                          </p:cTn>
                        </p:par>
                        <p:par>
                          <p:cTn id="22" fill="hold">
                            <p:stCondLst>
                              <p:cond delay="500"/>
                            </p:stCondLst>
                            <p:childTnLst>
                              <p:par>
                                <p:cTn id="23" presetID="23" presetClass="entr" presetSubtype="16" fill="hold" grpId="0" nodeType="afterEffect">
                                  <p:stCondLst>
                                    <p:cond delay="0"/>
                                  </p:stCondLst>
                                  <p:childTnLst>
                                    <p:set>
                                      <p:cBhvr>
                                        <p:cTn id="24" dur="1" fill="hold">
                                          <p:stCondLst>
                                            <p:cond delay="0"/>
                                          </p:stCondLst>
                                        </p:cTn>
                                        <p:tgtEl>
                                          <p:spTgt spid="44295"/>
                                        </p:tgtEl>
                                        <p:attrNameLst>
                                          <p:attrName>style.visibility</p:attrName>
                                        </p:attrNameLst>
                                      </p:cBhvr>
                                      <p:to>
                                        <p:strVal val="visible"/>
                                      </p:to>
                                    </p:set>
                                    <p:anim calcmode="lin" valueType="num">
                                      <p:cBhvr>
                                        <p:cTn id="25" dur="500" fill="hold"/>
                                        <p:tgtEl>
                                          <p:spTgt spid="44295"/>
                                        </p:tgtEl>
                                        <p:attrNameLst>
                                          <p:attrName>ppt_w</p:attrName>
                                        </p:attrNameLst>
                                      </p:cBhvr>
                                      <p:tavLst>
                                        <p:tav tm="0">
                                          <p:val>
                                            <p:fltVal val="0.000000"/>
                                          </p:val>
                                        </p:tav>
                                        <p:tav tm="100000">
                                          <p:val>
                                            <p:strVal val="#ppt_w"/>
                                          </p:val>
                                        </p:tav>
                                      </p:tavLst>
                                    </p:anim>
                                    <p:anim calcmode="lin" valueType="num">
                                      <p:cBhvr>
                                        <p:cTn id="26" dur="500" fill="hold"/>
                                        <p:tgtEl>
                                          <p:spTgt spid="44295"/>
                                        </p:tgtEl>
                                        <p:attrNameLst>
                                          <p:attrName>ppt_h</p:attrName>
                                        </p:attrNameLst>
                                      </p:cBhvr>
                                      <p:tavLst>
                                        <p:tav tm="0">
                                          <p:val>
                                            <p:fltVal val="0.000000"/>
                                          </p:val>
                                        </p:tav>
                                        <p:tav tm="100000">
                                          <p:val>
                                            <p:strVal val="#ppt_h"/>
                                          </p:val>
                                        </p:tav>
                                      </p:tavLst>
                                    </p:anim>
                                  </p:childTnLst>
                                </p:cTn>
                              </p:par>
                            </p:childTnLst>
                          </p:cTn>
                        </p:par>
                        <p:par>
                          <p:cTn id="27" fill="hold">
                            <p:stCondLst>
                              <p:cond delay="1000"/>
                            </p:stCondLst>
                            <p:childTnLst>
                              <p:par>
                                <p:cTn id="28" presetID="3" presetClass="entr" presetSubtype="10" fill="hold" nodeType="after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blinds(horizontal)">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90" grpId="0" animBg="1"/>
      <p:bldP spid="4429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Text Box 2"/>
          <p:cNvSpPr txBox="1"/>
          <p:nvPr/>
        </p:nvSpPr>
        <p:spPr>
          <a:xfrm>
            <a:off x="468313" y="1052513"/>
            <a:ext cx="3240087" cy="579437"/>
          </a:xfrm>
          <a:prstGeom prst="rect">
            <a:avLst/>
          </a:prstGeom>
          <a:noFill/>
          <a:ln w="9525">
            <a:noFill/>
          </a:ln>
        </p:spPr>
        <p:txBody>
          <a:bodyPr>
            <a:spAutoFit/>
          </a:bodyPr>
          <a:p>
            <a:r>
              <a:rPr lang="en-US" altLang="zh-CN" b="0" dirty="0">
                <a:solidFill>
                  <a:schemeClr val="bg1"/>
                </a:solidFill>
                <a:latin typeface="Times New Roman" panose="02020603050405020304" pitchFamily="18" charset="0"/>
              </a:rPr>
              <a:t>1. </a:t>
            </a:r>
            <a:r>
              <a:rPr lang="zh-CN" altLang="en-US" dirty="0">
                <a:solidFill>
                  <a:schemeClr val="bg1"/>
                </a:solidFill>
                <a:latin typeface="Times New Roman" panose="02020603050405020304" pitchFamily="18" charset="0"/>
              </a:rPr>
              <a:t>名词介绍</a:t>
            </a:r>
            <a:endParaRPr lang="zh-CN" altLang="en-US" dirty="0">
              <a:solidFill>
                <a:schemeClr val="bg1"/>
              </a:solidFill>
              <a:latin typeface="Times New Roman" panose="02020603050405020304" pitchFamily="18" charset="0"/>
            </a:endParaRPr>
          </a:p>
        </p:txBody>
      </p:sp>
      <p:sp>
        <p:nvSpPr>
          <p:cNvPr id="100421" name="Text Box 69"/>
          <p:cNvSpPr txBox="1"/>
          <p:nvPr/>
        </p:nvSpPr>
        <p:spPr>
          <a:xfrm>
            <a:off x="827088" y="5300663"/>
            <a:ext cx="7705725" cy="519112"/>
          </a:xfrm>
          <a:prstGeom prst="rect">
            <a:avLst/>
          </a:prstGeom>
          <a:noFill/>
          <a:ln w="9525">
            <a:noFill/>
          </a:ln>
        </p:spPr>
        <p:txBody>
          <a:bodyPr>
            <a:spAutoFit/>
          </a:bodyPr>
          <a:p>
            <a:pPr marL="342900" indent="-342900">
              <a:buAutoNum type="circleNumDbPlain"/>
            </a:pPr>
            <a:r>
              <a:rPr lang="zh-CN" altLang="en-US" sz="2800" dirty="0">
                <a:latin typeface="楷体_GB2312" pitchFamily="49" charset="-122"/>
              </a:rPr>
              <a:t>端线</a:t>
            </a:r>
            <a:r>
              <a:rPr lang="en-US" altLang="zh-CN" sz="2800" dirty="0">
                <a:latin typeface="楷体_GB2312" pitchFamily="49" charset="-122"/>
              </a:rPr>
              <a:t>(</a:t>
            </a:r>
            <a:r>
              <a:rPr lang="zh-CN" altLang="en-US" sz="2800" dirty="0">
                <a:latin typeface="楷体_GB2312" pitchFamily="49" charset="-122"/>
              </a:rPr>
              <a:t>相线</a:t>
            </a:r>
            <a:r>
              <a:rPr lang="en-US" altLang="zh-CN" sz="2800" dirty="0">
                <a:latin typeface="楷体_GB2312" pitchFamily="49" charset="-122"/>
              </a:rPr>
              <a:t>)</a:t>
            </a:r>
            <a:r>
              <a:rPr lang="zh-CN" altLang="en-US" sz="2800" dirty="0">
                <a:latin typeface="楷体_GB2312" pitchFamily="49" charset="-122"/>
              </a:rPr>
              <a:t>：始端</a:t>
            </a:r>
            <a:r>
              <a:rPr lang="en-US" altLang="zh-CN" sz="2800" b="0" dirty="0">
                <a:solidFill>
                  <a:schemeClr val="bg1"/>
                </a:solidFill>
                <a:latin typeface="Times New Roman" panose="02020603050405020304" pitchFamily="18" charset="0"/>
              </a:rPr>
              <a:t>A</a:t>
            </a:r>
            <a:r>
              <a:rPr lang="zh-CN" altLang="en-US" sz="2800" b="0" dirty="0">
                <a:solidFill>
                  <a:schemeClr val="bg1"/>
                </a:solidFill>
                <a:latin typeface="Times New Roman" panose="02020603050405020304" pitchFamily="18" charset="0"/>
              </a:rPr>
              <a:t>、 </a:t>
            </a:r>
            <a:r>
              <a:rPr lang="en-US" altLang="zh-CN" sz="2800" b="0" dirty="0">
                <a:solidFill>
                  <a:schemeClr val="bg1"/>
                </a:solidFill>
                <a:latin typeface="Times New Roman" panose="02020603050405020304" pitchFamily="18" charset="0"/>
              </a:rPr>
              <a:t>B</a:t>
            </a:r>
            <a:r>
              <a:rPr lang="zh-CN" altLang="en-US" sz="2800" b="0" dirty="0">
                <a:solidFill>
                  <a:schemeClr val="bg1"/>
                </a:solidFill>
                <a:latin typeface="Times New Roman" panose="02020603050405020304" pitchFamily="18" charset="0"/>
              </a:rPr>
              <a:t>、 </a:t>
            </a:r>
            <a:r>
              <a:rPr lang="en-US" altLang="zh-CN" sz="2800" b="0" dirty="0">
                <a:solidFill>
                  <a:schemeClr val="bg1"/>
                </a:solidFill>
                <a:latin typeface="Times New Roman" panose="02020603050405020304" pitchFamily="18" charset="0"/>
              </a:rPr>
              <a:t>C</a:t>
            </a:r>
            <a:r>
              <a:rPr lang="en-US" altLang="zh-CN" sz="2800" dirty="0">
                <a:latin typeface="楷体_GB2312" pitchFamily="49" charset="-122"/>
              </a:rPr>
              <a:t> </a:t>
            </a:r>
            <a:r>
              <a:rPr lang="zh-CN" altLang="en-US" sz="2800" dirty="0">
                <a:latin typeface="楷体_GB2312" pitchFamily="49" charset="-122"/>
              </a:rPr>
              <a:t>三端引出线。</a:t>
            </a:r>
            <a:endParaRPr lang="zh-CN" altLang="en-US" sz="2800" dirty="0">
              <a:latin typeface="楷体_GB2312" pitchFamily="49" charset="-122"/>
            </a:endParaRPr>
          </a:p>
        </p:txBody>
      </p:sp>
      <p:sp>
        <p:nvSpPr>
          <p:cNvPr id="100422" name="Rectangle 70"/>
          <p:cNvSpPr/>
          <p:nvPr/>
        </p:nvSpPr>
        <p:spPr>
          <a:xfrm>
            <a:off x="827088" y="5805488"/>
            <a:ext cx="8066087" cy="519112"/>
          </a:xfrm>
          <a:prstGeom prst="rect">
            <a:avLst/>
          </a:prstGeom>
          <a:noFill/>
          <a:ln w="9525">
            <a:noFill/>
          </a:ln>
        </p:spPr>
        <p:txBody>
          <a:bodyPr>
            <a:spAutoFit/>
          </a:bodyPr>
          <a:p>
            <a:pPr marL="342900" indent="-342900">
              <a:buAutoNum type="circleNumDbPlain" startAt="2"/>
            </a:pPr>
            <a:r>
              <a:rPr lang="zh-CN" altLang="en-US" sz="2800" dirty="0">
                <a:latin typeface="楷体_GB2312" pitchFamily="49" charset="-122"/>
              </a:rPr>
              <a:t>中性线：中性点</a:t>
            </a:r>
            <a:r>
              <a:rPr lang="en-US" altLang="zh-CN" sz="2800" b="0" dirty="0">
                <a:solidFill>
                  <a:schemeClr val="bg1"/>
                </a:solidFill>
                <a:latin typeface="Times New Roman" panose="02020603050405020304" pitchFamily="18" charset="0"/>
              </a:rPr>
              <a:t>N</a:t>
            </a:r>
            <a:r>
              <a:rPr lang="zh-CN" altLang="en-US" sz="2800" dirty="0">
                <a:latin typeface="楷体_GB2312" pitchFamily="49" charset="-122"/>
              </a:rPr>
              <a:t>引出线，</a:t>
            </a:r>
            <a:r>
              <a:rPr lang="zh-CN" altLang="en-US" sz="2800" b="0" dirty="0">
                <a:solidFill>
                  <a:schemeClr val="bg1"/>
                </a:solidFill>
                <a:latin typeface="楷体_GB2312" pitchFamily="49" charset="-122"/>
                <a:sym typeface="Symbol" panose="05050102010706020507" pitchFamily="18" charset="2"/>
              </a:rPr>
              <a:t></a:t>
            </a:r>
            <a:r>
              <a:rPr lang="zh-CN" altLang="en-US" sz="2800" dirty="0">
                <a:latin typeface="楷体_GB2312" pitchFamily="49" charset="-122"/>
                <a:sym typeface="Symbol" panose="05050102010706020507" pitchFamily="18" charset="2"/>
              </a:rPr>
              <a:t>形联结</a:t>
            </a:r>
            <a:r>
              <a:rPr lang="zh-CN" altLang="en-US" sz="2800" dirty="0">
                <a:latin typeface="楷体_GB2312" pitchFamily="49" charset="-122"/>
              </a:rPr>
              <a:t>无中性线。</a:t>
            </a:r>
            <a:endParaRPr lang="zh-CN" altLang="en-US" sz="2800" dirty="0">
              <a:latin typeface="楷体_GB2312" pitchFamily="49" charset="-122"/>
            </a:endParaRPr>
          </a:p>
        </p:txBody>
      </p:sp>
      <p:sp>
        <p:nvSpPr>
          <p:cNvPr id="100424" name="Text Box 72"/>
          <p:cNvSpPr txBox="1"/>
          <p:nvPr/>
        </p:nvSpPr>
        <p:spPr>
          <a:xfrm>
            <a:off x="0" y="404813"/>
            <a:ext cx="9036050" cy="641350"/>
          </a:xfrm>
          <a:prstGeom prst="rect">
            <a:avLst/>
          </a:prstGeom>
          <a:noFill/>
          <a:ln w="9525">
            <a:noFill/>
          </a:ln>
        </p:spPr>
        <p:txBody>
          <a:bodyPr>
            <a:spAutoFit/>
          </a:bodyPr>
          <a:p>
            <a:pPr algn="ctr">
              <a:spcBef>
                <a:spcPct val="10000"/>
              </a:spcBef>
            </a:pPr>
            <a:r>
              <a:rPr lang="en-US" altLang="zh-CN" sz="3600" b="0" dirty="0">
                <a:solidFill>
                  <a:schemeClr val="bg1"/>
                </a:solidFill>
                <a:latin typeface="Times New Roman" panose="02020603050405020304" pitchFamily="18" charset="0"/>
              </a:rPr>
              <a:t>12-2</a:t>
            </a:r>
            <a:r>
              <a:rPr lang="en-US" altLang="zh-CN" sz="3600" dirty="0">
                <a:solidFill>
                  <a:schemeClr val="bg1"/>
                </a:solidFill>
                <a:latin typeface="楷体_GB2312" pitchFamily="49" charset="-122"/>
              </a:rPr>
              <a:t> </a:t>
            </a:r>
            <a:r>
              <a:rPr lang="zh-CN" altLang="en-US" sz="3600" dirty="0">
                <a:solidFill>
                  <a:schemeClr val="bg1"/>
                </a:solidFill>
                <a:latin typeface="楷体_GB2312" pitchFamily="49" charset="-122"/>
              </a:rPr>
              <a:t>线电压</a:t>
            </a:r>
            <a:r>
              <a:rPr lang="en-US" altLang="zh-CN" sz="3600" dirty="0">
                <a:solidFill>
                  <a:schemeClr val="bg1"/>
                </a:solidFill>
                <a:latin typeface="楷体_GB2312" pitchFamily="49" charset="-122"/>
              </a:rPr>
              <a:t>(</a:t>
            </a:r>
            <a:r>
              <a:rPr lang="zh-CN" altLang="en-US" sz="3600" dirty="0">
                <a:solidFill>
                  <a:schemeClr val="bg1"/>
                </a:solidFill>
                <a:latin typeface="楷体_GB2312" pitchFamily="49" charset="-122"/>
              </a:rPr>
              <a:t>电流</a:t>
            </a:r>
            <a:r>
              <a:rPr lang="en-US" altLang="zh-CN" sz="3600" dirty="0">
                <a:solidFill>
                  <a:schemeClr val="bg1"/>
                </a:solidFill>
                <a:latin typeface="楷体_GB2312" pitchFamily="49" charset="-122"/>
              </a:rPr>
              <a:t>)</a:t>
            </a:r>
            <a:r>
              <a:rPr lang="zh-CN" altLang="en-US" sz="3600" dirty="0">
                <a:solidFill>
                  <a:schemeClr val="bg1"/>
                </a:solidFill>
                <a:latin typeface="楷体_GB2312" pitchFamily="49" charset="-122"/>
              </a:rPr>
              <a:t>与相电压</a:t>
            </a:r>
            <a:r>
              <a:rPr lang="en-US" altLang="zh-CN" sz="3600" dirty="0">
                <a:solidFill>
                  <a:schemeClr val="bg1"/>
                </a:solidFill>
                <a:latin typeface="楷体_GB2312" pitchFamily="49" charset="-122"/>
              </a:rPr>
              <a:t>(</a:t>
            </a:r>
            <a:r>
              <a:rPr lang="zh-CN" altLang="en-US" sz="3600" dirty="0">
                <a:solidFill>
                  <a:schemeClr val="bg1"/>
                </a:solidFill>
                <a:latin typeface="楷体_GB2312" pitchFamily="49" charset="-122"/>
              </a:rPr>
              <a:t>电流</a:t>
            </a:r>
            <a:r>
              <a:rPr lang="en-US" altLang="zh-CN" sz="3600" dirty="0">
                <a:solidFill>
                  <a:schemeClr val="bg1"/>
                </a:solidFill>
                <a:latin typeface="楷体_GB2312" pitchFamily="49" charset="-122"/>
              </a:rPr>
              <a:t>)</a:t>
            </a:r>
            <a:r>
              <a:rPr lang="zh-CN" altLang="en-US" sz="3600" dirty="0">
                <a:solidFill>
                  <a:schemeClr val="bg1"/>
                </a:solidFill>
                <a:latin typeface="楷体_GB2312" pitchFamily="49" charset="-122"/>
              </a:rPr>
              <a:t>的关系</a:t>
            </a:r>
            <a:endParaRPr lang="zh-CN" altLang="en-US" sz="3600" dirty="0">
              <a:solidFill>
                <a:schemeClr val="bg1"/>
              </a:solidFill>
              <a:latin typeface="楷体_GB2312" pitchFamily="49" charset="-122"/>
            </a:endParaRPr>
          </a:p>
        </p:txBody>
      </p:sp>
      <p:grpSp>
        <p:nvGrpSpPr>
          <p:cNvPr id="9228" name="Group 82"/>
          <p:cNvGrpSpPr/>
          <p:nvPr/>
        </p:nvGrpSpPr>
        <p:grpSpPr>
          <a:xfrm>
            <a:off x="8316913" y="6445250"/>
            <a:ext cx="792162" cy="366713"/>
            <a:chOff x="5193" y="4020"/>
            <a:chExt cx="499" cy="231"/>
          </a:xfrm>
        </p:grpSpPr>
        <p:pic>
          <p:nvPicPr>
            <p:cNvPr id="9289" name="Picture 83"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9290" name="Text Box 8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9229" name="Group 85"/>
          <p:cNvGrpSpPr/>
          <p:nvPr/>
        </p:nvGrpSpPr>
        <p:grpSpPr>
          <a:xfrm>
            <a:off x="7451725" y="6445250"/>
            <a:ext cx="792163" cy="366713"/>
            <a:chOff x="5193" y="4020"/>
            <a:chExt cx="499" cy="231"/>
          </a:xfrm>
        </p:grpSpPr>
        <p:pic>
          <p:nvPicPr>
            <p:cNvPr id="9287" name="Picture 86"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9288" name="Text Box 87">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9230" name="Group 88"/>
          <p:cNvGrpSpPr/>
          <p:nvPr/>
        </p:nvGrpSpPr>
        <p:grpSpPr>
          <a:xfrm>
            <a:off x="6588125" y="6446838"/>
            <a:ext cx="792163" cy="366712"/>
            <a:chOff x="4695" y="4061"/>
            <a:chExt cx="499" cy="231"/>
          </a:xfrm>
        </p:grpSpPr>
        <p:pic>
          <p:nvPicPr>
            <p:cNvPr id="9285" name="Picture 89" descr="78900"/>
            <p:cNvPicPr>
              <a:picLocks noChangeAspect="1"/>
            </p:cNvPicPr>
            <p:nvPr/>
          </p:nvPicPr>
          <p:blipFill>
            <a:blip r:embed="rId1"/>
            <a:stretch>
              <a:fillRect/>
            </a:stretch>
          </p:blipFill>
          <p:spPr>
            <a:xfrm>
              <a:off x="4695" y="4107"/>
              <a:ext cx="499" cy="181"/>
            </a:xfrm>
            <a:prstGeom prst="rect">
              <a:avLst/>
            </a:prstGeom>
            <a:noFill/>
            <a:ln w="9525">
              <a:noFill/>
            </a:ln>
          </p:spPr>
        </p:pic>
        <p:sp>
          <p:nvSpPr>
            <p:cNvPr id="9286" name="Text Box 90">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 name="Group 91"/>
          <p:cNvGrpSpPr/>
          <p:nvPr/>
        </p:nvGrpSpPr>
        <p:grpSpPr>
          <a:xfrm>
            <a:off x="611188" y="1700213"/>
            <a:ext cx="3568700" cy="3687762"/>
            <a:chOff x="3288" y="935"/>
            <a:chExt cx="2248" cy="2323"/>
          </a:xfrm>
        </p:grpSpPr>
        <p:sp>
          <p:nvSpPr>
            <p:cNvPr id="9257" name="Oval 92"/>
            <p:cNvSpPr/>
            <p:nvPr/>
          </p:nvSpPr>
          <p:spPr>
            <a:xfrm>
              <a:off x="3832" y="935"/>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9258" name="Oval 93"/>
            <p:cNvSpPr/>
            <p:nvPr/>
          </p:nvSpPr>
          <p:spPr>
            <a:xfrm>
              <a:off x="3787" y="1616"/>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9259" name="Oval 94"/>
            <p:cNvSpPr/>
            <p:nvPr/>
          </p:nvSpPr>
          <p:spPr>
            <a:xfrm>
              <a:off x="3787" y="2251"/>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9260" name="Line 95"/>
            <p:cNvSpPr/>
            <p:nvPr/>
          </p:nvSpPr>
          <p:spPr>
            <a:xfrm rot="5400000" flipH="1">
              <a:off x="4013" y="708"/>
              <a:ext cx="0" cy="817"/>
            </a:xfrm>
            <a:prstGeom prst="line">
              <a:avLst/>
            </a:prstGeom>
            <a:ln w="28575" cap="flat" cmpd="sng">
              <a:solidFill>
                <a:srgbClr val="FFCC00"/>
              </a:solidFill>
              <a:prstDash val="solid"/>
              <a:headEnd type="none" w="med" len="med"/>
              <a:tailEnd type="none" w="med" len="med"/>
            </a:ln>
          </p:spPr>
        </p:sp>
        <p:sp>
          <p:nvSpPr>
            <p:cNvPr id="9261" name="Text Box 96"/>
            <p:cNvSpPr txBox="1"/>
            <p:nvPr/>
          </p:nvSpPr>
          <p:spPr>
            <a:xfrm rot="5400000">
              <a:off x="4228" y="1084"/>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9262" name="Text Box 97"/>
            <p:cNvSpPr txBox="1"/>
            <p:nvPr/>
          </p:nvSpPr>
          <p:spPr>
            <a:xfrm>
              <a:off x="3605" y="1071"/>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9263" name="Line 98"/>
            <p:cNvSpPr/>
            <p:nvPr/>
          </p:nvSpPr>
          <p:spPr>
            <a:xfrm flipV="1">
              <a:off x="4422" y="1117"/>
              <a:ext cx="644" cy="0"/>
            </a:xfrm>
            <a:prstGeom prst="line">
              <a:avLst/>
            </a:prstGeom>
            <a:ln w="28575" cap="flat" cmpd="sng">
              <a:solidFill>
                <a:srgbClr val="FFCC00"/>
              </a:solidFill>
              <a:prstDash val="solid"/>
              <a:headEnd type="none" w="med" len="med"/>
              <a:tailEnd type="none" w="med" len="med"/>
            </a:ln>
          </p:spPr>
        </p:sp>
        <p:sp>
          <p:nvSpPr>
            <p:cNvPr id="9264" name="Oval 99"/>
            <p:cNvSpPr/>
            <p:nvPr/>
          </p:nvSpPr>
          <p:spPr>
            <a:xfrm>
              <a:off x="5075" y="1089"/>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9265" name="Oval 100"/>
            <p:cNvSpPr/>
            <p:nvPr/>
          </p:nvSpPr>
          <p:spPr>
            <a:xfrm>
              <a:off x="5146" y="3084"/>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9266" name="Text Box 101"/>
            <p:cNvSpPr txBox="1"/>
            <p:nvPr/>
          </p:nvSpPr>
          <p:spPr>
            <a:xfrm>
              <a:off x="5102" y="935"/>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9267" name="Text Box 102"/>
            <p:cNvSpPr txBox="1"/>
            <p:nvPr/>
          </p:nvSpPr>
          <p:spPr>
            <a:xfrm>
              <a:off x="5238" y="2931"/>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9268" name="Text Box 103"/>
            <p:cNvSpPr txBox="1"/>
            <p:nvPr/>
          </p:nvSpPr>
          <p:spPr>
            <a:xfrm>
              <a:off x="3288" y="935"/>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X</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9269" name="Line 104"/>
            <p:cNvSpPr/>
            <p:nvPr/>
          </p:nvSpPr>
          <p:spPr>
            <a:xfrm rot="5400000" flipH="1">
              <a:off x="4013" y="1388"/>
              <a:ext cx="0" cy="817"/>
            </a:xfrm>
            <a:prstGeom prst="line">
              <a:avLst/>
            </a:prstGeom>
            <a:ln w="28575" cap="flat" cmpd="sng">
              <a:solidFill>
                <a:srgbClr val="FFCC00"/>
              </a:solidFill>
              <a:prstDash val="solid"/>
              <a:headEnd type="none" w="med" len="med"/>
              <a:tailEnd type="none" w="med" len="med"/>
            </a:ln>
          </p:spPr>
        </p:sp>
        <p:sp>
          <p:nvSpPr>
            <p:cNvPr id="9270" name="Text Box 105"/>
            <p:cNvSpPr txBox="1"/>
            <p:nvPr/>
          </p:nvSpPr>
          <p:spPr>
            <a:xfrm rot="5400000">
              <a:off x="4228" y="1765"/>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9271" name="Text Box 106"/>
            <p:cNvSpPr txBox="1"/>
            <p:nvPr/>
          </p:nvSpPr>
          <p:spPr>
            <a:xfrm>
              <a:off x="3605" y="1752"/>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9272" name="Line 107"/>
            <p:cNvSpPr/>
            <p:nvPr/>
          </p:nvSpPr>
          <p:spPr>
            <a:xfrm flipV="1">
              <a:off x="4422" y="1797"/>
              <a:ext cx="726" cy="0"/>
            </a:xfrm>
            <a:prstGeom prst="line">
              <a:avLst/>
            </a:prstGeom>
            <a:ln w="28575" cap="flat" cmpd="sng">
              <a:solidFill>
                <a:srgbClr val="FFCC00"/>
              </a:solidFill>
              <a:prstDash val="solid"/>
              <a:headEnd type="none" w="med" len="med"/>
              <a:tailEnd type="none" w="med" len="med"/>
            </a:ln>
          </p:spPr>
        </p:sp>
        <p:sp>
          <p:nvSpPr>
            <p:cNvPr id="9273" name="Oval 108"/>
            <p:cNvSpPr/>
            <p:nvPr/>
          </p:nvSpPr>
          <p:spPr>
            <a:xfrm>
              <a:off x="5146" y="1770"/>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9274" name="Text Box 109"/>
            <p:cNvSpPr txBox="1"/>
            <p:nvPr/>
          </p:nvSpPr>
          <p:spPr>
            <a:xfrm>
              <a:off x="5148" y="1661"/>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9275" name="Text Box 110"/>
            <p:cNvSpPr txBox="1"/>
            <p:nvPr/>
          </p:nvSpPr>
          <p:spPr>
            <a:xfrm>
              <a:off x="3333" y="1434"/>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Y</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9276" name="Line 111"/>
            <p:cNvSpPr/>
            <p:nvPr/>
          </p:nvSpPr>
          <p:spPr>
            <a:xfrm rot="5400000" flipH="1">
              <a:off x="4013" y="2023"/>
              <a:ext cx="0" cy="817"/>
            </a:xfrm>
            <a:prstGeom prst="line">
              <a:avLst/>
            </a:prstGeom>
            <a:ln w="28575" cap="flat" cmpd="sng">
              <a:solidFill>
                <a:srgbClr val="FFCC00"/>
              </a:solidFill>
              <a:prstDash val="solid"/>
              <a:headEnd type="none" w="med" len="med"/>
              <a:tailEnd type="none" w="med" len="med"/>
            </a:ln>
          </p:spPr>
        </p:sp>
        <p:sp>
          <p:nvSpPr>
            <p:cNvPr id="9277" name="Text Box 112"/>
            <p:cNvSpPr txBox="1"/>
            <p:nvPr/>
          </p:nvSpPr>
          <p:spPr>
            <a:xfrm rot="5400000">
              <a:off x="4228" y="2354"/>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9278" name="Text Box 113"/>
            <p:cNvSpPr txBox="1"/>
            <p:nvPr/>
          </p:nvSpPr>
          <p:spPr>
            <a:xfrm>
              <a:off x="3560" y="2387"/>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9279" name="Line 114"/>
            <p:cNvSpPr/>
            <p:nvPr/>
          </p:nvSpPr>
          <p:spPr>
            <a:xfrm flipV="1">
              <a:off x="4422" y="2432"/>
              <a:ext cx="644" cy="0"/>
            </a:xfrm>
            <a:prstGeom prst="line">
              <a:avLst/>
            </a:prstGeom>
            <a:ln w="28575" cap="flat" cmpd="sng">
              <a:solidFill>
                <a:srgbClr val="FFCC00"/>
              </a:solidFill>
              <a:prstDash val="solid"/>
              <a:headEnd type="none" w="med" len="med"/>
              <a:tailEnd type="none" w="med" len="med"/>
            </a:ln>
          </p:spPr>
        </p:sp>
        <p:sp>
          <p:nvSpPr>
            <p:cNvPr id="9280" name="Oval 115"/>
            <p:cNvSpPr/>
            <p:nvPr/>
          </p:nvSpPr>
          <p:spPr>
            <a:xfrm>
              <a:off x="5055" y="2405"/>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9281" name="Text Box 116"/>
            <p:cNvSpPr txBox="1"/>
            <p:nvPr/>
          </p:nvSpPr>
          <p:spPr>
            <a:xfrm>
              <a:off x="5102" y="2251"/>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9282" name="Text Box 117"/>
            <p:cNvSpPr txBox="1"/>
            <p:nvPr/>
          </p:nvSpPr>
          <p:spPr>
            <a:xfrm>
              <a:off x="3333" y="2296"/>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Z</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9283" name="Line 118"/>
            <p:cNvSpPr/>
            <p:nvPr/>
          </p:nvSpPr>
          <p:spPr>
            <a:xfrm>
              <a:off x="3605" y="1117"/>
              <a:ext cx="0" cy="1312"/>
            </a:xfrm>
            <a:prstGeom prst="line">
              <a:avLst/>
            </a:prstGeom>
            <a:ln w="28575" cap="flat" cmpd="sng">
              <a:solidFill>
                <a:srgbClr val="FFCC00"/>
              </a:solidFill>
              <a:prstDash val="solid"/>
              <a:headEnd type="none" w="med" len="med"/>
              <a:tailEnd type="none" w="med" len="med"/>
            </a:ln>
          </p:spPr>
        </p:sp>
        <p:sp>
          <p:nvSpPr>
            <p:cNvPr id="9284" name="Freeform 119"/>
            <p:cNvSpPr/>
            <p:nvPr/>
          </p:nvSpPr>
          <p:spPr>
            <a:xfrm>
              <a:off x="3342" y="1797"/>
              <a:ext cx="1815" cy="1316"/>
            </a:xfrm>
            <a:custGeom>
              <a:avLst/>
              <a:gdLst>
                <a:gd name="txL" fmla="*/ 0 w 1680"/>
                <a:gd name="txT" fmla="*/ 0 h 996"/>
                <a:gd name="txR" fmla="*/ 1680 w 1680"/>
                <a:gd name="txB" fmla="*/ 996 h 996"/>
              </a:gdLst>
              <a:ahLst/>
              <a:cxnLst>
                <a:cxn ang="0">
                  <a:pos x="259" y="0"/>
                </a:cxn>
                <a:cxn ang="0">
                  <a:pos x="0" y="0"/>
                </a:cxn>
                <a:cxn ang="0">
                  <a:pos x="0" y="1316"/>
                </a:cxn>
                <a:cxn ang="0">
                  <a:pos x="1815" y="1316"/>
                </a:cxn>
              </a:cxnLst>
              <a:rect l="txL" t="txT" r="txR" b="txB"/>
              <a:pathLst>
                <a:path w="1680" h="996">
                  <a:moveTo>
                    <a:pt x="240" y="0"/>
                  </a:moveTo>
                  <a:lnTo>
                    <a:pt x="0" y="0"/>
                  </a:lnTo>
                  <a:lnTo>
                    <a:pt x="0" y="996"/>
                  </a:lnTo>
                  <a:lnTo>
                    <a:pt x="1680" y="996"/>
                  </a:lnTo>
                </a:path>
              </a:pathLst>
            </a:custGeom>
            <a:noFill/>
            <a:ln w="28575" cap="flat" cmpd="sng">
              <a:solidFill>
                <a:srgbClr val="FFCC00"/>
              </a:solidFill>
              <a:prstDash val="solid"/>
              <a:round/>
              <a:headEnd type="oval" w="med" len="med"/>
              <a:tailEnd type="none" w="med" len="med"/>
            </a:ln>
          </p:spPr>
          <p:txBody>
            <a:bodyPr wrap="none" anchor="ctr" anchorCtr="0"/>
            <a:p>
              <a:endParaRPr lang="zh-CN" altLang="en-US" dirty="0">
                <a:latin typeface="Arial" panose="020B0604020202020204" pitchFamily="34" charset="0"/>
              </a:endParaRPr>
            </a:p>
          </p:txBody>
        </p:sp>
        <p:graphicFrame>
          <p:nvGraphicFramePr>
            <p:cNvPr id="9221" name="Object 120"/>
            <p:cNvGraphicFramePr/>
            <p:nvPr/>
          </p:nvGraphicFramePr>
          <p:xfrm>
            <a:off x="3923" y="1253"/>
            <a:ext cx="284" cy="381"/>
          </p:xfrm>
          <a:graphic>
            <a:graphicData uri="http://schemas.openxmlformats.org/presentationml/2006/ole">
              <mc:AlternateContent xmlns:mc="http://schemas.openxmlformats.org/markup-compatibility/2006">
                <mc:Choice xmlns:v="urn:schemas-microsoft-com:vml" Requires="v">
                  <p:oleObj spid="_x0000_s3089" name="" r:id="rId2" imgW="228600" imgH="304800" progId="Equation.3">
                    <p:embed/>
                  </p:oleObj>
                </mc:Choice>
                <mc:Fallback>
                  <p:oleObj name="" r:id="rId2" imgW="228600" imgH="304800" progId="Equation.3">
                    <p:embed/>
                    <p:pic>
                      <p:nvPicPr>
                        <p:cNvPr id="0" name="图片 3088"/>
                        <p:cNvPicPr/>
                        <p:nvPr/>
                      </p:nvPicPr>
                      <p:blipFill>
                        <a:blip r:embed="rId3">
                          <a:clrChange>
                            <a:clrFrom>
                              <a:srgbClr val="000000"/>
                            </a:clrFrom>
                            <a:clrTo>
                              <a:srgbClr val="FFFFFF"/>
                            </a:clrTo>
                          </a:clrChange>
                        </a:blip>
                        <a:stretch>
                          <a:fillRect/>
                        </a:stretch>
                      </p:blipFill>
                      <p:spPr>
                        <a:xfrm>
                          <a:off x="3923" y="1253"/>
                          <a:ext cx="284" cy="381"/>
                        </a:xfrm>
                        <a:prstGeom prst="rect">
                          <a:avLst/>
                        </a:prstGeom>
                        <a:noFill/>
                        <a:ln w="38100">
                          <a:noFill/>
                          <a:miter/>
                        </a:ln>
                      </p:spPr>
                    </p:pic>
                  </p:oleObj>
                </mc:Fallback>
              </mc:AlternateContent>
            </a:graphicData>
          </a:graphic>
        </p:graphicFrame>
        <p:graphicFrame>
          <p:nvGraphicFramePr>
            <p:cNvPr id="9222" name="Object 121"/>
            <p:cNvGraphicFramePr/>
            <p:nvPr/>
          </p:nvGraphicFramePr>
          <p:xfrm>
            <a:off x="3832" y="1888"/>
            <a:ext cx="285" cy="397"/>
          </p:xfrm>
          <a:graphic>
            <a:graphicData uri="http://schemas.openxmlformats.org/presentationml/2006/ole">
              <mc:AlternateContent xmlns:mc="http://schemas.openxmlformats.org/markup-compatibility/2006">
                <mc:Choice xmlns:v="urn:schemas-microsoft-com:vml" Requires="v">
                  <p:oleObj spid="_x0000_s3091" name="" r:id="rId4" imgW="228600" imgH="317500" progId="Equation.3">
                    <p:embed/>
                  </p:oleObj>
                </mc:Choice>
                <mc:Fallback>
                  <p:oleObj name="" r:id="rId4" imgW="228600" imgH="317500" progId="Equation.3">
                    <p:embed/>
                    <p:pic>
                      <p:nvPicPr>
                        <p:cNvPr id="0" name="图片 3090"/>
                        <p:cNvPicPr/>
                        <p:nvPr/>
                      </p:nvPicPr>
                      <p:blipFill>
                        <a:blip r:embed="rId5">
                          <a:clrChange>
                            <a:clrFrom>
                              <a:srgbClr val="000000"/>
                            </a:clrFrom>
                            <a:clrTo>
                              <a:srgbClr val="FFFFFF"/>
                            </a:clrTo>
                          </a:clrChange>
                        </a:blip>
                        <a:stretch>
                          <a:fillRect/>
                        </a:stretch>
                      </p:blipFill>
                      <p:spPr>
                        <a:xfrm>
                          <a:off x="3832" y="1888"/>
                          <a:ext cx="285" cy="397"/>
                        </a:xfrm>
                        <a:prstGeom prst="rect">
                          <a:avLst/>
                        </a:prstGeom>
                        <a:noFill/>
                        <a:ln w="38100">
                          <a:noFill/>
                          <a:miter/>
                        </a:ln>
                      </p:spPr>
                    </p:pic>
                  </p:oleObj>
                </mc:Fallback>
              </mc:AlternateContent>
            </a:graphicData>
          </a:graphic>
        </p:graphicFrame>
        <p:graphicFrame>
          <p:nvGraphicFramePr>
            <p:cNvPr id="9223" name="Object 122"/>
            <p:cNvGraphicFramePr/>
            <p:nvPr/>
          </p:nvGraphicFramePr>
          <p:xfrm>
            <a:off x="3878" y="2568"/>
            <a:ext cx="285" cy="397"/>
          </p:xfrm>
          <a:graphic>
            <a:graphicData uri="http://schemas.openxmlformats.org/presentationml/2006/ole">
              <mc:AlternateContent xmlns:mc="http://schemas.openxmlformats.org/markup-compatibility/2006">
                <mc:Choice xmlns:v="urn:schemas-microsoft-com:vml" Requires="v">
                  <p:oleObj spid="_x0000_s3090" name="" r:id="rId6" imgW="228600" imgH="317500" progId="Equation.3">
                    <p:embed/>
                  </p:oleObj>
                </mc:Choice>
                <mc:Fallback>
                  <p:oleObj name="" r:id="rId6" imgW="228600" imgH="317500" progId="Equation.3">
                    <p:embed/>
                    <p:pic>
                      <p:nvPicPr>
                        <p:cNvPr id="0" name="图片 3089"/>
                        <p:cNvPicPr/>
                        <p:nvPr/>
                      </p:nvPicPr>
                      <p:blipFill>
                        <a:blip r:embed="rId7">
                          <a:clrChange>
                            <a:clrFrom>
                              <a:srgbClr val="000000"/>
                            </a:clrFrom>
                            <a:clrTo>
                              <a:srgbClr val="FFFFFF"/>
                            </a:clrTo>
                          </a:clrChange>
                        </a:blip>
                        <a:stretch>
                          <a:fillRect/>
                        </a:stretch>
                      </p:blipFill>
                      <p:spPr>
                        <a:xfrm>
                          <a:off x="3878" y="2568"/>
                          <a:ext cx="285" cy="397"/>
                        </a:xfrm>
                        <a:prstGeom prst="rect">
                          <a:avLst/>
                        </a:prstGeom>
                        <a:noFill/>
                        <a:ln w="38100">
                          <a:noFill/>
                          <a:miter/>
                        </a:ln>
                      </p:spPr>
                    </p:pic>
                  </p:oleObj>
                </mc:Fallback>
              </mc:AlternateContent>
            </a:graphicData>
          </a:graphic>
        </p:graphicFrame>
      </p:grpSp>
      <p:grpSp>
        <p:nvGrpSpPr>
          <p:cNvPr id="6" name="Group 123"/>
          <p:cNvGrpSpPr/>
          <p:nvPr/>
        </p:nvGrpSpPr>
        <p:grpSpPr>
          <a:xfrm>
            <a:off x="4427538" y="1700213"/>
            <a:ext cx="3784600" cy="3327400"/>
            <a:chOff x="3061" y="835"/>
            <a:chExt cx="2384" cy="2096"/>
          </a:xfrm>
        </p:grpSpPr>
        <p:sp>
          <p:nvSpPr>
            <p:cNvPr id="9233" name="Oval 124"/>
            <p:cNvSpPr/>
            <p:nvPr/>
          </p:nvSpPr>
          <p:spPr>
            <a:xfrm>
              <a:off x="3061" y="1651"/>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9234" name="Oval 125"/>
            <p:cNvSpPr/>
            <p:nvPr/>
          </p:nvSpPr>
          <p:spPr>
            <a:xfrm>
              <a:off x="3786" y="1243"/>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9235" name="Oval 126"/>
            <p:cNvSpPr/>
            <p:nvPr/>
          </p:nvSpPr>
          <p:spPr>
            <a:xfrm>
              <a:off x="3786" y="2150"/>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9236" name="Line 127"/>
            <p:cNvSpPr/>
            <p:nvPr/>
          </p:nvSpPr>
          <p:spPr>
            <a:xfrm rot="10800000">
              <a:off x="3242" y="1016"/>
              <a:ext cx="0" cy="1769"/>
            </a:xfrm>
            <a:prstGeom prst="line">
              <a:avLst/>
            </a:prstGeom>
            <a:ln w="28575" cap="flat" cmpd="sng">
              <a:solidFill>
                <a:srgbClr val="FFCC00"/>
              </a:solidFill>
              <a:prstDash val="solid"/>
              <a:headEnd type="none" w="med" len="med"/>
              <a:tailEnd type="none" w="med" len="med"/>
            </a:ln>
          </p:spPr>
        </p:sp>
        <p:sp>
          <p:nvSpPr>
            <p:cNvPr id="9237" name="Text Box 128"/>
            <p:cNvSpPr txBox="1"/>
            <p:nvPr/>
          </p:nvSpPr>
          <p:spPr>
            <a:xfrm rot="10800000">
              <a:off x="3287" y="2014"/>
              <a:ext cx="172"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9238" name="Text Box 129"/>
            <p:cNvSpPr txBox="1"/>
            <p:nvPr/>
          </p:nvSpPr>
          <p:spPr>
            <a:xfrm>
              <a:off x="3287" y="1289"/>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9239" name="Line 130"/>
            <p:cNvSpPr/>
            <p:nvPr/>
          </p:nvSpPr>
          <p:spPr>
            <a:xfrm>
              <a:off x="3242" y="1016"/>
              <a:ext cx="1838" cy="0"/>
            </a:xfrm>
            <a:prstGeom prst="line">
              <a:avLst/>
            </a:prstGeom>
            <a:ln w="28575" cap="flat" cmpd="sng">
              <a:solidFill>
                <a:srgbClr val="FFCC00"/>
              </a:solidFill>
              <a:prstDash val="solid"/>
              <a:headEnd type="none" w="med" len="med"/>
              <a:tailEnd type="none" w="med" len="med"/>
            </a:ln>
          </p:spPr>
        </p:sp>
        <p:sp>
          <p:nvSpPr>
            <p:cNvPr id="9240" name="Oval 131"/>
            <p:cNvSpPr/>
            <p:nvPr/>
          </p:nvSpPr>
          <p:spPr>
            <a:xfrm>
              <a:off x="5074" y="989"/>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9241" name="Text Box 132"/>
            <p:cNvSpPr txBox="1"/>
            <p:nvPr/>
          </p:nvSpPr>
          <p:spPr>
            <a:xfrm>
              <a:off x="5102" y="835"/>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9242" name="Text Box 133"/>
            <p:cNvSpPr txBox="1"/>
            <p:nvPr/>
          </p:nvSpPr>
          <p:spPr>
            <a:xfrm>
              <a:off x="3696" y="1606"/>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X</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9243" name="Line 134"/>
            <p:cNvSpPr/>
            <p:nvPr/>
          </p:nvSpPr>
          <p:spPr>
            <a:xfrm flipV="1">
              <a:off x="3968" y="1924"/>
              <a:ext cx="1160" cy="0"/>
            </a:xfrm>
            <a:prstGeom prst="line">
              <a:avLst/>
            </a:prstGeom>
            <a:ln w="28575" cap="flat" cmpd="sng">
              <a:solidFill>
                <a:srgbClr val="FFCC00"/>
              </a:solidFill>
              <a:prstDash val="solid"/>
              <a:headEnd type="none" w="med" len="med"/>
              <a:tailEnd type="none" w="med" len="med"/>
            </a:ln>
          </p:spPr>
        </p:sp>
        <p:sp>
          <p:nvSpPr>
            <p:cNvPr id="9244" name="Oval 135"/>
            <p:cNvSpPr/>
            <p:nvPr/>
          </p:nvSpPr>
          <p:spPr>
            <a:xfrm>
              <a:off x="5120" y="1896"/>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9245" name="Text Box 136"/>
            <p:cNvSpPr txBox="1"/>
            <p:nvPr/>
          </p:nvSpPr>
          <p:spPr>
            <a:xfrm>
              <a:off x="5147" y="1788"/>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9246" name="Text Box 137"/>
            <p:cNvSpPr txBox="1"/>
            <p:nvPr/>
          </p:nvSpPr>
          <p:spPr>
            <a:xfrm>
              <a:off x="3650" y="2468"/>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Y</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9247" name="Line 138"/>
            <p:cNvSpPr/>
            <p:nvPr/>
          </p:nvSpPr>
          <p:spPr>
            <a:xfrm>
              <a:off x="3242" y="2785"/>
              <a:ext cx="1856" cy="0"/>
            </a:xfrm>
            <a:prstGeom prst="line">
              <a:avLst/>
            </a:prstGeom>
            <a:ln w="28575" cap="flat" cmpd="sng">
              <a:solidFill>
                <a:srgbClr val="FFCC00"/>
              </a:solidFill>
              <a:prstDash val="solid"/>
              <a:headEnd type="none" w="med" len="med"/>
              <a:tailEnd type="none" w="med" len="med"/>
            </a:ln>
          </p:spPr>
        </p:sp>
        <p:sp>
          <p:nvSpPr>
            <p:cNvPr id="9248" name="Oval 139"/>
            <p:cNvSpPr/>
            <p:nvPr/>
          </p:nvSpPr>
          <p:spPr>
            <a:xfrm>
              <a:off x="5085" y="2756"/>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9249" name="Text Box 140"/>
            <p:cNvSpPr txBox="1"/>
            <p:nvPr/>
          </p:nvSpPr>
          <p:spPr>
            <a:xfrm>
              <a:off x="5147" y="2604"/>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9250" name="Text Box 141"/>
            <p:cNvSpPr txBox="1"/>
            <p:nvPr/>
          </p:nvSpPr>
          <p:spPr>
            <a:xfrm>
              <a:off x="3287" y="1016"/>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Z</a:t>
              </a:r>
              <a:endParaRPr lang="en-US" altLang="zh-CN" sz="2800" b="0" dirty="0">
                <a:solidFill>
                  <a:schemeClr val="bg1"/>
                </a:solidFill>
                <a:latin typeface="Times New Roman" panose="02020603050405020304" pitchFamily="18" charset="0"/>
                <a:ea typeface="宋体" panose="02010600030101010101" pitchFamily="2" charset="-122"/>
              </a:endParaRPr>
            </a:p>
          </p:txBody>
        </p:sp>
        <p:graphicFrame>
          <p:nvGraphicFramePr>
            <p:cNvPr id="9218" name="Object 142"/>
            <p:cNvGraphicFramePr/>
            <p:nvPr/>
          </p:nvGraphicFramePr>
          <p:xfrm>
            <a:off x="4195" y="1198"/>
            <a:ext cx="285" cy="381"/>
          </p:xfrm>
          <a:graphic>
            <a:graphicData uri="http://schemas.openxmlformats.org/presentationml/2006/ole">
              <mc:AlternateContent xmlns:mc="http://schemas.openxmlformats.org/markup-compatibility/2006">
                <mc:Choice xmlns:v="urn:schemas-microsoft-com:vml" Requires="v">
                  <p:oleObj spid="_x0000_s3092" name="" r:id="rId8" imgW="228600" imgH="304800" progId="Equation.3">
                    <p:embed/>
                  </p:oleObj>
                </mc:Choice>
                <mc:Fallback>
                  <p:oleObj name="" r:id="rId8" imgW="228600" imgH="304800" progId="Equation.3">
                    <p:embed/>
                    <p:pic>
                      <p:nvPicPr>
                        <p:cNvPr id="0" name="图片 3091"/>
                        <p:cNvPicPr/>
                        <p:nvPr/>
                      </p:nvPicPr>
                      <p:blipFill>
                        <a:blip r:embed="rId9">
                          <a:clrChange>
                            <a:clrFrom>
                              <a:srgbClr val="000000"/>
                            </a:clrFrom>
                            <a:clrTo>
                              <a:srgbClr val="FFFFFF"/>
                            </a:clrTo>
                          </a:clrChange>
                        </a:blip>
                        <a:stretch>
                          <a:fillRect/>
                        </a:stretch>
                      </p:blipFill>
                      <p:spPr>
                        <a:xfrm>
                          <a:off x="4195" y="1198"/>
                          <a:ext cx="285" cy="381"/>
                        </a:xfrm>
                        <a:prstGeom prst="rect">
                          <a:avLst/>
                        </a:prstGeom>
                        <a:noFill/>
                        <a:ln w="38100">
                          <a:noFill/>
                          <a:miter/>
                        </a:ln>
                      </p:spPr>
                    </p:pic>
                  </p:oleObj>
                </mc:Fallback>
              </mc:AlternateContent>
            </a:graphicData>
          </a:graphic>
        </p:graphicFrame>
        <p:graphicFrame>
          <p:nvGraphicFramePr>
            <p:cNvPr id="9219" name="Object 143"/>
            <p:cNvGraphicFramePr/>
            <p:nvPr/>
          </p:nvGraphicFramePr>
          <p:xfrm>
            <a:off x="4240" y="2105"/>
            <a:ext cx="285" cy="397"/>
          </p:xfrm>
          <a:graphic>
            <a:graphicData uri="http://schemas.openxmlformats.org/presentationml/2006/ole">
              <mc:AlternateContent xmlns:mc="http://schemas.openxmlformats.org/markup-compatibility/2006">
                <mc:Choice xmlns:v="urn:schemas-microsoft-com:vml" Requires="v">
                  <p:oleObj spid="_x0000_s3093" name="" r:id="rId10" imgW="228600" imgH="317500" progId="Equation.3">
                    <p:embed/>
                  </p:oleObj>
                </mc:Choice>
                <mc:Fallback>
                  <p:oleObj name="" r:id="rId10" imgW="228600" imgH="317500" progId="Equation.3">
                    <p:embed/>
                    <p:pic>
                      <p:nvPicPr>
                        <p:cNvPr id="0" name="图片 3092"/>
                        <p:cNvPicPr/>
                        <p:nvPr/>
                      </p:nvPicPr>
                      <p:blipFill>
                        <a:blip r:embed="rId11">
                          <a:clrChange>
                            <a:clrFrom>
                              <a:srgbClr val="000000"/>
                            </a:clrFrom>
                            <a:clrTo>
                              <a:srgbClr val="FFFFFF"/>
                            </a:clrTo>
                          </a:clrChange>
                        </a:blip>
                        <a:stretch>
                          <a:fillRect/>
                        </a:stretch>
                      </p:blipFill>
                      <p:spPr>
                        <a:xfrm>
                          <a:off x="4240" y="2105"/>
                          <a:ext cx="285" cy="397"/>
                        </a:xfrm>
                        <a:prstGeom prst="rect">
                          <a:avLst/>
                        </a:prstGeom>
                        <a:noFill/>
                        <a:ln w="38100">
                          <a:noFill/>
                          <a:miter/>
                        </a:ln>
                      </p:spPr>
                    </p:pic>
                  </p:oleObj>
                </mc:Fallback>
              </mc:AlternateContent>
            </a:graphicData>
          </a:graphic>
        </p:graphicFrame>
        <p:graphicFrame>
          <p:nvGraphicFramePr>
            <p:cNvPr id="9220" name="Object 144"/>
            <p:cNvGraphicFramePr/>
            <p:nvPr/>
          </p:nvGraphicFramePr>
          <p:xfrm>
            <a:off x="3461" y="1644"/>
            <a:ext cx="299" cy="416"/>
          </p:xfrm>
          <a:graphic>
            <a:graphicData uri="http://schemas.openxmlformats.org/presentationml/2006/ole">
              <mc:AlternateContent xmlns:mc="http://schemas.openxmlformats.org/markup-compatibility/2006">
                <mc:Choice xmlns:v="urn:schemas-microsoft-com:vml" Requires="v">
                  <p:oleObj spid="_x0000_s3094" name="" r:id="rId12" imgW="228600" imgH="317500" progId="Equation.3">
                    <p:embed/>
                  </p:oleObj>
                </mc:Choice>
                <mc:Fallback>
                  <p:oleObj name="" r:id="rId12" imgW="228600" imgH="317500" progId="Equation.3">
                    <p:embed/>
                    <p:pic>
                      <p:nvPicPr>
                        <p:cNvPr id="0" name="图片 3093"/>
                        <p:cNvPicPr/>
                        <p:nvPr/>
                      </p:nvPicPr>
                      <p:blipFill>
                        <a:blip r:embed="rId13">
                          <a:clrChange>
                            <a:clrFrom>
                              <a:srgbClr val="000000"/>
                            </a:clrFrom>
                            <a:clrTo>
                              <a:srgbClr val="FFFFFF"/>
                            </a:clrTo>
                          </a:clrChange>
                        </a:blip>
                        <a:stretch>
                          <a:fillRect/>
                        </a:stretch>
                      </p:blipFill>
                      <p:spPr>
                        <a:xfrm>
                          <a:off x="3461" y="1644"/>
                          <a:ext cx="299" cy="416"/>
                        </a:xfrm>
                        <a:prstGeom prst="rect">
                          <a:avLst/>
                        </a:prstGeom>
                        <a:noFill/>
                        <a:ln w="38100">
                          <a:noFill/>
                          <a:miter/>
                        </a:ln>
                      </p:spPr>
                    </p:pic>
                  </p:oleObj>
                </mc:Fallback>
              </mc:AlternateContent>
            </a:graphicData>
          </a:graphic>
        </p:graphicFrame>
        <p:sp>
          <p:nvSpPr>
            <p:cNvPr id="9251" name="Line 145"/>
            <p:cNvSpPr/>
            <p:nvPr/>
          </p:nvSpPr>
          <p:spPr>
            <a:xfrm flipH="1">
              <a:off x="3968" y="1016"/>
              <a:ext cx="0" cy="908"/>
            </a:xfrm>
            <a:prstGeom prst="line">
              <a:avLst/>
            </a:prstGeom>
            <a:ln w="28575" cap="flat" cmpd="sng">
              <a:solidFill>
                <a:srgbClr val="FFCC00"/>
              </a:solidFill>
              <a:prstDash val="solid"/>
              <a:headEnd type="oval" w="med" len="med"/>
              <a:tailEnd type="oval" w="med" len="med"/>
            </a:ln>
          </p:spPr>
        </p:sp>
        <p:sp>
          <p:nvSpPr>
            <p:cNvPr id="9252" name="Text Box 146"/>
            <p:cNvSpPr txBox="1"/>
            <p:nvPr/>
          </p:nvSpPr>
          <p:spPr>
            <a:xfrm>
              <a:off x="4104" y="1016"/>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9253" name="Text Box 147"/>
            <p:cNvSpPr txBox="1"/>
            <p:nvPr/>
          </p:nvSpPr>
          <p:spPr>
            <a:xfrm rot="10800000">
              <a:off x="4104" y="1561"/>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9254" name="Line 148"/>
            <p:cNvSpPr/>
            <p:nvPr/>
          </p:nvSpPr>
          <p:spPr>
            <a:xfrm flipH="1">
              <a:off x="3968" y="1924"/>
              <a:ext cx="0" cy="861"/>
            </a:xfrm>
            <a:prstGeom prst="line">
              <a:avLst/>
            </a:prstGeom>
            <a:ln w="28575" cap="flat" cmpd="sng">
              <a:solidFill>
                <a:srgbClr val="FFCC00"/>
              </a:solidFill>
              <a:prstDash val="solid"/>
              <a:headEnd type="oval" w="med" len="med"/>
              <a:tailEnd type="oval" w="med" len="med"/>
            </a:ln>
          </p:spPr>
        </p:sp>
        <p:sp>
          <p:nvSpPr>
            <p:cNvPr id="9255" name="Text Box 149"/>
            <p:cNvSpPr txBox="1"/>
            <p:nvPr/>
          </p:nvSpPr>
          <p:spPr>
            <a:xfrm>
              <a:off x="4058" y="1878"/>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9256" name="Text Box 150"/>
            <p:cNvSpPr txBox="1"/>
            <p:nvPr/>
          </p:nvSpPr>
          <p:spPr>
            <a:xfrm rot="10800000">
              <a:off x="4149" y="2468"/>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00424"/>
                                        </p:tgtEl>
                                        <p:attrNameLst>
                                          <p:attrName>style.visibility</p:attrName>
                                        </p:attrNameLst>
                                      </p:cBhvr>
                                      <p:to>
                                        <p:strVal val="visible"/>
                                      </p:to>
                                    </p:set>
                                    <p:anim calcmode="lin" valueType="num">
                                      <p:cBhvr additive="base">
                                        <p:cTn id="7" dur="500" fill="hold"/>
                                        <p:tgtEl>
                                          <p:spTgt spid="100424"/>
                                        </p:tgtEl>
                                        <p:attrNameLst>
                                          <p:attrName>ppt_x</p:attrName>
                                        </p:attrNameLst>
                                      </p:cBhvr>
                                      <p:tavLst>
                                        <p:tav tm="0">
                                          <p:val>
                                            <p:strVal val="0-#ppt_w/2"/>
                                          </p:val>
                                        </p:tav>
                                        <p:tav tm="100000">
                                          <p:val>
                                            <p:strVal val="#ppt_x"/>
                                          </p:val>
                                        </p:tav>
                                      </p:tavLst>
                                    </p:anim>
                                    <p:anim calcmode="lin" valueType="num">
                                      <p:cBhvr additive="base">
                                        <p:cTn id="8" dur="500" fill="hold"/>
                                        <p:tgtEl>
                                          <p:spTgt spid="10042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00354"/>
                                        </p:tgtEl>
                                        <p:attrNameLst>
                                          <p:attrName>style.visibility</p:attrName>
                                        </p:attrNameLst>
                                      </p:cBhvr>
                                      <p:to>
                                        <p:strVal val="visible"/>
                                      </p:to>
                                    </p:set>
                                    <p:animEffect transition="in" filter="wipe(up)">
                                      <p:cBhvr>
                                        <p:cTn id="13" dur="2000"/>
                                        <p:tgtEl>
                                          <p:spTgt spid="100354"/>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linds(horizontal)">
                                      <p:cBhvr>
                                        <p:cTn id="18" dur="500"/>
                                        <p:tgtEl>
                                          <p:spTgt spid="5"/>
                                        </p:tgtEl>
                                      </p:cBhvr>
                                    </p:animEffect>
                                  </p:childTnLst>
                                </p:cTn>
                              </p:par>
                            </p:childTnLst>
                          </p:cTn>
                        </p:par>
                        <p:par>
                          <p:cTn id="19" fill="hold">
                            <p:stCondLst>
                              <p:cond delay="500"/>
                            </p:stCondLst>
                            <p:childTnLst>
                              <p:par>
                                <p:cTn id="20" presetID="3" presetClass="entr" presetSubtype="1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0421"/>
                                        </p:tgtEl>
                                        <p:attrNameLst>
                                          <p:attrName>style.visibility</p:attrName>
                                        </p:attrNameLst>
                                      </p:cBhvr>
                                      <p:to>
                                        <p:strVal val="visible"/>
                                      </p:to>
                                    </p:set>
                                    <p:animEffect transition="in" filter="wipe(left)">
                                      <p:cBhvr>
                                        <p:cTn id="27" dur="2000"/>
                                        <p:tgtEl>
                                          <p:spTgt spid="1004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0422"/>
                                        </p:tgtEl>
                                        <p:attrNameLst>
                                          <p:attrName>style.visibility</p:attrName>
                                        </p:attrNameLst>
                                      </p:cBhvr>
                                      <p:to>
                                        <p:strVal val="visible"/>
                                      </p:to>
                                    </p:set>
                                    <p:animEffect transition="in" filter="wipe(left)">
                                      <p:cBhvr>
                                        <p:cTn id="32" dur="2000"/>
                                        <p:tgtEl>
                                          <p:spTgt spid="1004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4" grpId="0"/>
      <p:bldP spid="100421" grpId="0"/>
      <p:bldP spid="100422" grpId="0"/>
      <p:bldP spid="10042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263" name="Group 174"/>
          <p:cNvGrpSpPr/>
          <p:nvPr/>
        </p:nvGrpSpPr>
        <p:grpSpPr>
          <a:xfrm>
            <a:off x="684213" y="620713"/>
            <a:ext cx="3568700" cy="3687762"/>
            <a:chOff x="3288" y="935"/>
            <a:chExt cx="2248" cy="2323"/>
          </a:xfrm>
        </p:grpSpPr>
        <p:sp>
          <p:nvSpPr>
            <p:cNvPr id="10325" name="Oval 175"/>
            <p:cNvSpPr/>
            <p:nvPr/>
          </p:nvSpPr>
          <p:spPr>
            <a:xfrm>
              <a:off x="3832" y="935"/>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10326" name="Oval 176"/>
            <p:cNvSpPr/>
            <p:nvPr/>
          </p:nvSpPr>
          <p:spPr>
            <a:xfrm>
              <a:off x="3787" y="1616"/>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10327" name="Oval 177"/>
            <p:cNvSpPr/>
            <p:nvPr/>
          </p:nvSpPr>
          <p:spPr>
            <a:xfrm>
              <a:off x="3787" y="2251"/>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10328" name="Line 178"/>
            <p:cNvSpPr/>
            <p:nvPr/>
          </p:nvSpPr>
          <p:spPr>
            <a:xfrm rot="5400000" flipH="1">
              <a:off x="4013" y="708"/>
              <a:ext cx="0" cy="817"/>
            </a:xfrm>
            <a:prstGeom prst="line">
              <a:avLst/>
            </a:prstGeom>
            <a:ln w="28575" cap="flat" cmpd="sng">
              <a:solidFill>
                <a:srgbClr val="FFCC00"/>
              </a:solidFill>
              <a:prstDash val="solid"/>
              <a:headEnd type="none" w="med" len="med"/>
              <a:tailEnd type="none" w="med" len="med"/>
            </a:ln>
          </p:spPr>
        </p:sp>
        <p:sp>
          <p:nvSpPr>
            <p:cNvPr id="10329" name="Text Box 179"/>
            <p:cNvSpPr txBox="1"/>
            <p:nvPr/>
          </p:nvSpPr>
          <p:spPr>
            <a:xfrm rot="5400000">
              <a:off x="4228" y="1084"/>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0330" name="Text Box 180"/>
            <p:cNvSpPr txBox="1"/>
            <p:nvPr/>
          </p:nvSpPr>
          <p:spPr>
            <a:xfrm>
              <a:off x="3605" y="1071"/>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0331" name="Line 181"/>
            <p:cNvSpPr/>
            <p:nvPr/>
          </p:nvSpPr>
          <p:spPr>
            <a:xfrm flipV="1">
              <a:off x="4422" y="1117"/>
              <a:ext cx="644" cy="0"/>
            </a:xfrm>
            <a:prstGeom prst="line">
              <a:avLst/>
            </a:prstGeom>
            <a:ln w="28575" cap="flat" cmpd="sng">
              <a:solidFill>
                <a:srgbClr val="FFCC00"/>
              </a:solidFill>
              <a:prstDash val="solid"/>
              <a:headEnd type="none" w="med" len="med"/>
              <a:tailEnd type="none" w="med" len="med"/>
            </a:ln>
          </p:spPr>
        </p:sp>
        <p:sp>
          <p:nvSpPr>
            <p:cNvPr id="10332" name="Oval 182"/>
            <p:cNvSpPr/>
            <p:nvPr/>
          </p:nvSpPr>
          <p:spPr>
            <a:xfrm>
              <a:off x="5075" y="1089"/>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0333" name="Oval 183"/>
            <p:cNvSpPr/>
            <p:nvPr/>
          </p:nvSpPr>
          <p:spPr>
            <a:xfrm>
              <a:off x="5146" y="3084"/>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0334" name="Text Box 184"/>
            <p:cNvSpPr txBox="1"/>
            <p:nvPr/>
          </p:nvSpPr>
          <p:spPr>
            <a:xfrm>
              <a:off x="5102" y="935"/>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0335" name="Text Box 185"/>
            <p:cNvSpPr txBox="1"/>
            <p:nvPr/>
          </p:nvSpPr>
          <p:spPr>
            <a:xfrm>
              <a:off x="5238" y="2931"/>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0336" name="Text Box 186"/>
            <p:cNvSpPr txBox="1"/>
            <p:nvPr/>
          </p:nvSpPr>
          <p:spPr>
            <a:xfrm>
              <a:off x="3288" y="935"/>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X</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0337" name="Line 187"/>
            <p:cNvSpPr/>
            <p:nvPr/>
          </p:nvSpPr>
          <p:spPr>
            <a:xfrm rot="5400000" flipH="1">
              <a:off x="4013" y="1388"/>
              <a:ext cx="0" cy="817"/>
            </a:xfrm>
            <a:prstGeom prst="line">
              <a:avLst/>
            </a:prstGeom>
            <a:ln w="28575" cap="flat" cmpd="sng">
              <a:solidFill>
                <a:srgbClr val="FFCC00"/>
              </a:solidFill>
              <a:prstDash val="solid"/>
              <a:headEnd type="none" w="med" len="med"/>
              <a:tailEnd type="none" w="med" len="med"/>
            </a:ln>
          </p:spPr>
        </p:sp>
        <p:sp>
          <p:nvSpPr>
            <p:cNvPr id="10338" name="Text Box 188"/>
            <p:cNvSpPr txBox="1"/>
            <p:nvPr/>
          </p:nvSpPr>
          <p:spPr>
            <a:xfrm rot="5400000">
              <a:off x="4228" y="1765"/>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0339" name="Text Box 189"/>
            <p:cNvSpPr txBox="1"/>
            <p:nvPr/>
          </p:nvSpPr>
          <p:spPr>
            <a:xfrm>
              <a:off x="3605" y="1752"/>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0340" name="Line 190"/>
            <p:cNvSpPr/>
            <p:nvPr/>
          </p:nvSpPr>
          <p:spPr>
            <a:xfrm flipV="1">
              <a:off x="4422" y="1797"/>
              <a:ext cx="726" cy="0"/>
            </a:xfrm>
            <a:prstGeom prst="line">
              <a:avLst/>
            </a:prstGeom>
            <a:ln w="28575" cap="flat" cmpd="sng">
              <a:solidFill>
                <a:srgbClr val="FFCC00"/>
              </a:solidFill>
              <a:prstDash val="solid"/>
              <a:headEnd type="none" w="med" len="med"/>
              <a:tailEnd type="none" w="med" len="med"/>
            </a:ln>
          </p:spPr>
        </p:sp>
        <p:sp>
          <p:nvSpPr>
            <p:cNvPr id="10341" name="Oval 191"/>
            <p:cNvSpPr/>
            <p:nvPr/>
          </p:nvSpPr>
          <p:spPr>
            <a:xfrm>
              <a:off x="5146" y="1770"/>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0342" name="Text Box 192"/>
            <p:cNvSpPr txBox="1"/>
            <p:nvPr/>
          </p:nvSpPr>
          <p:spPr>
            <a:xfrm>
              <a:off x="5148" y="1661"/>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0343" name="Text Box 193"/>
            <p:cNvSpPr txBox="1"/>
            <p:nvPr/>
          </p:nvSpPr>
          <p:spPr>
            <a:xfrm>
              <a:off x="3333" y="1434"/>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Y</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0344" name="Line 194"/>
            <p:cNvSpPr/>
            <p:nvPr/>
          </p:nvSpPr>
          <p:spPr>
            <a:xfrm rot="5400000" flipH="1">
              <a:off x="4013" y="2023"/>
              <a:ext cx="0" cy="817"/>
            </a:xfrm>
            <a:prstGeom prst="line">
              <a:avLst/>
            </a:prstGeom>
            <a:ln w="28575" cap="flat" cmpd="sng">
              <a:solidFill>
                <a:srgbClr val="FFCC00"/>
              </a:solidFill>
              <a:prstDash val="solid"/>
              <a:headEnd type="none" w="med" len="med"/>
              <a:tailEnd type="none" w="med" len="med"/>
            </a:ln>
          </p:spPr>
        </p:sp>
        <p:sp>
          <p:nvSpPr>
            <p:cNvPr id="10345" name="Text Box 195"/>
            <p:cNvSpPr txBox="1"/>
            <p:nvPr/>
          </p:nvSpPr>
          <p:spPr>
            <a:xfrm rot="5400000">
              <a:off x="4228" y="2354"/>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0346" name="Text Box 196"/>
            <p:cNvSpPr txBox="1"/>
            <p:nvPr/>
          </p:nvSpPr>
          <p:spPr>
            <a:xfrm>
              <a:off x="3560" y="2387"/>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0347" name="Line 197"/>
            <p:cNvSpPr/>
            <p:nvPr/>
          </p:nvSpPr>
          <p:spPr>
            <a:xfrm flipV="1">
              <a:off x="4422" y="2432"/>
              <a:ext cx="644" cy="0"/>
            </a:xfrm>
            <a:prstGeom prst="line">
              <a:avLst/>
            </a:prstGeom>
            <a:ln w="28575" cap="flat" cmpd="sng">
              <a:solidFill>
                <a:srgbClr val="FFCC00"/>
              </a:solidFill>
              <a:prstDash val="solid"/>
              <a:headEnd type="none" w="med" len="med"/>
              <a:tailEnd type="none" w="med" len="med"/>
            </a:ln>
          </p:spPr>
        </p:sp>
        <p:sp>
          <p:nvSpPr>
            <p:cNvPr id="10348" name="Oval 198"/>
            <p:cNvSpPr/>
            <p:nvPr/>
          </p:nvSpPr>
          <p:spPr>
            <a:xfrm>
              <a:off x="5055" y="2405"/>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0349" name="Text Box 199"/>
            <p:cNvSpPr txBox="1"/>
            <p:nvPr/>
          </p:nvSpPr>
          <p:spPr>
            <a:xfrm>
              <a:off x="5102" y="2251"/>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0350" name="Text Box 200"/>
            <p:cNvSpPr txBox="1"/>
            <p:nvPr/>
          </p:nvSpPr>
          <p:spPr>
            <a:xfrm>
              <a:off x="3333" y="2296"/>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Z</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0351" name="Line 201"/>
            <p:cNvSpPr/>
            <p:nvPr/>
          </p:nvSpPr>
          <p:spPr>
            <a:xfrm>
              <a:off x="3605" y="1117"/>
              <a:ext cx="0" cy="1312"/>
            </a:xfrm>
            <a:prstGeom prst="line">
              <a:avLst/>
            </a:prstGeom>
            <a:ln w="28575" cap="flat" cmpd="sng">
              <a:solidFill>
                <a:srgbClr val="FFCC00"/>
              </a:solidFill>
              <a:prstDash val="solid"/>
              <a:headEnd type="none" w="med" len="med"/>
              <a:tailEnd type="none" w="med" len="med"/>
            </a:ln>
          </p:spPr>
        </p:sp>
        <p:sp>
          <p:nvSpPr>
            <p:cNvPr id="10352" name="Freeform 202"/>
            <p:cNvSpPr/>
            <p:nvPr/>
          </p:nvSpPr>
          <p:spPr>
            <a:xfrm>
              <a:off x="3342" y="1797"/>
              <a:ext cx="1815" cy="1316"/>
            </a:xfrm>
            <a:custGeom>
              <a:avLst/>
              <a:gdLst>
                <a:gd name="txL" fmla="*/ 0 w 1680"/>
                <a:gd name="txT" fmla="*/ 0 h 996"/>
                <a:gd name="txR" fmla="*/ 1680 w 1680"/>
                <a:gd name="txB" fmla="*/ 996 h 996"/>
              </a:gdLst>
              <a:ahLst/>
              <a:cxnLst>
                <a:cxn ang="0">
                  <a:pos x="259" y="0"/>
                </a:cxn>
                <a:cxn ang="0">
                  <a:pos x="0" y="0"/>
                </a:cxn>
                <a:cxn ang="0">
                  <a:pos x="0" y="1316"/>
                </a:cxn>
                <a:cxn ang="0">
                  <a:pos x="1815" y="1316"/>
                </a:cxn>
              </a:cxnLst>
              <a:rect l="txL" t="txT" r="txR" b="txB"/>
              <a:pathLst>
                <a:path w="1680" h="996">
                  <a:moveTo>
                    <a:pt x="240" y="0"/>
                  </a:moveTo>
                  <a:lnTo>
                    <a:pt x="0" y="0"/>
                  </a:lnTo>
                  <a:lnTo>
                    <a:pt x="0" y="996"/>
                  </a:lnTo>
                  <a:lnTo>
                    <a:pt x="1680" y="996"/>
                  </a:lnTo>
                </a:path>
              </a:pathLst>
            </a:custGeom>
            <a:noFill/>
            <a:ln w="28575" cap="flat" cmpd="sng">
              <a:solidFill>
                <a:srgbClr val="FFCC00"/>
              </a:solidFill>
              <a:prstDash val="solid"/>
              <a:round/>
              <a:headEnd type="oval" w="med" len="med"/>
              <a:tailEnd type="none" w="med" len="med"/>
            </a:ln>
          </p:spPr>
          <p:txBody>
            <a:bodyPr wrap="none" anchor="ctr" anchorCtr="0"/>
            <a:p>
              <a:endParaRPr lang="zh-CN" altLang="en-US" dirty="0">
                <a:latin typeface="Arial" panose="020B0604020202020204" pitchFamily="34" charset="0"/>
              </a:endParaRPr>
            </a:p>
          </p:txBody>
        </p:sp>
        <p:graphicFrame>
          <p:nvGraphicFramePr>
            <p:cNvPr id="10260" name="Object 203"/>
            <p:cNvGraphicFramePr/>
            <p:nvPr/>
          </p:nvGraphicFramePr>
          <p:xfrm>
            <a:off x="3923" y="1253"/>
            <a:ext cx="284" cy="381"/>
          </p:xfrm>
          <a:graphic>
            <a:graphicData uri="http://schemas.openxmlformats.org/presentationml/2006/ole">
              <mc:AlternateContent xmlns:mc="http://schemas.openxmlformats.org/markup-compatibility/2006">
                <mc:Choice xmlns:v="urn:schemas-microsoft-com:vml" Requires="v">
                  <p:oleObj spid="_x0000_s3101" name="" r:id="rId1" imgW="228600" imgH="304800" progId="Equation.3">
                    <p:embed/>
                  </p:oleObj>
                </mc:Choice>
                <mc:Fallback>
                  <p:oleObj name="" r:id="rId1" imgW="228600" imgH="304800" progId="Equation.3">
                    <p:embed/>
                    <p:pic>
                      <p:nvPicPr>
                        <p:cNvPr id="0" name="图片 3100"/>
                        <p:cNvPicPr/>
                        <p:nvPr/>
                      </p:nvPicPr>
                      <p:blipFill>
                        <a:blip r:embed="rId2">
                          <a:clrChange>
                            <a:clrFrom>
                              <a:srgbClr val="000000"/>
                            </a:clrFrom>
                            <a:clrTo>
                              <a:srgbClr val="FFFFFF"/>
                            </a:clrTo>
                          </a:clrChange>
                        </a:blip>
                        <a:stretch>
                          <a:fillRect/>
                        </a:stretch>
                      </p:blipFill>
                      <p:spPr>
                        <a:xfrm>
                          <a:off x="3923" y="1253"/>
                          <a:ext cx="284" cy="381"/>
                        </a:xfrm>
                        <a:prstGeom prst="rect">
                          <a:avLst/>
                        </a:prstGeom>
                        <a:noFill/>
                        <a:ln w="38100">
                          <a:noFill/>
                          <a:miter/>
                        </a:ln>
                      </p:spPr>
                    </p:pic>
                  </p:oleObj>
                </mc:Fallback>
              </mc:AlternateContent>
            </a:graphicData>
          </a:graphic>
        </p:graphicFrame>
        <p:graphicFrame>
          <p:nvGraphicFramePr>
            <p:cNvPr id="10261" name="Object 204"/>
            <p:cNvGraphicFramePr/>
            <p:nvPr/>
          </p:nvGraphicFramePr>
          <p:xfrm>
            <a:off x="3832" y="1888"/>
            <a:ext cx="285" cy="397"/>
          </p:xfrm>
          <a:graphic>
            <a:graphicData uri="http://schemas.openxmlformats.org/presentationml/2006/ole">
              <mc:AlternateContent xmlns:mc="http://schemas.openxmlformats.org/markup-compatibility/2006">
                <mc:Choice xmlns:v="urn:schemas-microsoft-com:vml" Requires="v">
                  <p:oleObj spid="_x0000_s3103" name="" r:id="rId3" imgW="228600" imgH="317500" progId="Equation.3">
                    <p:embed/>
                  </p:oleObj>
                </mc:Choice>
                <mc:Fallback>
                  <p:oleObj name="" r:id="rId3" imgW="228600" imgH="317500" progId="Equation.3">
                    <p:embed/>
                    <p:pic>
                      <p:nvPicPr>
                        <p:cNvPr id="0" name="图片 3102"/>
                        <p:cNvPicPr/>
                        <p:nvPr/>
                      </p:nvPicPr>
                      <p:blipFill>
                        <a:blip r:embed="rId4">
                          <a:clrChange>
                            <a:clrFrom>
                              <a:srgbClr val="000000"/>
                            </a:clrFrom>
                            <a:clrTo>
                              <a:srgbClr val="FFFFFF"/>
                            </a:clrTo>
                          </a:clrChange>
                        </a:blip>
                        <a:stretch>
                          <a:fillRect/>
                        </a:stretch>
                      </p:blipFill>
                      <p:spPr>
                        <a:xfrm>
                          <a:off x="3832" y="1888"/>
                          <a:ext cx="285" cy="397"/>
                        </a:xfrm>
                        <a:prstGeom prst="rect">
                          <a:avLst/>
                        </a:prstGeom>
                        <a:noFill/>
                        <a:ln w="38100">
                          <a:noFill/>
                          <a:miter/>
                        </a:ln>
                      </p:spPr>
                    </p:pic>
                  </p:oleObj>
                </mc:Fallback>
              </mc:AlternateContent>
            </a:graphicData>
          </a:graphic>
        </p:graphicFrame>
        <p:graphicFrame>
          <p:nvGraphicFramePr>
            <p:cNvPr id="10262" name="Object 205"/>
            <p:cNvGraphicFramePr/>
            <p:nvPr/>
          </p:nvGraphicFramePr>
          <p:xfrm>
            <a:off x="3878" y="2568"/>
            <a:ext cx="285" cy="397"/>
          </p:xfrm>
          <a:graphic>
            <a:graphicData uri="http://schemas.openxmlformats.org/presentationml/2006/ole">
              <mc:AlternateContent xmlns:mc="http://schemas.openxmlformats.org/markup-compatibility/2006">
                <mc:Choice xmlns:v="urn:schemas-microsoft-com:vml" Requires="v">
                  <p:oleObj spid="_x0000_s3106" name="" r:id="rId5" imgW="228600" imgH="317500" progId="Equation.3">
                    <p:embed/>
                  </p:oleObj>
                </mc:Choice>
                <mc:Fallback>
                  <p:oleObj name="" r:id="rId5" imgW="228600" imgH="317500" progId="Equation.3">
                    <p:embed/>
                    <p:pic>
                      <p:nvPicPr>
                        <p:cNvPr id="0" name="图片 3105"/>
                        <p:cNvPicPr/>
                        <p:nvPr/>
                      </p:nvPicPr>
                      <p:blipFill>
                        <a:blip r:embed="rId6">
                          <a:clrChange>
                            <a:clrFrom>
                              <a:srgbClr val="000000"/>
                            </a:clrFrom>
                            <a:clrTo>
                              <a:srgbClr val="FFFFFF"/>
                            </a:clrTo>
                          </a:clrChange>
                        </a:blip>
                        <a:stretch>
                          <a:fillRect/>
                        </a:stretch>
                      </p:blipFill>
                      <p:spPr>
                        <a:xfrm>
                          <a:off x="3878" y="2568"/>
                          <a:ext cx="285" cy="397"/>
                        </a:xfrm>
                        <a:prstGeom prst="rect">
                          <a:avLst/>
                        </a:prstGeom>
                        <a:noFill/>
                        <a:ln w="38100">
                          <a:noFill/>
                          <a:miter/>
                        </a:ln>
                      </p:spPr>
                    </p:pic>
                  </p:oleObj>
                </mc:Fallback>
              </mc:AlternateContent>
            </a:graphicData>
          </a:graphic>
        </p:graphicFrame>
      </p:grpSp>
      <p:sp>
        <p:nvSpPr>
          <p:cNvPr id="76806" name="Rectangle 6"/>
          <p:cNvSpPr/>
          <p:nvPr/>
        </p:nvSpPr>
        <p:spPr>
          <a:xfrm>
            <a:off x="900113" y="4208463"/>
            <a:ext cx="5400675" cy="519112"/>
          </a:xfrm>
          <a:prstGeom prst="rect">
            <a:avLst/>
          </a:prstGeom>
          <a:noFill/>
          <a:ln w="9525">
            <a:noFill/>
          </a:ln>
        </p:spPr>
        <p:txBody>
          <a:bodyPr>
            <a:spAutoFit/>
          </a:bodyPr>
          <a:p>
            <a:pPr marL="342900" indent="-342900">
              <a:buAutoNum type="circleNumDbPlain" startAt="3"/>
            </a:pPr>
            <a:r>
              <a:rPr lang="zh-CN" altLang="en-US" sz="2800" dirty="0">
                <a:latin typeface="楷体_GB2312" pitchFamily="49" charset="-122"/>
              </a:rPr>
              <a:t>相电压：每相电源的电压</a:t>
            </a:r>
            <a:endParaRPr lang="zh-CN" altLang="en-US" sz="2800" dirty="0">
              <a:latin typeface="楷体_GB2312" pitchFamily="49" charset="-122"/>
            </a:endParaRPr>
          </a:p>
        </p:txBody>
      </p:sp>
      <p:sp>
        <p:nvSpPr>
          <p:cNvPr id="76807" name="Text Box 7"/>
          <p:cNvSpPr txBox="1"/>
          <p:nvPr/>
        </p:nvSpPr>
        <p:spPr>
          <a:xfrm>
            <a:off x="900113" y="4797425"/>
            <a:ext cx="7058025" cy="519113"/>
          </a:xfrm>
          <a:prstGeom prst="rect">
            <a:avLst/>
          </a:prstGeom>
          <a:noFill/>
          <a:ln w="9525">
            <a:noFill/>
          </a:ln>
        </p:spPr>
        <p:txBody>
          <a:bodyPr>
            <a:spAutoFit/>
          </a:bodyPr>
          <a:p>
            <a:pPr marL="342900" indent="-342900">
              <a:buAutoNum type="circleNumDbPlain" startAt="4"/>
            </a:pPr>
            <a:r>
              <a:rPr lang="zh-CN" altLang="en-US" sz="2800" dirty="0">
                <a:latin typeface="楷体_GB2312" pitchFamily="49" charset="-122"/>
              </a:rPr>
              <a:t>线电压：端线与端线之间的电压</a:t>
            </a:r>
            <a:endParaRPr lang="zh-CN" altLang="en-US" sz="2800" dirty="0">
              <a:latin typeface="楷体_GB2312" pitchFamily="49" charset="-122"/>
            </a:endParaRPr>
          </a:p>
        </p:txBody>
      </p:sp>
      <p:graphicFrame>
        <p:nvGraphicFramePr>
          <p:cNvPr id="76808" name="Object 8"/>
          <p:cNvGraphicFramePr/>
          <p:nvPr/>
        </p:nvGraphicFramePr>
        <p:xfrm>
          <a:off x="6383338" y="4652963"/>
          <a:ext cx="2355850" cy="665162"/>
        </p:xfrm>
        <a:graphic>
          <a:graphicData uri="http://schemas.openxmlformats.org/presentationml/2006/ole">
            <mc:AlternateContent xmlns:mc="http://schemas.openxmlformats.org/markup-compatibility/2006">
              <mc:Choice xmlns:v="urn:schemas-microsoft-com:vml" Requires="v">
                <p:oleObj spid="_x0000_s3104" name="" r:id="rId7" imgW="1116330" imgH="317500" progId="Equation.3">
                  <p:embed/>
                </p:oleObj>
              </mc:Choice>
              <mc:Fallback>
                <p:oleObj name="" r:id="rId7" imgW="1116330" imgH="317500" progId="Equation.3">
                  <p:embed/>
                  <p:pic>
                    <p:nvPicPr>
                      <p:cNvPr id="0" name="图片 3103"/>
                      <p:cNvPicPr/>
                      <p:nvPr/>
                    </p:nvPicPr>
                    <p:blipFill>
                      <a:blip r:embed="rId8">
                        <a:clrChange>
                          <a:clrFrom>
                            <a:srgbClr val="000000"/>
                          </a:clrFrom>
                          <a:clrTo>
                            <a:srgbClr val="FFFFFF"/>
                          </a:clrTo>
                        </a:clrChange>
                      </a:blip>
                      <a:stretch>
                        <a:fillRect/>
                      </a:stretch>
                    </p:blipFill>
                    <p:spPr>
                      <a:xfrm>
                        <a:off x="6383338" y="4652963"/>
                        <a:ext cx="2355850" cy="665162"/>
                      </a:xfrm>
                      <a:prstGeom prst="rect">
                        <a:avLst/>
                      </a:prstGeom>
                      <a:noFill/>
                      <a:ln w="38100">
                        <a:noFill/>
                        <a:miter/>
                      </a:ln>
                    </p:spPr>
                  </p:pic>
                </p:oleObj>
              </mc:Fallback>
            </mc:AlternateContent>
          </a:graphicData>
        </a:graphic>
      </p:graphicFrame>
      <p:graphicFrame>
        <p:nvGraphicFramePr>
          <p:cNvPr id="76809" name="Object 9"/>
          <p:cNvGraphicFramePr/>
          <p:nvPr/>
        </p:nvGraphicFramePr>
        <p:xfrm>
          <a:off x="5435600" y="4076700"/>
          <a:ext cx="2125663" cy="744538"/>
        </p:xfrm>
        <a:graphic>
          <a:graphicData uri="http://schemas.openxmlformats.org/presentationml/2006/ole">
            <mc:AlternateContent xmlns:mc="http://schemas.openxmlformats.org/markup-compatibility/2006">
              <mc:Choice xmlns:v="urn:schemas-microsoft-com:vml" Requires="v">
                <p:oleObj spid="_x0000_s3105" name="" r:id="rId9" imgW="913765" imgH="355600" progId="Equation.3">
                  <p:embed/>
                </p:oleObj>
              </mc:Choice>
              <mc:Fallback>
                <p:oleObj name="" r:id="rId9" imgW="913765" imgH="355600" progId="Equation.3">
                  <p:embed/>
                  <p:pic>
                    <p:nvPicPr>
                      <p:cNvPr id="0" name="图片 3104"/>
                      <p:cNvPicPr/>
                      <p:nvPr/>
                    </p:nvPicPr>
                    <p:blipFill>
                      <a:blip r:embed="rId10">
                        <a:clrChange>
                          <a:clrFrom>
                            <a:srgbClr val="000000"/>
                          </a:clrFrom>
                          <a:clrTo>
                            <a:srgbClr val="FFFFFF"/>
                          </a:clrTo>
                        </a:clrChange>
                      </a:blip>
                      <a:stretch>
                        <a:fillRect/>
                      </a:stretch>
                    </p:blipFill>
                    <p:spPr>
                      <a:xfrm>
                        <a:off x="5435600" y="4076700"/>
                        <a:ext cx="2125663" cy="744538"/>
                      </a:xfrm>
                      <a:prstGeom prst="rect">
                        <a:avLst/>
                      </a:prstGeom>
                      <a:noFill/>
                      <a:ln w="38100">
                        <a:noFill/>
                        <a:miter/>
                      </a:ln>
                    </p:spPr>
                  </p:pic>
                </p:oleObj>
              </mc:Fallback>
            </mc:AlternateContent>
          </a:graphicData>
        </a:graphic>
      </p:graphicFrame>
      <p:grpSp>
        <p:nvGrpSpPr>
          <p:cNvPr id="3" name="Group 113"/>
          <p:cNvGrpSpPr/>
          <p:nvPr/>
        </p:nvGrpSpPr>
        <p:grpSpPr>
          <a:xfrm>
            <a:off x="2843213" y="981075"/>
            <a:ext cx="776287" cy="936625"/>
            <a:chOff x="2154" y="527"/>
            <a:chExt cx="489" cy="590"/>
          </a:xfrm>
        </p:grpSpPr>
        <p:sp>
          <p:nvSpPr>
            <p:cNvPr id="10324" name="Line 111"/>
            <p:cNvSpPr/>
            <p:nvPr/>
          </p:nvSpPr>
          <p:spPr>
            <a:xfrm>
              <a:off x="2154" y="527"/>
              <a:ext cx="0" cy="590"/>
            </a:xfrm>
            <a:prstGeom prst="line">
              <a:avLst/>
            </a:prstGeom>
            <a:ln w="28575" cap="flat" cmpd="sng">
              <a:solidFill>
                <a:srgbClr val="FF3300"/>
              </a:solidFill>
              <a:prstDash val="solid"/>
              <a:headEnd type="none" w="med" len="med"/>
              <a:tailEnd type="triangle" w="med" len="med"/>
            </a:ln>
          </p:spPr>
        </p:sp>
        <p:graphicFrame>
          <p:nvGraphicFramePr>
            <p:cNvPr id="10259" name="Object 112"/>
            <p:cNvGraphicFramePr/>
            <p:nvPr/>
          </p:nvGraphicFramePr>
          <p:xfrm>
            <a:off x="2245" y="572"/>
            <a:ext cx="398" cy="416"/>
          </p:xfrm>
          <a:graphic>
            <a:graphicData uri="http://schemas.openxmlformats.org/presentationml/2006/ole">
              <mc:AlternateContent xmlns:mc="http://schemas.openxmlformats.org/markup-compatibility/2006">
                <mc:Choice xmlns:v="urn:schemas-microsoft-com:vml" Requires="v">
                  <p:oleObj spid="_x0000_s3102" name="" r:id="rId11" imgW="292100" imgH="304800" progId="Equation.3">
                    <p:embed/>
                  </p:oleObj>
                </mc:Choice>
                <mc:Fallback>
                  <p:oleObj name="" r:id="rId11" imgW="292100" imgH="304800" progId="Equation.3">
                    <p:embed/>
                    <p:pic>
                      <p:nvPicPr>
                        <p:cNvPr id="0" name="图片 3101"/>
                        <p:cNvPicPr/>
                        <p:nvPr/>
                      </p:nvPicPr>
                      <p:blipFill>
                        <a:blip r:embed="rId12">
                          <a:clrChange>
                            <a:clrFrom>
                              <a:srgbClr val="000000"/>
                            </a:clrFrom>
                            <a:clrTo>
                              <a:srgbClr val="00FFFF"/>
                            </a:clrTo>
                          </a:clrChange>
                        </a:blip>
                        <a:stretch>
                          <a:fillRect/>
                        </a:stretch>
                      </p:blipFill>
                      <p:spPr>
                        <a:xfrm>
                          <a:off x="2245" y="572"/>
                          <a:ext cx="398" cy="416"/>
                        </a:xfrm>
                        <a:prstGeom prst="rect">
                          <a:avLst/>
                        </a:prstGeom>
                        <a:noFill/>
                        <a:ln w="38100">
                          <a:noFill/>
                          <a:miter/>
                        </a:ln>
                      </p:spPr>
                    </p:pic>
                  </p:oleObj>
                </mc:Fallback>
              </mc:AlternateContent>
            </a:graphicData>
          </a:graphic>
        </p:graphicFrame>
      </p:grpSp>
      <p:grpSp>
        <p:nvGrpSpPr>
          <p:cNvPr id="4" name="Group 117"/>
          <p:cNvGrpSpPr/>
          <p:nvPr/>
        </p:nvGrpSpPr>
        <p:grpSpPr>
          <a:xfrm>
            <a:off x="7164388" y="981075"/>
            <a:ext cx="704850" cy="1296988"/>
            <a:chOff x="4694" y="527"/>
            <a:chExt cx="444" cy="817"/>
          </a:xfrm>
        </p:grpSpPr>
        <p:sp>
          <p:nvSpPr>
            <p:cNvPr id="10323" name="Line 115"/>
            <p:cNvSpPr/>
            <p:nvPr/>
          </p:nvSpPr>
          <p:spPr>
            <a:xfrm>
              <a:off x="4694" y="527"/>
              <a:ext cx="0" cy="817"/>
            </a:xfrm>
            <a:prstGeom prst="line">
              <a:avLst/>
            </a:prstGeom>
            <a:ln w="28575" cap="flat" cmpd="sng">
              <a:solidFill>
                <a:srgbClr val="FF3300"/>
              </a:solidFill>
              <a:prstDash val="solid"/>
              <a:headEnd type="none" w="med" len="med"/>
              <a:tailEnd type="triangle" w="med" len="med"/>
            </a:ln>
          </p:spPr>
        </p:sp>
        <p:graphicFrame>
          <p:nvGraphicFramePr>
            <p:cNvPr id="10258" name="Object 116"/>
            <p:cNvGraphicFramePr/>
            <p:nvPr/>
          </p:nvGraphicFramePr>
          <p:xfrm>
            <a:off x="4740" y="618"/>
            <a:ext cx="398" cy="416"/>
          </p:xfrm>
          <a:graphic>
            <a:graphicData uri="http://schemas.openxmlformats.org/presentationml/2006/ole">
              <mc:AlternateContent xmlns:mc="http://schemas.openxmlformats.org/markup-compatibility/2006">
                <mc:Choice xmlns:v="urn:schemas-microsoft-com:vml" Requires="v">
                  <p:oleObj spid="_x0000_s3110" name="" r:id="rId13" imgW="292100" imgH="304800" progId="Equation.3">
                    <p:embed/>
                  </p:oleObj>
                </mc:Choice>
                <mc:Fallback>
                  <p:oleObj name="" r:id="rId13" imgW="292100" imgH="304800" progId="Equation.3">
                    <p:embed/>
                    <p:pic>
                      <p:nvPicPr>
                        <p:cNvPr id="0" name="图片 3109"/>
                        <p:cNvPicPr/>
                        <p:nvPr/>
                      </p:nvPicPr>
                      <p:blipFill>
                        <a:blip r:embed="rId12">
                          <a:clrChange>
                            <a:clrFrom>
                              <a:srgbClr val="000000"/>
                            </a:clrFrom>
                            <a:clrTo>
                              <a:srgbClr val="00FFFF"/>
                            </a:clrTo>
                          </a:clrChange>
                        </a:blip>
                        <a:stretch>
                          <a:fillRect/>
                        </a:stretch>
                      </p:blipFill>
                      <p:spPr>
                        <a:xfrm>
                          <a:off x="4740" y="618"/>
                          <a:ext cx="398" cy="416"/>
                        </a:xfrm>
                        <a:prstGeom prst="rect">
                          <a:avLst/>
                        </a:prstGeom>
                        <a:noFill/>
                        <a:ln w="38100">
                          <a:noFill/>
                          <a:miter/>
                        </a:ln>
                      </p:spPr>
                    </p:pic>
                  </p:oleObj>
                </mc:Fallback>
              </mc:AlternateContent>
            </a:graphicData>
          </a:graphic>
        </p:graphicFrame>
      </p:grpSp>
      <p:grpSp>
        <p:nvGrpSpPr>
          <p:cNvPr id="5" name="Group 123"/>
          <p:cNvGrpSpPr/>
          <p:nvPr/>
        </p:nvGrpSpPr>
        <p:grpSpPr>
          <a:xfrm>
            <a:off x="2843213" y="2060575"/>
            <a:ext cx="708025" cy="865188"/>
            <a:chOff x="2154" y="1207"/>
            <a:chExt cx="446" cy="545"/>
          </a:xfrm>
        </p:grpSpPr>
        <p:sp>
          <p:nvSpPr>
            <p:cNvPr id="10322" name="Line 118"/>
            <p:cNvSpPr/>
            <p:nvPr/>
          </p:nvSpPr>
          <p:spPr>
            <a:xfrm>
              <a:off x="2154" y="1253"/>
              <a:ext cx="0" cy="499"/>
            </a:xfrm>
            <a:prstGeom prst="line">
              <a:avLst/>
            </a:prstGeom>
            <a:ln w="28575" cap="flat" cmpd="sng">
              <a:solidFill>
                <a:srgbClr val="FF3300"/>
              </a:solidFill>
              <a:prstDash val="solid"/>
              <a:headEnd type="none" w="med" len="med"/>
              <a:tailEnd type="triangle" w="med" len="med"/>
            </a:ln>
          </p:spPr>
        </p:sp>
        <p:graphicFrame>
          <p:nvGraphicFramePr>
            <p:cNvPr id="10257" name="Object 119"/>
            <p:cNvGraphicFramePr/>
            <p:nvPr/>
          </p:nvGraphicFramePr>
          <p:xfrm>
            <a:off x="2200" y="1207"/>
            <a:ext cx="400" cy="416"/>
          </p:xfrm>
          <a:graphic>
            <a:graphicData uri="http://schemas.openxmlformats.org/presentationml/2006/ole">
              <mc:AlternateContent xmlns:mc="http://schemas.openxmlformats.org/markup-compatibility/2006">
                <mc:Choice xmlns:v="urn:schemas-microsoft-com:vml" Requires="v">
                  <p:oleObj spid="_x0000_s3109" name="" r:id="rId14" imgW="292100" imgH="304800" progId="Equation.3">
                    <p:embed/>
                  </p:oleObj>
                </mc:Choice>
                <mc:Fallback>
                  <p:oleObj name="" r:id="rId14" imgW="292100" imgH="304800" progId="Equation.3">
                    <p:embed/>
                    <p:pic>
                      <p:nvPicPr>
                        <p:cNvPr id="0" name="图片 3108"/>
                        <p:cNvPicPr/>
                        <p:nvPr/>
                      </p:nvPicPr>
                      <p:blipFill>
                        <a:blip r:embed="rId15">
                          <a:clrChange>
                            <a:clrFrom>
                              <a:srgbClr val="000000"/>
                            </a:clrFrom>
                            <a:clrTo>
                              <a:srgbClr val="00FFFF"/>
                            </a:clrTo>
                          </a:clrChange>
                        </a:blip>
                        <a:stretch>
                          <a:fillRect/>
                        </a:stretch>
                      </p:blipFill>
                      <p:spPr>
                        <a:xfrm>
                          <a:off x="2200" y="1207"/>
                          <a:ext cx="400" cy="416"/>
                        </a:xfrm>
                        <a:prstGeom prst="rect">
                          <a:avLst/>
                        </a:prstGeom>
                        <a:noFill/>
                        <a:ln w="38100">
                          <a:noFill/>
                          <a:miter/>
                        </a:ln>
                      </p:spPr>
                    </p:pic>
                  </p:oleObj>
                </mc:Fallback>
              </mc:AlternateContent>
            </a:graphicData>
          </a:graphic>
        </p:graphicFrame>
      </p:grpSp>
      <p:grpSp>
        <p:nvGrpSpPr>
          <p:cNvPr id="6" name="Group 122"/>
          <p:cNvGrpSpPr/>
          <p:nvPr/>
        </p:nvGrpSpPr>
        <p:grpSpPr>
          <a:xfrm>
            <a:off x="7164388" y="2492375"/>
            <a:ext cx="708025" cy="1150938"/>
            <a:chOff x="4694" y="1480"/>
            <a:chExt cx="446" cy="725"/>
          </a:xfrm>
        </p:grpSpPr>
        <p:sp>
          <p:nvSpPr>
            <p:cNvPr id="10321" name="Line 120"/>
            <p:cNvSpPr/>
            <p:nvPr/>
          </p:nvSpPr>
          <p:spPr>
            <a:xfrm>
              <a:off x="4694" y="1480"/>
              <a:ext cx="0" cy="725"/>
            </a:xfrm>
            <a:prstGeom prst="line">
              <a:avLst/>
            </a:prstGeom>
            <a:ln w="28575" cap="flat" cmpd="sng">
              <a:solidFill>
                <a:srgbClr val="FF3300"/>
              </a:solidFill>
              <a:prstDash val="solid"/>
              <a:headEnd type="none" w="med" len="med"/>
              <a:tailEnd type="triangle" w="med" len="med"/>
            </a:ln>
          </p:spPr>
        </p:sp>
        <p:graphicFrame>
          <p:nvGraphicFramePr>
            <p:cNvPr id="10256" name="Object 121"/>
            <p:cNvGraphicFramePr/>
            <p:nvPr/>
          </p:nvGraphicFramePr>
          <p:xfrm>
            <a:off x="4740" y="1616"/>
            <a:ext cx="400" cy="416"/>
          </p:xfrm>
          <a:graphic>
            <a:graphicData uri="http://schemas.openxmlformats.org/presentationml/2006/ole">
              <mc:AlternateContent xmlns:mc="http://schemas.openxmlformats.org/markup-compatibility/2006">
                <mc:Choice xmlns:v="urn:schemas-microsoft-com:vml" Requires="v">
                  <p:oleObj spid="_x0000_s3115" name="" r:id="rId16" imgW="292100" imgH="304800" progId="Equation.3">
                    <p:embed/>
                  </p:oleObj>
                </mc:Choice>
                <mc:Fallback>
                  <p:oleObj name="" r:id="rId16" imgW="292100" imgH="304800" progId="Equation.3">
                    <p:embed/>
                    <p:pic>
                      <p:nvPicPr>
                        <p:cNvPr id="0" name="图片 3114"/>
                        <p:cNvPicPr/>
                        <p:nvPr/>
                      </p:nvPicPr>
                      <p:blipFill>
                        <a:blip r:embed="rId15">
                          <a:clrChange>
                            <a:clrFrom>
                              <a:srgbClr val="000000"/>
                            </a:clrFrom>
                            <a:clrTo>
                              <a:srgbClr val="00FFFF"/>
                            </a:clrTo>
                          </a:clrChange>
                        </a:blip>
                        <a:stretch>
                          <a:fillRect/>
                        </a:stretch>
                      </p:blipFill>
                      <p:spPr>
                        <a:xfrm>
                          <a:off x="4740" y="1616"/>
                          <a:ext cx="400" cy="416"/>
                        </a:xfrm>
                        <a:prstGeom prst="rect">
                          <a:avLst/>
                        </a:prstGeom>
                        <a:noFill/>
                        <a:ln w="38100">
                          <a:noFill/>
                          <a:miter/>
                        </a:ln>
                      </p:spPr>
                    </p:pic>
                  </p:oleObj>
                </mc:Fallback>
              </mc:AlternateContent>
            </a:graphicData>
          </a:graphic>
        </p:graphicFrame>
      </p:grpSp>
      <p:grpSp>
        <p:nvGrpSpPr>
          <p:cNvPr id="7" name="Group 126"/>
          <p:cNvGrpSpPr/>
          <p:nvPr/>
        </p:nvGrpSpPr>
        <p:grpSpPr>
          <a:xfrm>
            <a:off x="3635375" y="1052513"/>
            <a:ext cx="725488" cy="1871662"/>
            <a:chOff x="2290" y="527"/>
            <a:chExt cx="457" cy="1179"/>
          </a:xfrm>
        </p:grpSpPr>
        <p:sp>
          <p:nvSpPr>
            <p:cNvPr id="10320" name="Line 124"/>
            <p:cNvSpPr/>
            <p:nvPr/>
          </p:nvSpPr>
          <p:spPr>
            <a:xfrm flipV="1">
              <a:off x="2290" y="527"/>
              <a:ext cx="0" cy="1179"/>
            </a:xfrm>
            <a:prstGeom prst="line">
              <a:avLst/>
            </a:prstGeom>
            <a:ln w="28575" cap="flat" cmpd="sng">
              <a:solidFill>
                <a:srgbClr val="FF3300"/>
              </a:solidFill>
              <a:prstDash val="solid"/>
              <a:headEnd type="none" w="med" len="med"/>
              <a:tailEnd type="triangle" w="med" len="med"/>
            </a:ln>
          </p:spPr>
        </p:sp>
        <p:graphicFrame>
          <p:nvGraphicFramePr>
            <p:cNvPr id="10255" name="Object 125"/>
            <p:cNvGraphicFramePr/>
            <p:nvPr/>
          </p:nvGraphicFramePr>
          <p:xfrm>
            <a:off x="2381" y="663"/>
            <a:ext cx="366" cy="381"/>
          </p:xfrm>
          <a:graphic>
            <a:graphicData uri="http://schemas.openxmlformats.org/presentationml/2006/ole">
              <mc:AlternateContent xmlns:mc="http://schemas.openxmlformats.org/markup-compatibility/2006">
                <mc:Choice xmlns:v="urn:schemas-microsoft-com:vml" Requires="v">
                  <p:oleObj spid="_x0000_s3107" name="" r:id="rId17" imgW="292100" imgH="304800" progId="Equation.3">
                    <p:embed/>
                  </p:oleObj>
                </mc:Choice>
                <mc:Fallback>
                  <p:oleObj name="" r:id="rId17" imgW="292100" imgH="304800" progId="Equation.3">
                    <p:embed/>
                    <p:pic>
                      <p:nvPicPr>
                        <p:cNvPr id="0" name="图片 3106"/>
                        <p:cNvPicPr/>
                        <p:nvPr/>
                      </p:nvPicPr>
                      <p:blipFill>
                        <a:blip r:embed="rId18">
                          <a:clrChange>
                            <a:clrFrom>
                              <a:srgbClr val="000000"/>
                            </a:clrFrom>
                            <a:clrTo>
                              <a:srgbClr val="00FFFF"/>
                            </a:clrTo>
                          </a:clrChange>
                        </a:blip>
                        <a:stretch>
                          <a:fillRect/>
                        </a:stretch>
                      </p:blipFill>
                      <p:spPr>
                        <a:xfrm>
                          <a:off x="2381" y="663"/>
                          <a:ext cx="366" cy="381"/>
                        </a:xfrm>
                        <a:prstGeom prst="rect">
                          <a:avLst/>
                        </a:prstGeom>
                        <a:noFill/>
                        <a:ln w="38100">
                          <a:noFill/>
                          <a:miter/>
                        </a:ln>
                      </p:spPr>
                    </p:pic>
                  </p:oleObj>
                </mc:Fallback>
              </mc:AlternateContent>
            </a:graphicData>
          </a:graphic>
        </p:graphicFrame>
      </p:grpSp>
      <p:grpSp>
        <p:nvGrpSpPr>
          <p:cNvPr id="8" name="Group 130"/>
          <p:cNvGrpSpPr/>
          <p:nvPr/>
        </p:nvGrpSpPr>
        <p:grpSpPr>
          <a:xfrm>
            <a:off x="7885113" y="1125538"/>
            <a:ext cx="652462" cy="2447925"/>
            <a:chOff x="4967" y="618"/>
            <a:chExt cx="411" cy="1542"/>
          </a:xfrm>
        </p:grpSpPr>
        <p:sp>
          <p:nvSpPr>
            <p:cNvPr id="10319" name="Line 128"/>
            <p:cNvSpPr/>
            <p:nvPr/>
          </p:nvSpPr>
          <p:spPr>
            <a:xfrm flipV="1">
              <a:off x="4967" y="618"/>
              <a:ext cx="0" cy="1542"/>
            </a:xfrm>
            <a:prstGeom prst="line">
              <a:avLst/>
            </a:prstGeom>
            <a:ln w="28575" cap="flat" cmpd="sng">
              <a:solidFill>
                <a:srgbClr val="FF3300"/>
              </a:solidFill>
              <a:prstDash val="solid"/>
              <a:headEnd type="none" w="med" len="med"/>
              <a:tailEnd type="triangle" w="med" len="med"/>
            </a:ln>
          </p:spPr>
        </p:sp>
        <p:graphicFrame>
          <p:nvGraphicFramePr>
            <p:cNvPr id="10254" name="Object 129"/>
            <p:cNvGraphicFramePr/>
            <p:nvPr/>
          </p:nvGraphicFramePr>
          <p:xfrm>
            <a:off x="5012" y="709"/>
            <a:ext cx="366" cy="381"/>
          </p:xfrm>
          <a:graphic>
            <a:graphicData uri="http://schemas.openxmlformats.org/presentationml/2006/ole">
              <mc:AlternateContent xmlns:mc="http://schemas.openxmlformats.org/markup-compatibility/2006">
                <mc:Choice xmlns:v="urn:schemas-microsoft-com:vml" Requires="v">
                  <p:oleObj spid="_x0000_s3113" name="" r:id="rId19" imgW="292100" imgH="304800" progId="Equation.3">
                    <p:embed/>
                  </p:oleObj>
                </mc:Choice>
                <mc:Fallback>
                  <p:oleObj name="" r:id="rId19" imgW="292100" imgH="304800" progId="Equation.3">
                    <p:embed/>
                    <p:pic>
                      <p:nvPicPr>
                        <p:cNvPr id="0" name="图片 3112"/>
                        <p:cNvPicPr/>
                        <p:nvPr/>
                      </p:nvPicPr>
                      <p:blipFill>
                        <a:blip r:embed="rId18">
                          <a:clrChange>
                            <a:clrFrom>
                              <a:srgbClr val="000000"/>
                            </a:clrFrom>
                            <a:clrTo>
                              <a:srgbClr val="00FFFF"/>
                            </a:clrTo>
                          </a:clrChange>
                        </a:blip>
                        <a:stretch>
                          <a:fillRect/>
                        </a:stretch>
                      </p:blipFill>
                      <p:spPr>
                        <a:xfrm>
                          <a:off x="5012" y="709"/>
                          <a:ext cx="366" cy="381"/>
                        </a:xfrm>
                        <a:prstGeom prst="rect">
                          <a:avLst/>
                        </a:prstGeom>
                        <a:noFill/>
                        <a:ln w="38100">
                          <a:noFill/>
                          <a:miter/>
                        </a:ln>
                      </p:spPr>
                    </p:pic>
                  </p:oleObj>
                </mc:Fallback>
              </mc:AlternateContent>
            </a:graphicData>
          </a:graphic>
        </p:graphicFrame>
      </p:grpSp>
      <p:sp>
        <p:nvSpPr>
          <p:cNvPr id="76932" name="Text Box 132"/>
          <p:cNvSpPr txBox="1"/>
          <p:nvPr/>
        </p:nvSpPr>
        <p:spPr>
          <a:xfrm>
            <a:off x="900113" y="5373688"/>
            <a:ext cx="6769100" cy="519112"/>
          </a:xfrm>
          <a:prstGeom prst="rect">
            <a:avLst/>
          </a:prstGeom>
          <a:noFill/>
          <a:ln w="9525">
            <a:noFill/>
          </a:ln>
        </p:spPr>
        <p:txBody>
          <a:bodyPr>
            <a:spAutoFit/>
          </a:bodyPr>
          <a:p>
            <a:pPr marL="342900" indent="-342900">
              <a:spcBef>
                <a:spcPct val="50000"/>
              </a:spcBef>
              <a:buAutoNum type="circleNumDbPlain" startAt="5"/>
            </a:pPr>
            <a:r>
              <a:rPr lang="zh-CN" altLang="en-US" sz="2800" dirty="0">
                <a:latin typeface="Times New Roman" panose="02020603050405020304" pitchFamily="18" charset="0"/>
              </a:rPr>
              <a:t>线电流：流过端线的电流。</a:t>
            </a:r>
            <a:endParaRPr lang="zh-CN" altLang="en-US" sz="2800" dirty="0">
              <a:latin typeface="Times New Roman" panose="02020603050405020304" pitchFamily="18" charset="0"/>
            </a:endParaRPr>
          </a:p>
        </p:txBody>
      </p:sp>
      <p:graphicFrame>
        <p:nvGraphicFramePr>
          <p:cNvPr id="76933" name="Object 133"/>
          <p:cNvGraphicFramePr/>
          <p:nvPr/>
        </p:nvGraphicFramePr>
        <p:xfrm>
          <a:off x="5508625" y="5373688"/>
          <a:ext cx="2047875" cy="660400"/>
        </p:xfrm>
        <a:graphic>
          <a:graphicData uri="http://schemas.openxmlformats.org/presentationml/2006/ole">
            <mc:AlternateContent xmlns:mc="http://schemas.openxmlformats.org/markup-compatibility/2006">
              <mc:Choice xmlns:v="urn:schemas-microsoft-com:vml" Requires="v">
                <p:oleObj spid="_x0000_s3112" name="" r:id="rId20" imgW="735965" imgH="292100" progId="Equation.3">
                  <p:embed/>
                </p:oleObj>
              </mc:Choice>
              <mc:Fallback>
                <p:oleObj name="" r:id="rId20" imgW="735965" imgH="292100" progId="Equation.3">
                  <p:embed/>
                  <p:pic>
                    <p:nvPicPr>
                      <p:cNvPr id="0" name="图片 3111"/>
                      <p:cNvPicPr/>
                      <p:nvPr/>
                    </p:nvPicPr>
                    <p:blipFill>
                      <a:blip r:embed="rId21">
                        <a:clrChange>
                          <a:clrFrom>
                            <a:srgbClr val="000000"/>
                          </a:clrFrom>
                          <a:clrTo>
                            <a:srgbClr val="FFFFFF"/>
                          </a:clrTo>
                        </a:clrChange>
                      </a:blip>
                      <a:stretch>
                        <a:fillRect/>
                      </a:stretch>
                    </p:blipFill>
                    <p:spPr>
                      <a:xfrm>
                        <a:off x="5508625" y="5373688"/>
                        <a:ext cx="2047875" cy="660400"/>
                      </a:xfrm>
                      <a:prstGeom prst="rect">
                        <a:avLst/>
                      </a:prstGeom>
                      <a:noFill/>
                      <a:ln w="38100">
                        <a:noFill/>
                        <a:miter/>
                      </a:ln>
                    </p:spPr>
                  </p:pic>
                </p:oleObj>
              </mc:Fallback>
            </mc:AlternateContent>
          </a:graphicData>
        </a:graphic>
      </p:graphicFrame>
      <p:grpSp>
        <p:nvGrpSpPr>
          <p:cNvPr id="9" name="Group 234"/>
          <p:cNvGrpSpPr/>
          <p:nvPr/>
        </p:nvGrpSpPr>
        <p:grpSpPr>
          <a:xfrm>
            <a:off x="2339975" y="304800"/>
            <a:ext cx="609600" cy="604838"/>
            <a:chOff x="1655" y="191"/>
            <a:chExt cx="384" cy="381"/>
          </a:xfrm>
        </p:grpSpPr>
        <p:sp>
          <p:nvSpPr>
            <p:cNvPr id="10318" name="Line 135"/>
            <p:cNvSpPr/>
            <p:nvPr/>
          </p:nvSpPr>
          <p:spPr>
            <a:xfrm rot="-5400000">
              <a:off x="1847" y="380"/>
              <a:ext cx="0" cy="384"/>
            </a:xfrm>
            <a:prstGeom prst="line">
              <a:avLst/>
            </a:prstGeom>
            <a:ln w="28575" cap="flat" cmpd="sng">
              <a:solidFill>
                <a:srgbClr val="00FFFF"/>
              </a:solidFill>
              <a:prstDash val="solid"/>
              <a:headEnd type="none" w="med" len="med"/>
              <a:tailEnd type="triangle" w="med" len="med"/>
            </a:ln>
          </p:spPr>
        </p:sp>
        <p:graphicFrame>
          <p:nvGraphicFramePr>
            <p:cNvPr id="10253" name="Object 136"/>
            <p:cNvGraphicFramePr/>
            <p:nvPr/>
          </p:nvGraphicFramePr>
          <p:xfrm>
            <a:off x="1746" y="191"/>
            <a:ext cx="221" cy="381"/>
          </p:xfrm>
          <a:graphic>
            <a:graphicData uri="http://schemas.openxmlformats.org/presentationml/2006/ole">
              <mc:AlternateContent xmlns:mc="http://schemas.openxmlformats.org/markup-compatibility/2006">
                <mc:Choice xmlns:v="urn:schemas-microsoft-com:vml" Requires="v">
                  <p:oleObj spid="_x0000_s3108" name="" r:id="rId22" imgW="177800" imgH="304165" progId="Equation.3">
                    <p:embed/>
                  </p:oleObj>
                </mc:Choice>
                <mc:Fallback>
                  <p:oleObj name="" r:id="rId22" imgW="177800" imgH="304165" progId="Equation.3">
                    <p:embed/>
                    <p:pic>
                      <p:nvPicPr>
                        <p:cNvPr id="0" name="图片 3107"/>
                        <p:cNvPicPr/>
                        <p:nvPr/>
                      </p:nvPicPr>
                      <p:blipFill>
                        <a:blip r:embed="rId23">
                          <a:clrChange>
                            <a:clrFrom>
                              <a:srgbClr val="000000"/>
                            </a:clrFrom>
                            <a:clrTo>
                              <a:srgbClr val="FFFFFF"/>
                            </a:clrTo>
                          </a:clrChange>
                        </a:blip>
                        <a:stretch>
                          <a:fillRect/>
                        </a:stretch>
                      </p:blipFill>
                      <p:spPr>
                        <a:xfrm>
                          <a:off x="1746" y="191"/>
                          <a:ext cx="221" cy="381"/>
                        </a:xfrm>
                        <a:prstGeom prst="rect">
                          <a:avLst/>
                        </a:prstGeom>
                        <a:noFill/>
                        <a:ln w="38100">
                          <a:noFill/>
                          <a:miter/>
                        </a:ln>
                      </p:spPr>
                    </p:pic>
                  </p:oleObj>
                </mc:Fallback>
              </mc:AlternateContent>
            </a:graphicData>
          </a:graphic>
        </p:graphicFrame>
      </p:grpSp>
      <p:grpSp>
        <p:nvGrpSpPr>
          <p:cNvPr id="10" name="Group 235"/>
          <p:cNvGrpSpPr/>
          <p:nvPr/>
        </p:nvGrpSpPr>
        <p:grpSpPr>
          <a:xfrm>
            <a:off x="2327275" y="1384300"/>
            <a:ext cx="609600" cy="604838"/>
            <a:chOff x="1466" y="872"/>
            <a:chExt cx="384" cy="381"/>
          </a:xfrm>
        </p:grpSpPr>
        <p:sp>
          <p:nvSpPr>
            <p:cNvPr id="10317" name="Line 137"/>
            <p:cNvSpPr/>
            <p:nvPr/>
          </p:nvSpPr>
          <p:spPr>
            <a:xfrm rot="-5400000">
              <a:off x="1658" y="1061"/>
              <a:ext cx="0" cy="384"/>
            </a:xfrm>
            <a:prstGeom prst="line">
              <a:avLst/>
            </a:prstGeom>
            <a:ln w="28575" cap="flat" cmpd="sng">
              <a:solidFill>
                <a:srgbClr val="00FFFF"/>
              </a:solidFill>
              <a:prstDash val="solid"/>
              <a:headEnd type="none" w="med" len="med"/>
              <a:tailEnd type="triangle" w="med" len="med"/>
            </a:ln>
          </p:spPr>
        </p:sp>
        <p:graphicFrame>
          <p:nvGraphicFramePr>
            <p:cNvPr id="10252" name="Object 138"/>
            <p:cNvGraphicFramePr/>
            <p:nvPr/>
          </p:nvGraphicFramePr>
          <p:xfrm>
            <a:off x="1538" y="872"/>
            <a:ext cx="223" cy="381"/>
          </p:xfrm>
          <a:graphic>
            <a:graphicData uri="http://schemas.openxmlformats.org/presentationml/2006/ole">
              <mc:AlternateContent xmlns:mc="http://schemas.openxmlformats.org/markup-compatibility/2006">
                <mc:Choice xmlns:v="urn:schemas-microsoft-com:vml" Requires="v">
                  <p:oleObj spid="_x0000_s3111" name="" r:id="rId24" imgW="177800" imgH="304165" progId="Equation.3">
                    <p:embed/>
                  </p:oleObj>
                </mc:Choice>
                <mc:Fallback>
                  <p:oleObj name="" r:id="rId24" imgW="177800" imgH="304165" progId="Equation.3">
                    <p:embed/>
                    <p:pic>
                      <p:nvPicPr>
                        <p:cNvPr id="0" name="图片 3110"/>
                        <p:cNvPicPr/>
                        <p:nvPr/>
                      </p:nvPicPr>
                      <p:blipFill>
                        <a:blip r:embed="rId25">
                          <a:clrChange>
                            <a:clrFrom>
                              <a:srgbClr val="000000"/>
                            </a:clrFrom>
                            <a:clrTo>
                              <a:srgbClr val="FFFFFF"/>
                            </a:clrTo>
                          </a:clrChange>
                        </a:blip>
                        <a:stretch>
                          <a:fillRect/>
                        </a:stretch>
                      </p:blipFill>
                      <p:spPr>
                        <a:xfrm>
                          <a:off x="1538" y="872"/>
                          <a:ext cx="223" cy="381"/>
                        </a:xfrm>
                        <a:prstGeom prst="rect">
                          <a:avLst/>
                        </a:prstGeom>
                        <a:noFill/>
                        <a:ln w="38100">
                          <a:noFill/>
                          <a:miter/>
                        </a:ln>
                      </p:spPr>
                    </p:pic>
                  </p:oleObj>
                </mc:Fallback>
              </mc:AlternateContent>
            </a:graphicData>
          </a:graphic>
        </p:graphicFrame>
      </p:grpSp>
      <p:grpSp>
        <p:nvGrpSpPr>
          <p:cNvPr id="11" name="Group 236"/>
          <p:cNvGrpSpPr/>
          <p:nvPr/>
        </p:nvGrpSpPr>
        <p:grpSpPr>
          <a:xfrm>
            <a:off x="2195513" y="2420938"/>
            <a:ext cx="609600" cy="604837"/>
            <a:chOff x="1383" y="1525"/>
            <a:chExt cx="384" cy="381"/>
          </a:xfrm>
        </p:grpSpPr>
        <p:sp>
          <p:nvSpPr>
            <p:cNvPr id="10316" name="Line 154"/>
            <p:cNvSpPr/>
            <p:nvPr/>
          </p:nvSpPr>
          <p:spPr>
            <a:xfrm rot="-5400000">
              <a:off x="1575" y="1696"/>
              <a:ext cx="0" cy="384"/>
            </a:xfrm>
            <a:prstGeom prst="line">
              <a:avLst/>
            </a:prstGeom>
            <a:ln w="28575" cap="flat" cmpd="sng">
              <a:solidFill>
                <a:srgbClr val="00FFFF"/>
              </a:solidFill>
              <a:prstDash val="solid"/>
              <a:headEnd type="none" w="med" len="med"/>
              <a:tailEnd type="triangle" w="med" len="med"/>
            </a:ln>
          </p:spPr>
        </p:sp>
        <p:graphicFrame>
          <p:nvGraphicFramePr>
            <p:cNvPr id="10251" name="Object 155"/>
            <p:cNvGraphicFramePr/>
            <p:nvPr/>
          </p:nvGraphicFramePr>
          <p:xfrm>
            <a:off x="1519" y="1525"/>
            <a:ext cx="223" cy="381"/>
          </p:xfrm>
          <a:graphic>
            <a:graphicData uri="http://schemas.openxmlformats.org/presentationml/2006/ole">
              <mc:AlternateContent xmlns:mc="http://schemas.openxmlformats.org/markup-compatibility/2006">
                <mc:Choice xmlns:v="urn:schemas-microsoft-com:vml" Requires="v">
                  <p:oleObj spid="_x0000_s3114" name="" r:id="rId26" imgW="177800" imgH="304165" progId="Equation.3">
                    <p:embed/>
                  </p:oleObj>
                </mc:Choice>
                <mc:Fallback>
                  <p:oleObj name="" r:id="rId26" imgW="177800" imgH="304165" progId="Equation.3">
                    <p:embed/>
                    <p:pic>
                      <p:nvPicPr>
                        <p:cNvPr id="0" name="图片 3113"/>
                        <p:cNvPicPr/>
                        <p:nvPr/>
                      </p:nvPicPr>
                      <p:blipFill>
                        <a:blip r:embed="rId27">
                          <a:clrChange>
                            <a:clrFrom>
                              <a:srgbClr val="000000"/>
                            </a:clrFrom>
                            <a:clrTo>
                              <a:srgbClr val="FFFFFF"/>
                            </a:clrTo>
                          </a:clrChange>
                        </a:blip>
                        <a:stretch>
                          <a:fillRect/>
                        </a:stretch>
                      </p:blipFill>
                      <p:spPr>
                        <a:xfrm>
                          <a:off x="1519" y="1525"/>
                          <a:ext cx="223" cy="381"/>
                        </a:xfrm>
                        <a:prstGeom prst="rect">
                          <a:avLst/>
                        </a:prstGeom>
                        <a:noFill/>
                        <a:ln w="38100">
                          <a:noFill/>
                          <a:miter/>
                        </a:ln>
                      </p:spPr>
                    </p:pic>
                  </p:oleObj>
                </mc:Fallback>
              </mc:AlternateContent>
            </a:graphicData>
          </a:graphic>
        </p:graphicFrame>
      </p:grpSp>
      <p:grpSp>
        <p:nvGrpSpPr>
          <p:cNvPr id="10276" name="Group 165"/>
          <p:cNvGrpSpPr/>
          <p:nvPr/>
        </p:nvGrpSpPr>
        <p:grpSpPr>
          <a:xfrm>
            <a:off x="8316913" y="6445250"/>
            <a:ext cx="792162" cy="366713"/>
            <a:chOff x="5193" y="4020"/>
            <a:chExt cx="499" cy="231"/>
          </a:xfrm>
        </p:grpSpPr>
        <p:pic>
          <p:nvPicPr>
            <p:cNvPr id="10314" name="Picture 166" descr="78900"/>
            <p:cNvPicPr>
              <a:picLocks noChangeAspect="1"/>
            </p:cNvPicPr>
            <p:nvPr/>
          </p:nvPicPr>
          <p:blipFill>
            <a:blip r:embed="rId28"/>
            <a:stretch>
              <a:fillRect/>
            </a:stretch>
          </p:blipFill>
          <p:spPr>
            <a:xfrm>
              <a:off x="5193" y="4066"/>
              <a:ext cx="499" cy="181"/>
            </a:xfrm>
            <a:prstGeom prst="rect">
              <a:avLst/>
            </a:prstGeom>
            <a:noFill/>
            <a:ln w="9525">
              <a:noFill/>
            </a:ln>
          </p:spPr>
        </p:pic>
        <p:sp>
          <p:nvSpPr>
            <p:cNvPr id="10315" name="Text Box 167">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0277" name="Group 168"/>
          <p:cNvGrpSpPr/>
          <p:nvPr/>
        </p:nvGrpSpPr>
        <p:grpSpPr>
          <a:xfrm>
            <a:off x="7451725" y="6445250"/>
            <a:ext cx="792163" cy="366713"/>
            <a:chOff x="5193" y="4020"/>
            <a:chExt cx="499" cy="231"/>
          </a:xfrm>
        </p:grpSpPr>
        <p:pic>
          <p:nvPicPr>
            <p:cNvPr id="10312" name="Picture 169" descr="78900"/>
            <p:cNvPicPr>
              <a:picLocks noChangeAspect="1"/>
            </p:cNvPicPr>
            <p:nvPr/>
          </p:nvPicPr>
          <p:blipFill>
            <a:blip r:embed="rId28"/>
            <a:stretch>
              <a:fillRect/>
            </a:stretch>
          </p:blipFill>
          <p:spPr>
            <a:xfrm>
              <a:off x="5193" y="4066"/>
              <a:ext cx="499" cy="181"/>
            </a:xfrm>
            <a:prstGeom prst="rect">
              <a:avLst/>
            </a:prstGeom>
            <a:noFill/>
            <a:ln w="9525">
              <a:noFill/>
            </a:ln>
          </p:spPr>
        </p:pic>
        <p:sp>
          <p:nvSpPr>
            <p:cNvPr id="10313" name="Text Box 170">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0278" name="Group 171"/>
          <p:cNvGrpSpPr/>
          <p:nvPr/>
        </p:nvGrpSpPr>
        <p:grpSpPr>
          <a:xfrm>
            <a:off x="6588125" y="6446838"/>
            <a:ext cx="792163" cy="366712"/>
            <a:chOff x="4695" y="4061"/>
            <a:chExt cx="499" cy="231"/>
          </a:xfrm>
        </p:grpSpPr>
        <p:pic>
          <p:nvPicPr>
            <p:cNvPr id="10310" name="Picture 172" descr="78900"/>
            <p:cNvPicPr>
              <a:picLocks noChangeAspect="1"/>
            </p:cNvPicPr>
            <p:nvPr/>
          </p:nvPicPr>
          <p:blipFill>
            <a:blip r:embed="rId28"/>
            <a:stretch>
              <a:fillRect/>
            </a:stretch>
          </p:blipFill>
          <p:spPr>
            <a:xfrm>
              <a:off x="4695" y="4107"/>
              <a:ext cx="499" cy="181"/>
            </a:xfrm>
            <a:prstGeom prst="rect">
              <a:avLst/>
            </a:prstGeom>
            <a:noFill/>
            <a:ln w="9525">
              <a:noFill/>
            </a:ln>
          </p:spPr>
        </p:pic>
        <p:sp>
          <p:nvSpPr>
            <p:cNvPr id="10311" name="Text Box 173">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0279" name="Group 206"/>
          <p:cNvGrpSpPr/>
          <p:nvPr/>
        </p:nvGrpSpPr>
        <p:grpSpPr>
          <a:xfrm>
            <a:off x="4500563" y="620713"/>
            <a:ext cx="3784600" cy="3327400"/>
            <a:chOff x="3061" y="835"/>
            <a:chExt cx="2384" cy="2096"/>
          </a:xfrm>
        </p:grpSpPr>
        <p:sp>
          <p:nvSpPr>
            <p:cNvPr id="10286" name="Oval 207"/>
            <p:cNvSpPr/>
            <p:nvPr/>
          </p:nvSpPr>
          <p:spPr>
            <a:xfrm>
              <a:off x="3061" y="1651"/>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10287" name="Oval 208"/>
            <p:cNvSpPr/>
            <p:nvPr/>
          </p:nvSpPr>
          <p:spPr>
            <a:xfrm>
              <a:off x="3786" y="1243"/>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10288" name="Oval 209"/>
            <p:cNvSpPr/>
            <p:nvPr/>
          </p:nvSpPr>
          <p:spPr>
            <a:xfrm>
              <a:off x="3786" y="2150"/>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10289" name="Line 210"/>
            <p:cNvSpPr/>
            <p:nvPr/>
          </p:nvSpPr>
          <p:spPr>
            <a:xfrm rot="10800000">
              <a:off x="3242" y="1016"/>
              <a:ext cx="0" cy="1769"/>
            </a:xfrm>
            <a:prstGeom prst="line">
              <a:avLst/>
            </a:prstGeom>
            <a:ln w="28575" cap="flat" cmpd="sng">
              <a:solidFill>
                <a:srgbClr val="FFCC00"/>
              </a:solidFill>
              <a:prstDash val="solid"/>
              <a:headEnd type="none" w="med" len="med"/>
              <a:tailEnd type="none" w="med" len="med"/>
            </a:ln>
          </p:spPr>
        </p:sp>
        <p:sp>
          <p:nvSpPr>
            <p:cNvPr id="10290" name="Text Box 211"/>
            <p:cNvSpPr txBox="1"/>
            <p:nvPr/>
          </p:nvSpPr>
          <p:spPr>
            <a:xfrm rot="10800000">
              <a:off x="3287" y="2014"/>
              <a:ext cx="172"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0291" name="Text Box 212"/>
            <p:cNvSpPr txBox="1"/>
            <p:nvPr/>
          </p:nvSpPr>
          <p:spPr>
            <a:xfrm>
              <a:off x="3287" y="1289"/>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0292" name="Line 213"/>
            <p:cNvSpPr/>
            <p:nvPr/>
          </p:nvSpPr>
          <p:spPr>
            <a:xfrm>
              <a:off x="3242" y="1016"/>
              <a:ext cx="1838" cy="0"/>
            </a:xfrm>
            <a:prstGeom prst="line">
              <a:avLst/>
            </a:prstGeom>
            <a:ln w="28575" cap="flat" cmpd="sng">
              <a:solidFill>
                <a:srgbClr val="FFCC00"/>
              </a:solidFill>
              <a:prstDash val="solid"/>
              <a:headEnd type="none" w="med" len="med"/>
              <a:tailEnd type="none" w="med" len="med"/>
            </a:ln>
          </p:spPr>
        </p:sp>
        <p:sp>
          <p:nvSpPr>
            <p:cNvPr id="10293" name="Oval 214"/>
            <p:cNvSpPr/>
            <p:nvPr/>
          </p:nvSpPr>
          <p:spPr>
            <a:xfrm>
              <a:off x="5074" y="989"/>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0294" name="Text Box 215"/>
            <p:cNvSpPr txBox="1"/>
            <p:nvPr/>
          </p:nvSpPr>
          <p:spPr>
            <a:xfrm>
              <a:off x="5102" y="835"/>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0295" name="Text Box 216"/>
            <p:cNvSpPr txBox="1"/>
            <p:nvPr/>
          </p:nvSpPr>
          <p:spPr>
            <a:xfrm>
              <a:off x="3696" y="1606"/>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X</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0296" name="Line 217"/>
            <p:cNvSpPr/>
            <p:nvPr/>
          </p:nvSpPr>
          <p:spPr>
            <a:xfrm flipV="1">
              <a:off x="3968" y="1924"/>
              <a:ext cx="1160" cy="0"/>
            </a:xfrm>
            <a:prstGeom prst="line">
              <a:avLst/>
            </a:prstGeom>
            <a:ln w="28575" cap="flat" cmpd="sng">
              <a:solidFill>
                <a:srgbClr val="FFCC00"/>
              </a:solidFill>
              <a:prstDash val="solid"/>
              <a:headEnd type="none" w="med" len="med"/>
              <a:tailEnd type="none" w="med" len="med"/>
            </a:ln>
          </p:spPr>
        </p:sp>
        <p:sp>
          <p:nvSpPr>
            <p:cNvPr id="10297" name="Oval 218"/>
            <p:cNvSpPr/>
            <p:nvPr/>
          </p:nvSpPr>
          <p:spPr>
            <a:xfrm>
              <a:off x="5120" y="1896"/>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0298" name="Text Box 219"/>
            <p:cNvSpPr txBox="1"/>
            <p:nvPr/>
          </p:nvSpPr>
          <p:spPr>
            <a:xfrm>
              <a:off x="5147" y="1788"/>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0299" name="Text Box 220"/>
            <p:cNvSpPr txBox="1"/>
            <p:nvPr/>
          </p:nvSpPr>
          <p:spPr>
            <a:xfrm>
              <a:off x="3650" y="2468"/>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Y</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0300" name="Line 221"/>
            <p:cNvSpPr/>
            <p:nvPr/>
          </p:nvSpPr>
          <p:spPr>
            <a:xfrm>
              <a:off x="3242" y="2785"/>
              <a:ext cx="1856" cy="0"/>
            </a:xfrm>
            <a:prstGeom prst="line">
              <a:avLst/>
            </a:prstGeom>
            <a:ln w="28575" cap="flat" cmpd="sng">
              <a:solidFill>
                <a:srgbClr val="FFCC00"/>
              </a:solidFill>
              <a:prstDash val="solid"/>
              <a:headEnd type="none" w="med" len="med"/>
              <a:tailEnd type="none" w="med" len="med"/>
            </a:ln>
          </p:spPr>
        </p:sp>
        <p:sp>
          <p:nvSpPr>
            <p:cNvPr id="10301" name="Oval 222"/>
            <p:cNvSpPr/>
            <p:nvPr/>
          </p:nvSpPr>
          <p:spPr>
            <a:xfrm>
              <a:off x="5085" y="2756"/>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0302" name="Text Box 223"/>
            <p:cNvSpPr txBox="1"/>
            <p:nvPr/>
          </p:nvSpPr>
          <p:spPr>
            <a:xfrm>
              <a:off x="5147" y="2604"/>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0303" name="Text Box 224"/>
            <p:cNvSpPr txBox="1"/>
            <p:nvPr/>
          </p:nvSpPr>
          <p:spPr>
            <a:xfrm>
              <a:off x="3287" y="1016"/>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Z</a:t>
              </a:r>
              <a:endParaRPr lang="en-US" altLang="zh-CN" sz="2800" b="0" dirty="0">
                <a:solidFill>
                  <a:schemeClr val="bg1"/>
                </a:solidFill>
                <a:latin typeface="Times New Roman" panose="02020603050405020304" pitchFamily="18" charset="0"/>
                <a:ea typeface="宋体" panose="02010600030101010101" pitchFamily="2" charset="-122"/>
              </a:endParaRPr>
            </a:p>
          </p:txBody>
        </p:sp>
        <p:graphicFrame>
          <p:nvGraphicFramePr>
            <p:cNvPr id="10248" name="Object 225"/>
            <p:cNvGraphicFramePr/>
            <p:nvPr/>
          </p:nvGraphicFramePr>
          <p:xfrm>
            <a:off x="4195" y="1198"/>
            <a:ext cx="285" cy="381"/>
          </p:xfrm>
          <a:graphic>
            <a:graphicData uri="http://schemas.openxmlformats.org/presentationml/2006/ole">
              <mc:AlternateContent xmlns:mc="http://schemas.openxmlformats.org/markup-compatibility/2006">
                <mc:Choice xmlns:v="urn:schemas-microsoft-com:vml" Requires="v">
                  <p:oleObj spid="_x0000_s3098" name="" r:id="rId29" imgW="228600" imgH="304800" progId="Equation.3">
                    <p:embed/>
                  </p:oleObj>
                </mc:Choice>
                <mc:Fallback>
                  <p:oleObj name="" r:id="rId29" imgW="228600" imgH="304800" progId="Equation.3">
                    <p:embed/>
                    <p:pic>
                      <p:nvPicPr>
                        <p:cNvPr id="0" name="图片 3097"/>
                        <p:cNvPicPr/>
                        <p:nvPr/>
                      </p:nvPicPr>
                      <p:blipFill>
                        <a:blip r:embed="rId30">
                          <a:clrChange>
                            <a:clrFrom>
                              <a:srgbClr val="000000"/>
                            </a:clrFrom>
                            <a:clrTo>
                              <a:srgbClr val="FFFFFF"/>
                            </a:clrTo>
                          </a:clrChange>
                        </a:blip>
                        <a:stretch>
                          <a:fillRect/>
                        </a:stretch>
                      </p:blipFill>
                      <p:spPr>
                        <a:xfrm>
                          <a:off x="4195" y="1198"/>
                          <a:ext cx="285" cy="381"/>
                        </a:xfrm>
                        <a:prstGeom prst="rect">
                          <a:avLst/>
                        </a:prstGeom>
                        <a:noFill/>
                        <a:ln w="38100">
                          <a:noFill/>
                          <a:miter/>
                        </a:ln>
                      </p:spPr>
                    </p:pic>
                  </p:oleObj>
                </mc:Fallback>
              </mc:AlternateContent>
            </a:graphicData>
          </a:graphic>
        </p:graphicFrame>
        <p:graphicFrame>
          <p:nvGraphicFramePr>
            <p:cNvPr id="10249" name="Object 226"/>
            <p:cNvGraphicFramePr/>
            <p:nvPr/>
          </p:nvGraphicFramePr>
          <p:xfrm>
            <a:off x="4240" y="2105"/>
            <a:ext cx="285" cy="397"/>
          </p:xfrm>
          <a:graphic>
            <a:graphicData uri="http://schemas.openxmlformats.org/presentationml/2006/ole">
              <mc:AlternateContent xmlns:mc="http://schemas.openxmlformats.org/markup-compatibility/2006">
                <mc:Choice xmlns:v="urn:schemas-microsoft-com:vml" Requires="v">
                  <p:oleObj spid="_x0000_s3099" name="" r:id="rId31" imgW="228600" imgH="317500" progId="Equation.3">
                    <p:embed/>
                  </p:oleObj>
                </mc:Choice>
                <mc:Fallback>
                  <p:oleObj name="" r:id="rId31" imgW="228600" imgH="317500" progId="Equation.3">
                    <p:embed/>
                    <p:pic>
                      <p:nvPicPr>
                        <p:cNvPr id="0" name="图片 3098"/>
                        <p:cNvPicPr/>
                        <p:nvPr/>
                      </p:nvPicPr>
                      <p:blipFill>
                        <a:blip r:embed="rId32">
                          <a:clrChange>
                            <a:clrFrom>
                              <a:srgbClr val="000000"/>
                            </a:clrFrom>
                            <a:clrTo>
                              <a:srgbClr val="FFFFFF"/>
                            </a:clrTo>
                          </a:clrChange>
                        </a:blip>
                        <a:stretch>
                          <a:fillRect/>
                        </a:stretch>
                      </p:blipFill>
                      <p:spPr>
                        <a:xfrm>
                          <a:off x="4240" y="2105"/>
                          <a:ext cx="285" cy="397"/>
                        </a:xfrm>
                        <a:prstGeom prst="rect">
                          <a:avLst/>
                        </a:prstGeom>
                        <a:noFill/>
                        <a:ln w="38100">
                          <a:noFill/>
                          <a:miter/>
                        </a:ln>
                      </p:spPr>
                    </p:pic>
                  </p:oleObj>
                </mc:Fallback>
              </mc:AlternateContent>
            </a:graphicData>
          </a:graphic>
        </p:graphicFrame>
        <p:graphicFrame>
          <p:nvGraphicFramePr>
            <p:cNvPr id="10250" name="Object 227"/>
            <p:cNvGraphicFramePr/>
            <p:nvPr/>
          </p:nvGraphicFramePr>
          <p:xfrm>
            <a:off x="3461" y="1644"/>
            <a:ext cx="299" cy="416"/>
          </p:xfrm>
          <a:graphic>
            <a:graphicData uri="http://schemas.openxmlformats.org/presentationml/2006/ole">
              <mc:AlternateContent xmlns:mc="http://schemas.openxmlformats.org/markup-compatibility/2006">
                <mc:Choice xmlns:v="urn:schemas-microsoft-com:vml" Requires="v">
                  <p:oleObj spid="_x0000_s3097" name="" r:id="rId33" imgW="228600" imgH="317500" progId="Equation.3">
                    <p:embed/>
                  </p:oleObj>
                </mc:Choice>
                <mc:Fallback>
                  <p:oleObj name="" r:id="rId33" imgW="228600" imgH="317500" progId="Equation.3">
                    <p:embed/>
                    <p:pic>
                      <p:nvPicPr>
                        <p:cNvPr id="0" name="图片 3096"/>
                        <p:cNvPicPr/>
                        <p:nvPr/>
                      </p:nvPicPr>
                      <p:blipFill>
                        <a:blip r:embed="rId34">
                          <a:clrChange>
                            <a:clrFrom>
                              <a:srgbClr val="000000"/>
                            </a:clrFrom>
                            <a:clrTo>
                              <a:srgbClr val="FFFFFF"/>
                            </a:clrTo>
                          </a:clrChange>
                        </a:blip>
                        <a:stretch>
                          <a:fillRect/>
                        </a:stretch>
                      </p:blipFill>
                      <p:spPr>
                        <a:xfrm>
                          <a:off x="3461" y="1644"/>
                          <a:ext cx="299" cy="416"/>
                        </a:xfrm>
                        <a:prstGeom prst="rect">
                          <a:avLst/>
                        </a:prstGeom>
                        <a:noFill/>
                        <a:ln w="38100">
                          <a:noFill/>
                          <a:miter/>
                        </a:ln>
                      </p:spPr>
                    </p:pic>
                  </p:oleObj>
                </mc:Fallback>
              </mc:AlternateContent>
            </a:graphicData>
          </a:graphic>
        </p:graphicFrame>
        <p:sp>
          <p:nvSpPr>
            <p:cNvPr id="10304" name="Line 228"/>
            <p:cNvSpPr/>
            <p:nvPr/>
          </p:nvSpPr>
          <p:spPr>
            <a:xfrm flipH="1">
              <a:off x="3968" y="1016"/>
              <a:ext cx="0" cy="908"/>
            </a:xfrm>
            <a:prstGeom prst="line">
              <a:avLst/>
            </a:prstGeom>
            <a:ln w="28575" cap="flat" cmpd="sng">
              <a:solidFill>
                <a:srgbClr val="FFCC00"/>
              </a:solidFill>
              <a:prstDash val="solid"/>
              <a:headEnd type="oval" w="med" len="med"/>
              <a:tailEnd type="oval" w="med" len="med"/>
            </a:ln>
          </p:spPr>
        </p:sp>
        <p:sp>
          <p:nvSpPr>
            <p:cNvPr id="10305" name="Text Box 229"/>
            <p:cNvSpPr txBox="1"/>
            <p:nvPr/>
          </p:nvSpPr>
          <p:spPr>
            <a:xfrm>
              <a:off x="4104" y="1016"/>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0306" name="Text Box 230"/>
            <p:cNvSpPr txBox="1"/>
            <p:nvPr/>
          </p:nvSpPr>
          <p:spPr>
            <a:xfrm rot="10800000">
              <a:off x="4104" y="1561"/>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0307" name="Line 231"/>
            <p:cNvSpPr/>
            <p:nvPr/>
          </p:nvSpPr>
          <p:spPr>
            <a:xfrm flipH="1">
              <a:off x="3968" y="1924"/>
              <a:ext cx="0" cy="861"/>
            </a:xfrm>
            <a:prstGeom prst="line">
              <a:avLst/>
            </a:prstGeom>
            <a:ln w="28575" cap="flat" cmpd="sng">
              <a:solidFill>
                <a:srgbClr val="FFCC00"/>
              </a:solidFill>
              <a:prstDash val="solid"/>
              <a:headEnd type="oval" w="med" len="med"/>
              <a:tailEnd type="oval" w="med" len="med"/>
            </a:ln>
          </p:spPr>
        </p:sp>
        <p:sp>
          <p:nvSpPr>
            <p:cNvPr id="10308" name="Text Box 232"/>
            <p:cNvSpPr txBox="1"/>
            <p:nvPr/>
          </p:nvSpPr>
          <p:spPr>
            <a:xfrm>
              <a:off x="4058" y="1878"/>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0309" name="Text Box 233"/>
            <p:cNvSpPr txBox="1"/>
            <p:nvPr/>
          </p:nvSpPr>
          <p:spPr>
            <a:xfrm rot="10800000">
              <a:off x="4149" y="2468"/>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grpSp>
      <p:grpSp>
        <p:nvGrpSpPr>
          <p:cNvPr id="16" name="Group 237"/>
          <p:cNvGrpSpPr/>
          <p:nvPr/>
        </p:nvGrpSpPr>
        <p:grpSpPr>
          <a:xfrm>
            <a:off x="6442075" y="303213"/>
            <a:ext cx="609600" cy="604837"/>
            <a:chOff x="1655" y="191"/>
            <a:chExt cx="384" cy="381"/>
          </a:xfrm>
        </p:grpSpPr>
        <p:sp>
          <p:nvSpPr>
            <p:cNvPr id="10285" name="Line 238"/>
            <p:cNvSpPr/>
            <p:nvPr/>
          </p:nvSpPr>
          <p:spPr>
            <a:xfrm rot="-5400000">
              <a:off x="1847" y="380"/>
              <a:ext cx="0" cy="384"/>
            </a:xfrm>
            <a:prstGeom prst="line">
              <a:avLst/>
            </a:prstGeom>
            <a:ln w="28575" cap="flat" cmpd="sng">
              <a:solidFill>
                <a:srgbClr val="00FFFF"/>
              </a:solidFill>
              <a:prstDash val="solid"/>
              <a:headEnd type="none" w="med" len="med"/>
              <a:tailEnd type="triangle" w="med" len="med"/>
            </a:ln>
          </p:spPr>
        </p:sp>
        <p:graphicFrame>
          <p:nvGraphicFramePr>
            <p:cNvPr id="10247" name="Object 239"/>
            <p:cNvGraphicFramePr/>
            <p:nvPr/>
          </p:nvGraphicFramePr>
          <p:xfrm>
            <a:off x="1746" y="191"/>
            <a:ext cx="221" cy="381"/>
          </p:xfrm>
          <a:graphic>
            <a:graphicData uri="http://schemas.openxmlformats.org/presentationml/2006/ole">
              <mc:AlternateContent xmlns:mc="http://schemas.openxmlformats.org/markup-compatibility/2006">
                <mc:Choice xmlns:v="urn:schemas-microsoft-com:vml" Requires="v">
                  <p:oleObj spid="_x0000_s3095" name="" r:id="rId35" imgW="177800" imgH="304165" progId="Equation.3">
                    <p:embed/>
                  </p:oleObj>
                </mc:Choice>
                <mc:Fallback>
                  <p:oleObj name="" r:id="rId35" imgW="177800" imgH="304165" progId="Equation.3">
                    <p:embed/>
                    <p:pic>
                      <p:nvPicPr>
                        <p:cNvPr id="0" name="图片 3094"/>
                        <p:cNvPicPr/>
                        <p:nvPr/>
                      </p:nvPicPr>
                      <p:blipFill>
                        <a:blip r:embed="rId23">
                          <a:clrChange>
                            <a:clrFrom>
                              <a:srgbClr val="000000"/>
                            </a:clrFrom>
                            <a:clrTo>
                              <a:srgbClr val="FFFFFF"/>
                            </a:clrTo>
                          </a:clrChange>
                        </a:blip>
                        <a:stretch>
                          <a:fillRect/>
                        </a:stretch>
                      </p:blipFill>
                      <p:spPr>
                        <a:xfrm>
                          <a:off x="1746" y="191"/>
                          <a:ext cx="221" cy="381"/>
                        </a:xfrm>
                        <a:prstGeom prst="rect">
                          <a:avLst/>
                        </a:prstGeom>
                        <a:noFill/>
                        <a:ln w="38100">
                          <a:noFill/>
                          <a:miter/>
                        </a:ln>
                      </p:spPr>
                    </p:pic>
                  </p:oleObj>
                </mc:Fallback>
              </mc:AlternateContent>
            </a:graphicData>
          </a:graphic>
        </p:graphicFrame>
      </p:grpSp>
      <p:grpSp>
        <p:nvGrpSpPr>
          <p:cNvPr id="17" name="Group 240"/>
          <p:cNvGrpSpPr/>
          <p:nvPr/>
        </p:nvGrpSpPr>
        <p:grpSpPr>
          <a:xfrm>
            <a:off x="6499225" y="1744663"/>
            <a:ext cx="609600" cy="604837"/>
            <a:chOff x="1466" y="872"/>
            <a:chExt cx="384" cy="381"/>
          </a:xfrm>
        </p:grpSpPr>
        <p:sp>
          <p:nvSpPr>
            <p:cNvPr id="10284" name="Line 241"/>
            <p:cNvSpPr/>
            <p:nvPr/>
          </p:nvSpPr>
          <p:spPr>
            <a:xfrm rot="-5400000">
              <a:off x="1658" y="1061"/>
              <a:ext cx="0" cy="384"/>
            </a:xfrm>
            <a:prstGeom prst="line">
              <a:avLst/>
            </a:prstGeom>
            <a:ln w="28575" cap="flat" cmpd="sng">
              <a:solidFill>
                <a:srgbClr val="00FFFF"/>
              </a:solidFill>
              <a:prstDash val="solid"/>
              <a:headEnd type="none" w="med" len="med"/>
              <a:tailEnd type="triangle" w="med" len="med"/>
            </a:ln>
          </p:spPr>
        </p:sp>
        <p:graphicFrame>
          <p:nvGraphicFramePr>
            <p:cNvPr id="10246" name="Object 242"/>
            <p:cNvGraphicFramePr/>
            <p:nvPr/>
          </p:nvGraphicFramePr>
          <p:xfrm>
            <a:off x="1538" y="872"/>
            <a:ext cx="223" cy="381"/>
          </p:xfrm>
          <a:graphic>
            <a:graphicData uri="http://schemas.openxmlformats.org/presentationml/2006/ole">
              <mc:AlternateContent xmlns:mc="http://schemas.openxmlformats.org/markup-compatibility/2006">
                <mc:Choice xmlns:v="urn:schemas-microsoft-com:vml" Requires="v">
                  <p:oleObj spid="_x0000_s3096" name="" r:id="rId36" imgW="177800" imgH="304165" progId="Equation.3">
                    <p:embed/>
                  </p:oleObj>
                </mc:Choice>
                <mc:Fallback>
                  <p:oleObj name="" r:id="rId36" imgW="177800" imgH="304165" progId="Equation.3">
                    <p:embed/>
                    <p:pic>
                      <p:nvPicPr>
                        <p:cNvPr id="0" name="图片 3095"/>
                        <p:cNvPicPr/>
                        <p:nvPr/>
                      </p:nvPicPr>
                      <p:blipFill>
                        <a:blip r:embed="rId25">
                          <a:clrChange>
                            <a:clrFrom>
                              <a:srgbClr val="000000"/>
                            </a:clrFrom>
                            <a:clrTo>
                              <a:srgbClr val="FFFFFF"/>
                            </a:clrTo>
                          </a:clrChange>
                        </a:blip>
                        <a:stretch>
                          <a:fillRect/>
                        </a:stretch>
                      </p:blipFill>
                      <p:spPr>
                        <a:xfrm>
                          <a:off x="1538" y="872"/>
                          <a:ext cx="223" cy="381"/>
                        </a:xfrm>
                        <a:prstGeom prst="rect">
                          <a:avLst/>
                        </a:prstGeom>
                        <a:noFill/>
                        <a:ln w="38100">
                          <a:noFill/>
                          <a:miter/>
                        </a:ln>
                      </p:spPr>
                    </p:pic>
                  </p:oleObj>
                </mc:Fallback>
              </mc:AlternateContent>
            </a:graphicData>
          </a:graphic>
        </p:graphicFrame>
      </p:grpSp>
      <p:grpSp>
        <p:nvGrpSpPr>
          <p:cNvPr id="18" name="Group 243"/>
          <p:cNvGrpSpPr/>
          <p:nvPr/>
        </p:nvGrpSpPr>
        <p:grpSpPr>
          <a:xfrm>
            <a:off x="6486525" y="3141663"/>
            <a:ext cx="609600" cy="604837"/>
            <a:chOff x="1383" y="1525"/>
            <a:chExt cx="384" cy="381"/>
          </a:xfrm>
        </p:grpSpPr>
        <p:sp>
          <p:nvSpPr>
            <p:cNvPr id="10283" name="Line 244"/>
            <p:cNvSpPr/>
            <p:nvPr/>
          </p:nvSpPr>
          <p:spPr>
            <a:xfrm rot="-5400000">
              <a:off x="1575" y="1696"/>
              <a:ext cx="0" cy="384"/>
            </a:xfrm>
            <a:prstGeom prst="line">
              <a:avLst/>
            </a:prstGeom>
            <a:ln w="28575" cap="flat" cmpd="sng">
              <a:solidFill>
                <a:srgbClr val="00FFFF"/>
              </a:solidFill>
              <a:prstDash val="solid"/>
              <a:headEnd type="none" w="med" len="med"/>
              <a:tailEnd type="triangle" w="med" len="med"/>
            </a:ln>
          </p:spPr>
        </p:sp>
        <p:graphicFrame>
          <p:nvGraphicFramePr>
            <p:cNvPr id="10245" name="Object 245"/>
            <p:cNvGraphicFramePr/>
            <p:nvPr/>
          </p:nvGraphicFramePr>
          <p:xfrm>
            <a:off x="1519" y="1525"/>
            <a:ext cx="223" cy="381"/>
          </p:xfrm>
          <a:graphic>
            <a:graphicData uri="http://schemas.openxmlformats.org/presentationml/2006/ole">
              <mc:AlternateContent xmlns:mc="http://schemas.openxmlformats.org/markup-compatibility/2006">
                <mc:Choice xmlns:v="urn:schemas-microsoft-com:vml" Requires="v">
                  <p:oleObj spid="_x0000_s3100" name="" r:id="rId37" imgW="177800" imgH="304165" progId="Equation.3">
                    <p:embed/>
                  </p:oleObj>
                </mc:Choice>
                <mc:Fallback>
                  <p:oleObj name="" r:id="rId37" imgW="177800" imgH="304165" progId="Equation.3">
                    <p:embed/>
                    <p:pic>
                      <p:nvPicPr>
                        <p:cNvPr id="0" name="图片 3099"/>
                        <p:cNvPicPr/>
                        <p:nvPr/>
                      </p:nvPicPr>
                      <p:blipFill>
                        <a:blip r:embed="rId27">
                          <a:clrChange>
                            <a:clrFrom>
                              <a:srgbClr val="000000"/>
                            </a:clrFrom>
                            <a:clrTo>
                              <a:srgbClr val="FFFFFF"/>
                            </a:clrTo>
                          </a:clrChange>
                        </a:blip>
                        <a:stretch>
                          <a:fillRect/>
                        </a:stretch>
                      </p:blipFill>
                      <p:spPr>
                        <a:xfrm>
                          <a:off x="1519" y="1525"/>
                          <a:ext cx="223" cy="381"/>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6806"/>
                                        </p:tgtEl>
                                        <p:attrNameLst>
                                          <p:attrName>style.visibility</p:attrName>
                                        </p:attrNameLst>
                                      </p:cBhvr>
                                      <p:to>
                                        <p:strVal val="visible"/>
                                      </p:to>
                                    </p:set>
                                    <p:animEffect transition="in" filter="wipe(left)">
                                      <p:cBhvr>
                                        <p:cTn id="7" dur="2000"/>
                                        <p:tgtEl>
                                          <p:spTgt spid="76806"/>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76809"/>
                                        </p:tgtEl>
                                        <p:attrNameLst>
                                          <p:attrName>style.visibility</p:attrName>
                                        </p:attrNameLst>
                                      </p:cBhvr>
                                      <p:to>
                                        <p:strVal val="visible"/>
                                      </p:to>
                                    </p:set>
                                    <p:animEffect transition="in" filter="wipe(left)">
                                      <p:cBhvr>
                                        <p:cTn id="11" dur="2000"/>
                                        <p:tgtEl>
                                          <p:spTgt spid="7680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6807"/>
                                        </p:tgtEl>
                                        <p:attrNameLst>
                                          <p:attrName>style.visibility</p:attrName>
                                        </p:attrNameLst>
                                      </p:cBhvr>
                                      <p:to>
                                        <p:strVal val="visible"/>
                                      </p:to>
                                    </p:set>
                                    <p:animEffect transition="in" filter="wipe(left)">
                                      <p:cBhvr>
                                        <p:cTn id="16" dur="2000"/>
                                        <p:tgtEl>
                                          <p:spTgt spid="76807"/>
                                        </p:tgtEl>
                                      </p:cBhvr>
                                    </p:animEffect>
                                  </p:childTnLst>
                                </p:cTn>
                              </p:par>
                            </p:childTnLst>
                          </p:cTn>
                        </p:par>
                        <p:par>
                          <p:cTn id="17" fill="hold">
                            <p:stCondLst>
                              <p:cond delay="2000"/>
                            </p:stCondLst>
                            <p:childTnLst>
                              <p:par>
                                <p:cTn id="18" presetID="22" presetClass="entr" presetSubtype="8" fill="hold" nodeType="afterEffect">
                                  <p:stCondLst>
                                    <p:cond delay="0"/>
                                  </p:stCondLst>
                                  <p:childTnLst>
                                    <p:set>
                                      <p:cBhvr>
                                        <p:cTn id="19" dur="1" fill="hold">
                                          <p:stCondLst>
                                            <p:cond delay="0"/>
                                          </p:stCondLst>
                                        </p:cTn>
                                        <p:tgtEl>
                                          <p:spTgt spid="76808"/>
                                        </p:tgtEl>
                                        <p:attrNameLst>
                                          <p:attrName>style.visibility</p:attrName>
                                        </p:attrNameLst>
                                      </p:cBhvr>
                                      <p:to>
                                        <p:strVal val="visible"/>
                                      </p:to>
                                    </p:set>
                                    <p:animEffect transition="in" filter="wipe(left)">
                                      <p:cBhvr>
                                        <p:cTn id="20" dur="2000"/>
                                        <p:tgtEl>
                                          <p:spTgt spid="76808"/>
                                        </p:tgtEl>
                                      </p:cBhvr>
                                    </p:animEffect>
                                  </p:childTnLst>
                                </p:cTn>
                              </p:par>
                            </p:childTnLst>
                          </p:cTn>
                        </p:par>
                        <p:par>
                          <p:cTn id="21" fill="hold">
                            <p:stCondLst>
                              <p:cond delay="4000"/>
                            </p:stCondLst>
                            <p:childTnLst>
                              <p:par>
                                <p:cTn id="22" presetID="22" presetClass="entr" presetSubtype="1"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up)">
                                      <p:cBhvr>
                                        <p:cTn id="24" dur="2000"/>
                                        <p:tgtEl>
                                          <p:spTgt spid="3"/>
                                        </p:tgtEl>
                                      </p:cBhvr>
                                    </p:animEffect>
                                  </p:childTnLst>
                                </p:cTn>
                              </p:par>
                              <p:par>
                                <p:cTn id="25" presetID="22" presetClass="entr" presetSubtype="1" fill="hold" nodeType="with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up)">
                                      <p:cBhvr>
                                        <p:cTn id="27" dur="2000"/>
                                        <p:tgtEl>
                                          <p:spTgt spid="4"/>
                                        </p:tgtEl>
                                      </p:cBhvr>
                                    </p:animEffect>
                                  </p:childTnLst>
                                </p:cTn>
                              </p:par>
                            </p:childTnLst>
                          </p:cTn>
                        </p:par>
                        <p:par>
                          <p:cTn id="28" fill="hold">
                            <p:stCondLst>
                              <p:cond delay="6000"/>
                            </p:stCondLst>
                            <p:childTnLst>
                              <p:par>
                                <p:cTn id="29" presetID="22" presetClass="entr" presetSubtype="1" fill="hold" nodeType="after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up)">
                                      <p:cBhvr>
                                        <p:cTn id="31" dur="2000"/>
                                        <p:tgtEl>
                                          <p:spTgt spid="5"/>
                                        </p:tgtEl>
                                      </p:cBhvr>
                                    </p:animEffect>
                                  </p:childTnLst>
                                </p:cTn>
                              </p:par>
                              <p:par>
                                <p:cTn id="32" presetID="22" presetClass="entr" presetSubtype="1" fill="hold" nodeType="with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wipe(up)">
                                      <p:cBhvr>
                                        <p:cTn id="34" dur="2000"/>
                                        <p:tgtEl>
                                          <p:spTgt spid="6"/>
                                        </p:tgtEl>
                                      </p:cBhvr>
                                    </p:animEffect>
                                  </p:childTnLst>
                                </p:cTn>
                              </p:par>
                            </p:childTnLst>
                          </p:cTn>
                        </p:par>
                        <p:par>
                          <p:cTn id="35" fill="hold">
                            <p:stCondLst>
                              <p:cond delay="8000"/>
                            </p:stCondLst>
                            <p:childTnLst>
                              <p:par>
                                <p:cTn id="36" presetID="22" presetClass="entr" presetSubtype="4" fill="hold" nodeType="after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wipe(down)">
                                      <p:cBhvr>
                                        <p:cTn id="38" dur="2000"/>
                                        <p:tgtEl>
                                          <p:spTgt spid="7"/>
                                        </p:tgtEl>
                                      </p:cBhvr>
                                    </p:animEffect>
                                  </p:childTnLst>
                                </p:cTn>
                              </p:par>
                              <p:par>
                                <p:cTn id="39" presetID="22" presetClass="entr" presetSubtype="4" fill="hold"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wipe(down)">
                                      <p:cBhvr>
                                        <p:cTn id="41" dur="2000"/>
                                        <p:tgtEl>
                                          <p:spTgt spid="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76932"/>
                                        </p:tgtEl>
                                        <p:attrNameLst>
                                          <p:attrName>style.visibility</p:attrName>
                                        </p:attrNameLst>
                                      </p:cBhvr>
                                      <p:to>
                                        <p:strVal val="visible"/>
                                      </p:to>
                                    </p:set>
                                    <p:animEffect transition="in" filter="wipe(left)">
                                      <p:cBhvr>
                                        <p:cTn id="46" dur="1000"/>
                                        <p:tgtEl>
                                          <p:spTgt spid="76932"/>
                                        </p:tgtEl>
                                      </p:cBhvr>
                                    </p:animEffect>
                                  </p:childTnLst>
                                </p:cTn>
                              </p:par>
                            </p:childTnLst>
                          </p:cTn>
                        </p:par>
                        <p:par>
                          <p:cTn id="47" fill="hold">
                            <p:stCondLst>
                              <p:cond delay="1000"/>
                            </p:stCondLst>
                            <p:childTnLst>
                              <p:par>
                                <p:cTn id="48" presetID="22" presetClass="entr" presetSubtype="8" fill="hold" nodeType="afterEffect">
                                  <p:stCondLst>
                                    <p:cond delay="0"/>
                                  </p:stCondLst>
                                  <p:childTnLst>
                                    <p:set>
                                      <p:cBhvr>
                                        <p:cTn id="49" dur="1" fill="hold">
                                          <p:stCondLst>
                                            <p:cond delay="0"/>
                                          </p:stCondLst>
                                        </p:cTn>
                                        <p:tgtEl>
                                          <p:spTgt spid="76933"/>
                                        </p:tgtEl>
                                        <p:attrNameLst>
                                          <p:attrName>style.visibility</p:attrName>
                                        </p:attrNameLst>
                                      </p:cBhvr>
                                      <p:to>
                                        <p:strVal val="visible"/>
                                      </p:to>
                                    </p:set>
                                    <p:animEffect transition="in" filter="wipe(left)">
                                      <p:cBhvr>
                                        <p:cTn id="50" dur="1000"/>
                                        <p:tgtEl>
                                          <p:spTgt spid="76933"/>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9"/>
                                        </p:tgtEl>
                                        <p:attrNameLst>
                                          <p:attrName>style.visibility</p:attrName>
                                        </p:attrNameLst>
                                      </p:cBhvr>
                                      <p:to>
                                        <p:strVal val="visible"/>
                                      </p:to>
                                    </p:set>
                                    <p:anim calcmode="lin" valueType="num">
                                      <p:cBhvr additive="base">
                                        <p:cTn id="55" dur="500" fill="hold"/>
                                        <p:tgtEl>
                                          <p:spTgt spid="9"/>
                                        </p:tgtEl>
                                        <p:attrNameLst>
                                          <p:attrName>ppt_x</p:attrName>
                                        </p:attrNameLst>
                                      </p:cBhvr>
                                      <p:tavLst>
                                        <p:tav tm="0">
                                          <p:val>
                                            <p:strVal val="0-#ppt_w/2"/>
                                          </p:val>
                                        </p:tav>
                                        <p:tav tm="100000">
                                          <p:val>
                                            <p:strVal val="#ppt_x"/>
                                          </p:val>
                                        </p:tav>
                                      </p:tavLst>
                                    </p:anim>
                                    <p:anim calcmode="lin" valueType="num">
                                      <p:cBhvr additive="base">
                                        <p:cTn id="56" dur="500" fill="hold"/>
                                        <p:tgtEl>
                                          <p:spTgt spid="9"/>
                                        </p:tgtEl>
                                        <p:attrNameLst>
                                          <p:attrName>ppt_y</p:attrName>
                                        </p:attrNameLst>
                                      </p:cBhvr>
                                      <p:tavLst>
                                        <p:tav tm="0">
                                          <p:val>
                                            <p:strVal val="#ppt_y"/>
                                          </p:val>
                                        </p:tav>
                                        <p:tav tm="100000">
                                          <p:val>
                                            <p:strVal val="#ppt_y"/>
                                          </p:val>
                                        </p:tav>
                                      </p:tavLst>
                                    </p:anim>
                                  </p:childTnLst>
                                </p:cTn>
                              </p:par>
                            </p:childTnLst>
                          </p:cTn>
                        </p:par>
                        <p:par>
                          <p:cTn id="57" fill="hold">
                            <p:stCondLst>
                              <p:cond delay="500"/>
                            </p:stCondLst>
                            <p:childTnLst>
                              <p:par>
                                <p:cTn id="58" presetID="2" presetClass="entr" presetSubtype="8" fill="hold" nodeType="afterEffect">
                                  <p:stCondLst>
                                    <p:cond delay="0"/>
                                  </p:stCondLst>
                                  <p:childTnLst>
                                    <p:set>
                                      <p:cBhvr>
                                        <p:cTn id="59" dur="1" fill="hold">
                                          <p:stCondLst>
                                            <p:cond delay="0"/>
                                          </p:stCondLst>
                                        </p:cTn>
                                        <p:tgtEl>
                                          <p:spTgt spid="16"/>
                                        </p:tgtEl>
                                        <p:attrNameLst>
                                          <p:attrName>style.visibility</p:attrName>
                                        </p:attrNameLst>
                                      </p:cBhvr>
                                      <p:to>
                                        <p:strVal val="visible"/>
                                      </p:to>
                                    </p:set>
                                    <p:anim calcmode="lin" valueType="num">
                                      <p:cBhvr additive="base">
                                        <p:cTn id="60" dur="500" fill="hold"/>
                                        <p:tgtEl>
                                          <p:spTgt spid="16"/>
                                        </p:tgtEl>
                                        <p:attrNameLst>
                                          <p:attrName>ppt_x</p:attrName>
                                        </p:attrNameLst>
                                      </p:cBhvr>
                                      <p:tavLst>
                                        <p:tav tm="0">
                                          <p:val>
                                            <p:strVal val="0-#ppt_w/2"/>
                                          </p:val>
                                        </p:tav>
                                        <p:tav tm="100000">
                                          <p:val>
                                            <p:strVal val="#ppt_x"/>
                                          </p:val>
                                        </p:tav>
                                      </p:tavLst>
                                    </p:anim>
                                    <p:anim calcmode="lin" valueType="num">
                                      <p:cBhvr additive="base">
                                        <p:cTn id="61" dur="500" fill="hold"/>
                                        <p:tgtEl>
                                          <p:spTgt spid="16"/>
                                        </p:tgtEl>
                                        <p:attrNameLst>
                                          <p:attrName>ppt_y</p:attrName>
                                        </p:attrNameLst>
                                      </p:cBhvr>
                                      <p:tavLst>
                                        <p:tav tm="0">
                                          <p:val>
                                            <p:strVal val="#ppt_y"/>
                                          </p:val>
                                        </p:tav>
                                        <p:tav tm="100000">
                                          <p:val>
                                            <p:strVal val="#ppt_y"/>
                                          </p:val>
                                        </p:tav>
                                      </p:tavLst>
                                    </p:anim>
                                  </p:childTnLst>
                                </p:cTn>
                              </p:par>
                            </p:childTnLst>
                          </p:cTn>
                        </p:par>
                        <p:par>
                          <p:cTn id="62" fill="hold">
                            <p:stCondLst>
                              <p:cond delay="1000"/>
                            </p:stCondLst>
                            <p:childTnLst>
                              <p:par>
                                <p:cTn id="63" presetID="2" presetClass="entr" presetSubtype="8" fill="hold" nodeType="afterEffect">
                                  <p:stCondLst>
                                    <p:cond delay="0"/>
                                  </p:stCondLst>
                                  <p:childTnLst>
                                    <p:set>
                                      <p:cBhvr>
                                        <p:cTn id="64" dur="1" fill="hold">
                                          <p:stCondLst>
                                            <p:cond delay="0"/>
                                          </p:stCondLst>
                                        </p:cTn>
                                        <p:tgtEl>
                                          <p:spTgt spid="10"/>
                                        </p:tgtEl>
                                        <p:attrNameLst>
                                          <p:attrName>style.visibility</p:attrName>
                                        </p:attrNameLst>
                                      </p:cBhvr>
                                      <p:to>
                                        <p:strVal val="visible"/>
                                      </p:to>
                                    </p:set>
                                    <p:anim calcmode="lin" valueType="num">
                                      <p:cBhvr additive="base">
                                        <p:cTn id="65" dur="500" fill="hold"/>
                                        <p:tgtEl>
                                          <p:spTgt spid="10"/>
                                        </p:tgtEl>
                                        <p:attrNameLst>
                                          <p:attrName>ppt_x</p:attrName>
                                        </p:attrNameLst>
                                      </p:cBhvr>
                                      <p:tavLst>
                                        <p:tav tm="0">
                                          <p:val>
                                            <p:strVal val="0-#ppt_w/2"/>
                                          </p:val>
                                        </p:tav>
                                        <p:tav tm="100000">
                                          <p:val>
                                            <p:strVal val="#ppt_x"/>
                                          </p:val>
                                        </p:tav>
                                      </p:tavLst>
                                    </p:anim>
                                    <p:anim calcmode="lin" valueType="num">
                                      <p:cBhvr additive="base">
                                        <p:cTn id="66" dur="500" fill="hold"/>
                                        <p:tgtEl>
                                          <p:spTgt spid="10"/>
                                        </p:tgtEl>
                                        <p:attrNameLst>
                                          <p:attrName>ppt_y</p:attrName>
                                        </p:attrNameLst>
                                      </p:cBhvr>
                                      <p:tavLst>
                                        <p:tav tm="0">
                                          <p:val>
                                            <p:strVal val="#ppt_y"/>
                                          </p:val>
                                        </p:tav>
                                        <p:tav tm="100000">
                                          <p:val>
                                            <p:strVal val="#ppt_y"/>
                                          </p:val>
                                        </p:tav>
                                      </p:tavLst>
                                    </p:anim>
                                  </p:childTnLst>
                                </p:cTn>
                              </p:par>
                            </p:childTnLst>
                          </p:cTn>
                        </p:par>
                        <p:par>
                          <p:cTn id="67" fill="hold">
                            <p:stCondLst>
                              <p:cond delay="1500"/>
                            </p:stCondLst>
                            <p:childTnLst>
                              <p:par>
                                <p:cTn id="68" presetID="2" presetClass="entr" presetSubtype="8" fill="hold" nodeType="after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additive="base">
                                        <p:cTn id="70" dur="500" fill="hold"/>
                                        <p:tgtEl>
                                          <p:spTgt spid="17"/>
                                        </p:tgtEl>
                                        <p:attrNameLst>
                                          <p:attrName>ppt_x</p:attrName>
                                        </p:attrNameLst>
                                      </p:cBhvr>
                                      <p:tavLst>
                                        <p:tav tm="0">
                                          <p:val>
                                            <p:strVal val="0-#ppt_w/2"/>
                                          </p:val>
                                        </p:tav>
                                        <p:tav tm="100000">
                                          <p:val>
                                            <p:strVal val="#ppt_x"/>
                                          </p:val>
                                        </p:tav>
                                      </p:tavLst>
                                    </p:anim>
                                    <p:anim calcmode="lin" valueType="num">
                                      <p:cBhvr additive="base">
                                        <p:cTn id="71" dur="500" fill="hold"/>
                                        <p:tgtEl>
                                          <p:spTgt spid="17"/>
                                        </p:tgtEl>
                                        <p:attrNameLst>
                                          <p:attrName>ppt_y</p:attrName>
                                        </p:attrNameLst>
                                      </p:cBhvr>
                                      <p:tavLst>
                                        <p:tav tm="0">
                                          <p:val>
                                            <p:strVal val="#ppt_y"/>
                                          </p:val>
                                        </p:tav>
                                        <p:tav tm="100000">
                                          <p:val>
                                            <p:strVal val="#ppt_y"/>
                                          </p:val>
                                        </p:tav>
                                      </p:tavLst>
                                    </p:anim>
                                  </p:childTnLst>
                                </p:cTn>
                              </p:par>
                            </p:childTnLst>
                          </p:cTn>
                        </p:par>
                        <p:par>
                          <p:cTn id="72" fill="hold">
                            <p:stCondLst>
                              <p:cond delay="2000"/>
                            </p:stCondLst>
                            <p:childTnLst>
                              <p:par>
                                <p:cTn id="73" presetID="2" presetClass="entr" presetSubtype="8" fill="hold" nodeType="afterEffect">
                                  <p:stCondLst>
                                    <p:cond delay="0"/>
                                  </p:stCondLst>
                                  <p:childTnLst>
                                    <p:set>
                                      <p:cBhvr>
                                        <p:cTn id="74" dur="1" fill="hold">
                                          <p:stCondLst>
                                            <p:cond delay="0"/>
                                          </p:stCondLst>
                                        </p:cTn>
                                        <p:tgtEl>
                                          <p:spTgt spid="11"/>
                                        </p:tgtEl>
                                        <p:attrNameLst>
                                          <p:attrName>style.visibility</p:attrName>
                                        </p:attrNameLst>
                                      </p:cBhvr>
                                      <p:to>
                                        <p:strVal val="visible"/>
                                      </p:to>
                                    </p:set>
                                    <p:anim calcmode="lin" valueType="num">
                                      <p:cBhvr additive="base">
                                        <p:cTn id="75" dur="500" fill="hold"/>
                                        <p:tgtEl>
                                          <p:spTgt spid="11"/>
                                        </p:tgtEl>
                                        <p:attrNameLst>
                                          <p:attrName>ppt_x</p:attrName>
                                        </p:attrNameLst>
                                      </p:cBhvr>
                                      <p:tavLst>
                                        <p:tav tm="0">
                                          <p:val>
                                            <p:strVal val="0-#ppt_w/2"/>
                                          </p:val>
                                        </p:tav>
                                        <p:tav tm="100000">
                                          <p:val>
                                            <p:strVal val="#ppt_x"/>
                                          </p:val>
                                        </p:tav>
                                      </p:tavLst>
                                    </p:anim>
                                    <p:anim calcmode="lin" valueType="num">
                                      <p:cBhvr additive="base">
                                        <p:cTn id="76" dur="500" fill="hold"/>
                                        <p:tgtEl>
                                          <p:spTgt spid="11"/>
                                        </p:tgtEl>
                                        <p:attrNameLst>
                                          <p:attrName>ppt_y</p:attrName>
                                        </p:attrNameLst>
                                      </p:cBhvr>
                                      <p:tavLst>
                                        <p:tav tm="0">
                                          <p:val>
                                            <p:strVal val="#ppt_y"/>
                                          </p:val>
                                        </p:tav>
                                        <p:tav tm="100000">
                                          <p:val>
                                            <p:strVal val="#ppt_y"/>
                                          </p:val>
                                        </p:tav>
                                      </p:tavLst>
                                    </p:anim>
                                  </p:childTnLst>
                                </p:cTn>
                              </p:par>
                            </p:childTnLst>
                          </p:cTn>
                        </p:par>
                        <p:par>
                          <p:cTn id="77" fill="hold">
                            <p:stCondLst>
                              <p:cond delay="2500"/>
                            </p:stCondLst>
                            <p:childTnLst>
                              <p:par>
                                <p:cTn id="78" presetID="2" presetClass="entr" presetSubtype="8" fill="hold" nodeType="afterEffect">
                                  <p:stCondLst>
                                    <p:cond delay="0"/>
                                  </p:stCondLst>
                                  <p:childTnLst>
                                    <p:set>
                                      <p:cBhvr>
                                        <p:cTn id="79" dur="1" fill="hold">
                                          <p:stCondLst>
                                            <p:cond delay="0"/>
                                          </p:stCondLst>
                                        </p:cTn>
                                        <p:tgtEl>
                                          <p:spTgt spid="18"/>
                                        </p:tgtEl>
                                        <p:attrNameLst>
                                          <p:attrName>style.visibility</p:attrName>
                                        </p:attrNameLst>
                                      </p:cBhvr>
                                      <p:to>
                                        <p:strVal val="visible"/>
                                      </p:to>
                                    </p:set>
                                    <p:anim calcmode="lin" valueType="num">
                                      <p:cBhvr additive="base">
                                        <p:cTn id="80" dur="500" fill="hold"/>
                                        <p:tgtEl>
                                          <p:spTgt spid="18"/>
                                        </p:tgtEl>
                                        <p:attrNameLst>
                                          <p:attrName>ppt_x</p:attrName>
                                        </p:attrNameLst>
                                      </p:cBhvr>
                                      <p:tavLst>
                                        <p:tav tm="0">
                                          <p:val>
                                            <p:strVal val="0-#ppt_w/2"/>
                                          </p:val>
                                        </p:tav>
                                        <p:tav tm="100000">
                                          <p:val>
                                            <p:strVal val="#ppt_x"/>
                                          </p:val>
                                        </p:tav>
                                      </p:tavLst>
                                    </p:anim>
                                    <p:anim calcmode="lin" valueType="num">
                                      <p:cBhvr additive="base">
                                        <p:cTn id="81"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6" grpId="0"/>
      <p:bldP spid="76807" grpId="0"/>
      <p:bldP spid="7693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167"/>
          <p:cNvGrpSpPr/>
          <p:nvPr/>
        </p:nvGrpSpPr>
        <p:grpSpPr>
          <a:xfrm>
            <a:off x="5076825" y="549275"/>
            <a:ext cx="2981325" cy="2809875"/>
            <a:chOff x="3198" y="346"/>
            <a:chExt cx="1878" cy="1770"/>
          </a:xfrm>
        </p:grpSpPr>
        <p:sp>
          <p:nvSpPr>
            <p:cNvPr id="11335" name="Line 125"/>
            <p:cNvSpPr/>
            <p:nvPr/>
          </p:nvSpPr>
          <p:spPr>
            <a:xfrm rot="10800000">
              <a:off x="5012" y="473"/>
              <a:ext cx="0" cy="1452"/>
            </a:xfrm>
            <a:prstGeom prst="line">
              <a:avLst/>
            </a:prstGeom>
            <a:ln w="28575" cap="flat" cmpd="sng">
              <a:solidFill>
                <a:srgbClr val="FFCC00"/>
              </a:solidFill>
              <a:prstDash val="solid"/>
              <a:headEnd type="none" w="med" len="med"/>
              <a:tailEnd type="none" w="med" len="med"/>
            </a:ln>
          </p:spPr>
        </p:sp>
        <p:sp>
          <p:nvSpPr>
            <p:cNvPr id="11336" name="Line 126"/>
            <p:cNvSpPr/>
            <p:nvPr/>
          </p:nvSpPr>
          <p:spPr>
            <a:xfrm>
              <a:off x="3561" y="473"/>
              <a:ext cx="1475" cy="0"/>
            </a:xfrm>
            <a:prstGeom prst="line">
              <a:avLst/>
            </a:prstGeom>
            <a:ln w="28575" cap="flat" cmpd="sng">
              <a:solidFill>
                <a:srgbClr val="FFCC00"/>
              </a:solidFill>
              <a:prstDash val="solid"/>
              <a:headEnd type="none" w="med" len="med"/>
              <a:tailEnd type="none" w="med" len="med"/>
            </a:ln>
          </p:spPr>
        </p:sp>
        <p:sp>
          <p:nvSpPr>
            <p:cNvPr id="11337" name="Oval 127"/>
            <p:cNvSpPr/>
            <p:nvPr/>
          </p:nvSpPr>
          <p:spPr>
            <a:xfrm>
              <a:off x="3515" y="455"/>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1338" name="Line 128"/>
            <p:cNvSpPr/>
            <p:nvPr/>
          </p:nvSpPr>
          <p:spPr>
            <a:xfrm flipV="1">
              <a:off x="3561" y="1199"/>
              <a:ext cx="888" cy="0"/>
            </a:xfrm>
            <a:prstGeom prst="line">
              <a:avLst/>
            </a:prstGeom>
            <a:ln w="28575" cap="flat" cmpd="sng">
              <a:solidFill>
                <a:srgbClr val="FFCC00"/>
              </a:solidFill>
              <a:prstDash val="solid"/>
              <a:headEnd type="none" w="med" len="med"/>
              <a:tailEnd type="none" w="med" len="med"/>
            </a:ln>
          </p:spPr>
        </p:sp>
        <p:sp>
          <p:nvSpPr>
            <p:cNvPr id="11339" name="Oval 129"/>
            <p:cNvSpPr/>
            <p:nvPr/>
          </p:nvSpPr>
          <p:spPr>
            <a:xfrm>
              <a:off x="3516" y="1181"/>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1340" name="Line 130"/>
            <p:cNvSpPr/>
            <p:nvPr/>
          </p:nvSpPr>
          <p:spPr>
            <a:xfrm>
              <a:off x="3561" y="1925"/>
              <a:ext cx="1448" cy="0"/>
            </a:xfrm>
            <a:prstGeom prst="line">
              <a:avLst/>
            </a:prstGeom>
            <a:ln w="28575" cap="flat" cmpd="sng">
              <a:solidFill>
                <a:srgbClr val="FFCC00"/>
              </a:solidFill>
              <a:prstDash val="solid"/>
              <a:headEnd type="none" w="med" len="med"/>
              <a:tailEnd type="none" w="med" len="med"/>
            </a:ln>
          </p:spPr>
        </p:sp>
        <p:sp>
          <p:nvSpPr>
            <p:cNvPr id="11341" name="Oval 131"/>
            <p:cNvSpPr/>
            <p:nvPr/>
          </p:nvSpPr>
          <p:spPr>
            <a:xfrm>
              <a:off x="3506" y="1907"/>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1342" name="Line 132"/>
            <p:cNvSpPr/>
            <p:nvPr/>
          </p:nvSpPr>
          <p:spPr>
            <a:xfrm>
              <a:off x="4422" y="473"/>
              <a:ext cx="1" cy="726"/>
            </a:xfrm>
            <a:prstGeom prst="line">
              <a:avLst/>
            </a:prstGeom>
            <a:ln w="28575" cap="flat" cmpd="sng">
              <a:solidFill>
                <a:srgbClr val="FFCC00"/>
              </a:solidFill>
              <a:prstDash val="solid"/>
              <a:headEnd type="oval" w="med" len="med"/>
              <a:tailEnd type="oval" w="med" len="med"/>
            </a:ln>
          </p:spPr>
        </p:sp>
        <p:sp>
          <p:nvSpPr>
            <p:cNvPr id="11343" name="Line 133"/>
            <p:cNvSpPr/>
            <p:nvPr/>
          </p:nvSpPr>
          <p:spPr>
            <a:xfrm flipH="1">
              <a:off x="4423" y="1199"/>
              <a:ext cx="0" cy="726"/>
            </a:xfrm>
            <a:prstGeom prst="line">
              <a:avLst/>
            </a:prstGeom>
            <a:ln w="28575" cap="flat" cmpd="sng">
              <a:solidFill>
                <a:srgbClr val="FFCC00"/>
              </a:solidFill>
              <a:prstDash val="solid"/>
              <a:headEnd type="oval" w="med" len="med"/>
              <a:tailEnd type="oval" w="med" len="med"/>
            </a:ln>
          </p:spPr>
        </p:sp>
        <p:sp>
          <p:nvSpPr>
            <p:cNvPr id="11344" name="Rectangle 134"/>
            <p:cNvSpPr/>
            <p:nvPr/>
          </p:nvSpPr>
          <p:spPr>
            <a:xfrm>
              <a:off x="4949" y="1062"/>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11345" name="Rectangle 135"/>
            <p:cNvSpPr/>
            <p:nvPr/>
          </p:nvSpPr>
          <p:spPr>
            <a:xfrm>
              <a:off x="4359" y="1335"/>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11346" name="Rectangle 136"/>
            <p:cNvSpPr/>
            <p:nvPr/>
          </p:nvSpPr>
          <p:spPr>
            <a:xfrm>
              <a:off x="4359" y="736"/>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11347" name="Text Box 137"/>
            <p:cNvSpPr txBox="1"/>
            <p:nvPr/>
          </p:nvSpPr>
          <p:spPr>
            <a:xfrm>
              <a:off x="3198" y="346"/>
              <a:ext cx="540"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1348" name="Text Box 138"/>
            <p:cNvSpPr txBox="1"/>
            <p:nvPr/>
          </p:nvSpPr>
          <p:spPr>
            <a:xfrm>
              <a:off x="3198" y="1072"/>
              <a:ext cx="635"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1349" name="Text Box 139"/>
            <p:cNvSpPr txBox="1"/>
            <p:nvPr/>
          </p:nvSpPr>
          <p:spPr>
            <a:xfrm>
              <a:off x="3198" y="1789"/>
              <a:ext cx="669"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1350" name="Text Box 140"/>
            <p:cNvSpPr txBox="1"/>
            <p:nvPr/>
          </p:nvSpPr>
          <p:spPr>
            <a:xfrm>
              <a:off x="3941" y="1290"/>
              <a:ext cx="623"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BC</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11351" name="Text Box 141"/>
            <p:cNvSpPr txBox="1"/>
            <p:nvPr/>
          </p:nvSpPr>
          <p:spPr>
            <a:xfrm>
              <a:off x="4504" y="1026"/>
              <a:ext cx="544"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CA</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11352" name="Text Box 142"/>
            <p:cNvSpPr txBox="1"/>
            <p:nvPr/>
          </p:nvSpPr>
          <p:spPr>
            <a:xfrm>
              <a:off x="3942" y="709"/>
              <a:ext cx="538"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AB</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grpSp>
      <p:grpSp>
        <p:nvGrpSpPr>
          <p:cNvPr id="3" name="Group 143"/>
          <p:cNvGrpSpPr/>
          <p:nvPr/>
        </p:nvGrpSpPr>
        <p:grpSpPr>
          <a:xfrm>
            <a:off x="1042988" y="549275"/>
            <a:ext cx="3527425" cy="3254375"/>
            <a:chOff x="2971" y="1480"/>
            <a:chExt cx="2222" cy="2050"/>
          </a:xfrm>
        </p:grpSpPr>
        <p:sp>
          <p:nvSpPr>
            <p:cNvPr id="11312" name="Freeform 144"/>
            <p:cNvSpPr/>
            <p:nvPr/>
          </p:nvSpPr>
          <p:spPr>
            <a:xfrm flipH="1">
              <a:off x="3288" y="2296"/>
              <a:ext cx="1905" cy="1061"/>
            </a:xfrm>
            <a:custGeom>
              <a:avLst/>
              <a:gdLst>
                <a:gd name="txL" fmla="*/ 0 w 2184"/>
                <a:gd name="txT" fmla="*/ 0 h 426"/>
                <a:gd name="txR" fmla="*/ 2184 w 2184"/>
                <a:gd name="txB" fmla="*/ 426 h 426"/>
              </a:gdLst>
              <a:ahLst/>
              <a:cxnLst>
                <a:cxn ang="0">
                  <a:pos x="0" y="0"/>
                </a:cxn>
                <a:cxn ang="0">
                  <a:pos x="0" y="1061"/>
                </a:cxn>
                <a:cxn ang="0">
                  <a:pos x="1905" y="1061"/>
                </a:cxn>
              </a:cxnLst>
              <a:rect l="txL" t="txT" r="txR" b="txB"/>
              <a:pathLst>
                <a:path w="2184" h="426">
                  <a:moveTo>
                    <a:pt x="0" y="0"/>
                  </a:moveTo>
                  <a:lnTo>
                    <a:pt x="0" y="426"/>
                  </a:lnTo>
                  <a:lnTo>
                    <a:pt x="2184" y="426"/>
                  </a:lnTo>
                </a:path>
              </a:pathLst>
            </a:custGeom>
            <a:noFill/>
            <a:ln w="28575" cap="flat" cmpd="sng">
              <a:solidFill>
                <a:srgbClr val="FFCC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1313" name="Text Box 145"/>
            <p:cNvSpPr txBox="1"/>
            <p:nvPr/>
          </p:nvSpPr>
          <p:spPr>
            <a:xfrm>
              <a:off x="2971" y="1480"/>
              <a:ext cx="681"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1314" name="Text Box 146"/>
            <p:cNvSpPr txBox="1"/>
            <p:nvPr/>
          </p:nvSpPr>
          <p:spPr>
            <a:xfrm>
              <a:off x="2971" y="2160"/>
              <a:ext cx="620"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1315" name="Text Box 147"/>
            <p:cNvSpPr txBox="1"/>
            <p:nvPr/>
          </p:nvSpPr>
          <p:spPr>
            <a:xfrm>
              <a:off x="2971" y="2750"/>
              <a:ext cx="578"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1316" name="Text Box 148"/>
            <p:cNvSpPr txBox="1"/>
            <p:nvPr/>
          </p:nvSpPr>
          <p:spPr>
            <a:xfrm>
              <a:off x="2971" y="3203"/>
              <a:ext cx="496"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1317" name="Text Box 149"/>
            <p:cNvSpPr txBox="1"/>
            <p:nvPr/>
          </p:nvSpPr>
          <p:spPr>
            <a:xfrm>
              <a:off x="4150" y="1661"/>
              <a:ext cx="396"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A</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11318" name="Text Box 150"/>
            <p:cNvSpPr txBox="1"/>
            <p:nvPr/>
          </p:nvSpPr>
          <p:spPr>
            <a:xfrm>
              <a:off x="4196" y="2977"/>
              <a:ext cx="409"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C</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11319" name="Text Box 151"/>
            <p:cNvSpPr txBox="1"/>
            <p:nvPr/>
          </p:nvSpPr>
          <p:spPr>
            <a:xfrm>
              <a:off x="4196" y="2341"/>
              <a:ext cx="364"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B</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11320" name="Line 152"/>
            <p:cNvSpPr/>
            <p:nvPr/>
          </p:nvSpPr>
          <p:spPr>
            <a:xfrm rot="5400000" flipH="1">
              <a:off x="4376" y="1207"/>
              <a:ext cx="0" cy="817"/>
            </a:xfrm>
            <a:prstGeom prst="line">
              <a:avLst/>
            </a:prstGeom>
            <a:ln w="28575" cap="flat" cmpd="sng">
              <a:solidFill>
                <a:srgbClr val="FFCC00"/>
              </a:solidFill>
              <a:prstDash val="solid"/>
              <a:headEnd type="none" w="med" len="med"/>
              <a:tailEnd type="none" w="med" len="med"/>
            </a:ln>
          </p:spPr>
        </p:sp>
        <p:sp>
          <p:nvSpPr>
            <p:cNvPr id="11321" name="Line 153"/>
            <p:cNvSpPr/>
            <p:nvPr/>
          </p:nvSpPr>
          <p:spPr>
            <a:xfrm flipV="1">
              <a:off x="3334" y="1616"/>
              <a:ext cx="644" cy="0"/>
            </a:xfrm>
            <a:prstGeom prst="line">
              <a:avLst/>
            </a:prstGeom>
            <a:ln w="28575" cap="flat" cmpd="sng">
              <a:solidFill>
                <a:srgbClr val="FFCC00"/>
              </a:solidFill>
              <a:prstDash val="solid"/>
              <a:headEnd type="none" w="med" len="med"/>
              <a:tailEnd type="none" w="med" len="med"/>
            </a:ln>
          </p:spPr>
        </p:sp>
        <p:sp>
          <p:nvSpPr>
            <p:cNvPr id="11322" name="Oval 154"/>
            <p:cNvSpPr/>
            <p:nvPr/>
          </p:nvSpPr>
          <p:spPr>
            <a:xfrm>
              <a:off x="3288" y="1598"/>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1323" name="Oval 155"/>
            <p:cNvSpPr/>
            <p:nvPr/>
          </p:nvSpPr>
          <p:spPr>
            <a:xfrm>
              <a:off x="3243" y="3339"/>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1324" name="Line 156"/>
            <p:cNvSpPr/>
            <p:nvPr/>
          </p:nvSpPr>
          <p:spPr>
            <a:xfrm rot="5400000" flipH="1">
              <a:off x="4376" y="1887"/>
              <a:ext cx="0" cy="817"/>
            </a:xfrm>
            <a:prstGeom prst="line">
              <a:avLst/>
            </a:prstGeom>
            <a:ln w="28575" cap="flat" cmpd="sng">
              <a:solidFill>
                <a:srgbClr val="FFCC00"/>
              </a:solidFill>
              <a:prstDash val="solid"/>
              <a:headEnd type="oval" w="med" len="med"/>
              <a:tailEnd type="none" w="med" len="med"/>
            </a:ln>
          </p:spPr>
        </p:sp>
        <p:sp>
          <p:nvSpPr>
            <p:cNvPr id="11325" name="Line 157"/>
            <p:cNvSpPr/>
            <p:nvPr/>
          </p:nvSpPr>
          <p:spPr>
            <a:xfrm flipV="1">
              <a:off x="3334" y="2296"/>
              <a:ext cx="635" cy="0"/>
            </a:xfrm>
            <a:prstGeom prst="line">
              <a:avLst/>
            </a:prstGeom>
            <a:ln w="28575" cap="flat" cmpd="sng">
              <a:solidFill>
                <a:srgbClr val="FFCC00"/>
              </a:solidFill>
              <a:prstDash val="solid"/>
              <a:headEnd type="none" w="med" len="med"/>
              <a:tailEnd type="none" w="med" len="med"/>
            </a:ln>
          </p:spPr>
        </p:sp>
        <p:sp>
          <p:nvSpPr>
            <p:cNvPr id="11326" name="Oval 158"/>
            <p:cNvSpPr/>
            <p:nvPr/>
          </p:nvSpPr>
          <p:spPr>
            <a:xfrm>
              <a:off x="3287" y="2278"/>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1327" name="Line 159"/>
            <p:cNvSpPr/>
            <p:nvPr/>
          </p:nvSpPr>
          <p:spPr>
            <a:xfrm rot="5400000" flipH="1">
              <a:off x="4376" y="2522"/>
              <a:ext cx="0" cy="817"/>
            </a:xfrm>
            <a:prstGeom prst="line">
              <a:avLst/>
            </a:prstGeom>
            <a:ln w="28575" cap="flat" cmpd="sng">
              <a:solidFill>
                <a:srgbClr val="FFCC00"/>
              </a:solidFill>
              <a:prstDash val="solid"/>
              <a:headEnd type="none" w="med" len="med"/>
              <a:tailEnd type="none" w="med" len="med"/>
            </a:ln>
          </p:spPr>
        </p:sp>
        <p:sp>
          <p:nvSpPr>
            <p:cNvPr id="11328" name="Line 160"/>
            <p:cNvSpPr/>
            <p:nvPr/>
          </p:nvSpPr>
          <p:spPr>
            <a:xfrm flipV="1">
              <a:off x="3334" y="2931"/>
              <a:ext cx="644" cy="0"/>
            </a:xfrm>
            <a:prstGeom prst="line">
              <a:avLst/>
            </a:prstGeom>
            <a:ln w="28575" cap="flat" cmpd="sng">
              <a:solidFill>
                <a:srgbClr val="FFCC00"/>
              </a:solidFill>
              <a:prstDash val="solid"/>
              <a:headEnd type="none" w="med" len="med"/>
              <a:tailEnd type="none" w="med" len="med"/>
            </a:ln>
          </p:spPr>
        </p:sp>
        <p:sp>
          <p:nvSpPr>
            <p:cNvPr id="11329" name="Oval 161"/>
            <p:cNvSpPr/>
            <p:nvPr/>
          </p:nvSpPr>
          <p:spPr>
            <a:xfrm>
              <a:off x="3288" y="2913"/>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1330" name="Line 162"/>
            <p:cNvSpPr/>
            <p:nvPr/>
          </p:nvSpPr>
          <p:spPr>
            <a:xfrm>
              <a:off x="4785" y="1616"/>
              <a:ext cx="0" cy="1312"/>
            </a:xfrm>
            <a:prstGeom prst="line">
              <a:avLst/>
            </a:prstGeom>
            <a:ln w="28575" cap="flat" cmpd="sng">
              <a:solidFill>
                <a:srgbClr val="FFCC00"/>
              </a:solidFill>
              <a:prstDash val="solid"/>
              <a:headEnd type="none" w="med" len="med"/>
              <a:tailEnd type="none" w="med" len="med"/>
            </a:ln>
          </p:spPr>
        </p:sp>
        <p:sp>
          <p:nvSpPr>
            <p:cNvPr id="11331" name="Line 163"/>
            <p:cNvSpPr/>
            <p:nvPr/>
          </p:nvSpPr>
          <p:spPr>
            <a:xfrm>
              <a:off x="4785" y="2296"/>
              <a:ext cx="408" cy="0"/>
            </a:xfrm>
            <a:prstGeom prst="line">
              <a:avLst/>
            </a:prstGeom>
            <a:ln w="28575" cap="flat" cmpd="sng">
              <a:solidFill>
                <a:srgbClr val="FFCC00"/>
              </a:solidFill>
              <a:prstDash val="solid"/>
              <a:headEnd type="none" w="med" len="med"/>
              <a:tailEnd type="none" w="med" len="med"/>
            </a:ln>
          </p:spPr>
        </p:sp>
        <p:sp>
          <p:nvSpPr>
            <p:cNvPr id="11332" name="Rectangle 164"/>
            <p:cNvSpPr/>
            <p:nvPr/>
          </p:nvSpPr>
          <p:spPr>
            <a:xfrm>
              <a:off x="4241" y="286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11333" name="Rectangle 165"/>
            <p:cNvSpPr/>
            <p:nvPr/>
          </p:nvSpPr>
          <p:spPr>
            <a:xfrm>
              <a:off x="4241" y="2233"/>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11334" name="Rectangle 166"/>
            <p:cNvSpPr/>
            <p:nvPr/>
          </p:nvSpPr>
          <p:spPr>
            <a:xfrm>
              <a:off x="4196" y="1552"/>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4" name="Group 174"/>
          <p:cNvGrpSpPr/>
          <p:nvPr/>
        </p:nvGrpSpPr>
        <p:grpSpPr>
          <a:xfrm>
            <a:off x="250825" y="3284538"/>
            <a:ext cx="8785225" cy="1220787"/>
            <a:chOff x="113" y="2069"/>
            <a:chExt cx="5534" cy="769"/>
          </a:xfrm>
        </p:grpSpPr>
        <p:sp>
          <p:nvSpPr>
            <p:cNvPr id="11309" name="Text Box 73"/>
            <p:cNvSpPr txBox="1"/>
            <p:nvPr/>
          </p:nvSpPr>
          <p:spPr>
            <a:xfrm>
              <a:off x="113" y="2341"/>
              <a:ext cx="5534" cy="327"/>
            </a:xfrm>
            <a:prstGeom prst="rect">
              <a:avLst/>
            </a:prstGeom>
            <a:noFill/>
            <a:ln w="9525">
              <a:noFill/>
            </a:ln>
          </p:spPr>
          <p:txBody>
            <a:bodyPr>
              <a:spAutoFit/>
            </a:bodyPr>
            <a:p>
              <a:pPr>
                <a:spcBef>
                  <a:spcPct val="50000"/>
                </a:spcBef>
              </a:pPr>
              <a:r>
                <a:rPr lang="zh-CN" altLang="en-US" sz="2800" dirty="0">
                  <a:latin typeface="Times New Roman" panose="02020603050405020304" pitchFamily="18" charset="0"/>
                </a:rPr>
                <a:t>负载的相电压：每相负载上的电压，                            。</a:t>
              </a:r>
              <a:endParaRPr lang="zh-CN" altLang="en-US" sz="2800" dirty="0">
                <a:latin typeface="Times New Roman" panose="02020603050405020304" pitchFamily="18" charset="0"/>
              </a:endParaRPr>
            </a:p>
          </p:txBody>
        </p:sp>
        <p:grpSp>
          <p:nvGrpSpPr>
            <p:cNvPr id="11310" name="Group 79"/>
            <p:cNvGrpSpPr/>
            <p:nvPr/>
          </p:nvGrpSpPr>
          <p:grpSpPr>
            <a:xfrm>
              <a:off x="3742" y="2069"/>
              <a:ext cx="1570" cy="769"/>
              <a:chOff x="3833" y="2160"/>
              <a:chExt cx="1612" cy="769"/>
            </a:xfrm>
          </p:grpSpPr>
          <p:graphicFrame>
            <p:nvGraphicFramePr>
              <p:cNvPr id="11275" name="Object 74"/>
              <p:cNvGraphicFramePr/>
              <p:nvPr/>
            </p:nvGraphicFramePr>
            <p:xfrm>
              <a:off x="3855" y="2160"/>
              <a:ext cx="1590" cy="404"/>
            </p:xfrm>
            <a:graphic>
              <a:graphicData uri="http://schemas.openxmlformats.org/presentationml/2006/ole">
                <mc:AlternateContent xmlns:mc="http://schemas.openxmlformats.org/markup-compatibility/2006">
                  <mc:Choice xmlns:v="urn:schemas-microsoft-com:vml" Requires="v">
                    <p:oleObj spid="_x0000_s3122" name="" r:id="rId1" imgW="1129030" imgH="304800" progId="Equation.3">
                      <p:embed/>
                    </p:oleObj>
                  </mc:Choice>
                  <mc:Fallback>
                    <p:oleObj name="" r:id="rId1" imgW="1129030" imgH="304800" progId="Equation.3">
                      <p:embed/>
                      <p:pic>
                        <p:nvPicPr>
                          <p:cNvPr id="0" name="图片 3121"/>
                          <p:cNvPicPr/>
                          <p:nvPr/>
                        </p:nvPicPr>
                        <p:blipFill>
                          <a:blip r:embed="rId2">
                            <a:clrChange>
                              <a:clrFrom>
                                <a:srgbClr val="000000"/>
                              </a:clrFrom>
                              <a:clrTo>
                                <a:srgbClr val="FFFFFF"/>
                              </a:clrTo>
                            </a:clrChange>
                          </a:blip>
                          <a:stretch>
                            <a:fillRect/>
                          </a:stretch>
                        </p:blipFill>
                        <p:spPr>
                          <a:xfrm>
                            <a:off x="3855" y="2160"/>
                            <a:ext cx="1590" cy="404"/>
                          </a:xfrm>
                          <a:prstGeom prst="rect">
                            <a:avLst/>
                          </a:prstGeom>
                          <a:noFill/>
                          <a:ln w="38100">
                            <a:noFill/>
                            <a:miter/>
                          </a:ln>
                        </p:spPr>
                      </p:pic>
                    </p:oleObj>
                  </mc:Fallback>
                </mc:AlternateContent>
              </a:graphicData>
            </a:graphic>
          </p:graphicFrame>
          <p:graphicFrame>
            <p:nvGraphicFramePr>
              <p:cNvPr id="11276" name="Object 76"/>
              <p:cNvGraphicFramePr/>
              <p:nvPr/>
            </p:nvGraphicFramePr>
            <p:xfrm>
              <a:off x="3932" y="2523"/>
              <a:ext cx="1479" cy="406"/>
            </p:xfrm>
            <a:graphic>
              <a:graphicData uri="http://schemas.openxmlformats.org/presentationml/2006/ole">
                <mc:AlternateContent xmlns:mc="http://schemas.openxmlformats.org/markup-compatibility/2006">
                  <mc:Choice xmlns:v="urn:schemas-microsoft-com:vml" Requires="v">
                    <p:oleObj spid="_x0000_s3121" name="" r:id="rId3" imgW="1103630" imgH="304800" progId="Equation.3">
                      <p:embed/>
                    </p:oleObj>
                  </mc:Choice>
                  <mc:Fallback>
                    <p:oleObj name="" r:id="rId3" imgW="1103630" imgH="304800" progId="Equation.3">
                      <p:embed/>
                      <p:pic>
                        <p:nvPicPr>
                          <p:cNvPr id="0" name="图片 3120"/>
                          <p:cNvPicPr/>
                          <p:nvPr/>
                        </p:nvPicPr>
                        <p:blipFill>
                          <a:blip r:embed="rId4">
                            <a:clrChange>
                              <a:clrFrom>
                                <a:srgbClr val="000000"/>
                              </a:clrFrom>
                              <a:clrTo>
                                <a:srgbClr val="FFFFFF"/>
                              </a:clrTo>
                            </a:clrChange>
                          </a:blip>
                          <a:stretch>
                            <a:fillRect/>
                          </a:stretch>
                        </p:blipFill>
                        <p:spPr>
                          <a:xfrm>
                            <a:off x="3932" y="2523"/>
                            <a:ext cx="1479" cy="406"/>
                          </a:xfrm>
                          <a:prstGeom prst="rect">
                            <a:avLst/>
                          </a:prstGeom>
                          <a:noFill/>
                          <a:ln w="38100">
                            <a:noFill/>
                            <a:miter/>
                          </a:ln>
                        </p:spPr>
                      </p:pic>
                    </p:oleObj>
                  </mc:Fallback>
                </mc:AlternateContent>
              </a:graphicData>
            </a:graphic>
          </p:graphicFrame>
          <p:sp>
            <p:nvSpPr>
              <p:cNvPr id="11311" name="AutoShape 77"/>
              <p:cNvSpPr/>
              <p:nvPr/>
            </p:nvSpPr>
            <p:spPr>
              <a:xfrm>
                <a:off x="3833" y="2205"/>
                <a:ext cx="45" cy="681"/>
              </a:xfrm>
              <a:prstGeom prst="leftBrace">
                <a:avLst>
                  <a:gd name="adj1" fmla="val 126111"/>
                  <a:gd name="adj2" fmla="val 50000"/>
                </a:avLst>
              </a:prstGeom>
              <a:noFill/>
              <a:ln w="28575" cap="flat" cmpd="sng">
                <a:solidFill>
                  <a:schemeClr val="bg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grpSp>
      <p:grpSp>
        <p:nvGrpSpPr>
          <p:cNvPr id="6" name="Group 170"/>
          <p:cNvGrpSpPr/>
          <p:nvPr/>
        </p:nvGrpSpPr>
        <p:grpSpPr>
          <a:xfrm>
            <a:off x="250825" y="4508500"/>
            <a:ext cx="8675688" cy="644525"/>
            <a:chOff x="295" y="2840"/>
            <a:chExt cx="5465" cy="406"/>
          </a:xfrm>
        </p:grpSpPr>
        <p:sp>
          <p:nvSpPr>
            <p:cNvPr id="11308" name="Text Box 75"/>
            <p:cNvSpPr txBox="1"/>
            <p:nvPr/>
          </p:nvSpPr>
          <p:spPr>
            <a:xfrm>
              <a:off x="295" y="2840"/>
              <a:ext cx="5465" cy="327"/>
            </a:xfrm>
            <a:prstGeom prst="rect">
              <a:avLst/>
            </a:prstGeom>
            <a:noFill/>
            <a:ln w="9525">
              <a:noFill/>
            </a:ln>
          </p:spPr>
          <p:txBody>
            <a:bodyPr>
              <a:spAutoFit/>
            </a:bodyPr>
            <a:p>
              <a:pPr>
                <a:spcBef>
                  <a:spcPct val="50000"/>
                </a:spcBef>
              </a:pPr>
              <a:r>
                <a:rPr lang="zh-CN" altLang="en-US" sz="2800" dirty="0">
                  <a:latin typeface="Times New Roman" panose="02020603050405020304" pitchFamily="18" charset="0"/>
                </a:rPr>
                <a:t>负载的线电压：负载端线间的电压，                          。</a:t>
              </a:r>
              <a:endParaRPr lang="zh-CN" altLang="en-US" sz="2800" dirty="0">
                <a:latin typeface="Times New Roman" panose="02020603050405020304" pitchFamily="18" charset="0"/>
              </a:endParaRPr>
            </a:p>
          </p:txBody>
        </p:sp>
        <p:graphicFrame>
          <p:nvGraphicFramePr>
            <p:cNvPr id="11274" name="Object 78"/>
            <p:cNvGraphicFramePr/>
            <p:nvPr/>
          </p:nvGraphicFramePr>
          <p:xfrm>
            <a:off x="3886" y="2840"/>
            <a:ext cx="1480" cy="406"/>
          </p:xfrm>
          <a:graphic>
            <a:graphicData uri="http://schemas.openxmlformats.org/presentationml/2006/ole">
              <mc:AlternateContent xmlns:mc="http://schemas.openxmlformats.org/markup-compatibility/2006">
                <mc:Choice xmlns:v="urn:schemas-microsoft-com:vml" Requires="v">
                  <p:oleObj spid="_x0000_s3117" name="" r:id="rId5" imgW="1103630" imgH="304800" progId="Equation.3">
                    <p:embed/>
                  </p:oleObj>
                </mc:Choice>
                <mc:Fallback>
                  <p:oleObj name="" r:id="rId5" imgW="1103630" imgH="304800" progId="Equation.3">
                    <p:embed/>
                    <p:pic>
                      <p:nvPicPr>
                        <p:cNvPr id="0" name="图片 3116"/>
                        <p:cNvPicPr/>
                        <p:nvPr/>
                      </p:nvPicPr>
                      <p:blipFill>
                        <a:blip r:embed="rId6">
                          <a:clrChange>
                            <a:clrFrom>
                              <a:srgbClr val="000000"/>
                            </a:clrFrom>
                            <a:clrTo>
                              <a:srgbClr val="FFFFFF"/>
                            </a:clrTo>
                          </a:clrChange>
                        </a:blip>
                        <a:stretch>
                          <a:fillRect/>
                        </a:stretch>
                      </p:blipFill>
                      <p:spPr>
                        <a:xfrm>
                          <a:off x="3886" y="2840"/>
                          <a:ext cx="1480" cy="406"/>
                        </a:xfrm>
                        <a:prstGeom prst="rect">
                          <a:avLst/>
                        </a:prstGeom>
                        <a:noFill/>
                        <a:ln w="38100">
                          <a:noFill/>
                          <a:miter/>
                        </a:ln>
                      </p:spPr>
                    </p:pic>
                  </p:oleObj>
                </mc:Fallback>
              </mc:AlternateContent>
            </a:graphicData>
          </a:graphic>
        </p:graphicFrame>
      </p:grpSp>
      <p:grpSp>
        <p:nvGrpSpPr>
          <p:cNvPr id="7" name="Group 171"/>
          <p:cNvGrpSpPr/>
          <p:nvPr/>
        </p:nvGrpSpPr>
        <p:grpSpPr>
          <a:xfrm>
            <a:off x="250825" y="5084763"/>
            <a:ext cx="7202488" cy="658812"/>
            <a:chOff x="339" y="3203"/>
            <a:chExt cx="4537" cy="415"/>
          </a:xfrm>
        </p:grpSpPr>
        <p:sp>
          <p:nvSpPr>
            <p:cNvPr id="11307" name="Text Box 80"/>
            <p:cNvSpPr txBox="1"/>
            <p:nvPr/>
          </p:nvSpPr>
          <p:spPr>
            <a:xfrm>
              <a:off x="339" y="3249"/>
              <a:ext cx="4537" cy="327"/>
            </a:xfrm>
            <a:prstGeom prst="rect">
              <a:avLst/>
            </a:prstGeom>
            <a:noFill/>
            <a:ln w="9525">
              <a:noFill/>
            </a:ln>
          </p:spPr>
          <p:txBody>
            <a:bodyPr>
              <a:spAutoFit/>
            </a:bodyPr>
            <a:p>
              <a:pPr>
                <a:spcBef>
                  <a:spcPct val="50000"/>
                </a:spcBef>
              </a:pPr>
              <a:r>
                <a:rPr lang="zh-CN" altLang="en-US" sz="2800" dirty="0">
                  <a:latin typeface="Times New Roman" panose="02020603050405020304" pitchFamily="18" charset="0"/>
                </a:rPr>
                <a:t>线电流：流过端线的电流，                    。</a:t>
              </a:r>
              <a:endParaRPr lang="zh-CN" altLang="en-US" sz="2800" dirty="0">
                <a:latin typeface="Times New Roman" panose="02020603050405020304" pitchFamily="18" charset="0"/>
              </a:endParaRPr>
            </a:p>
          </p:txBody>
        </p:sp>
        <p:graphicFrame>
          <p:nvGraphicFramePr>
            <p:cNvPr id="11273" name="Object 81"/>
            <p:cNvGraphicFramePr/>
            <p:nvPr/>
          </p:nvGraphicFramePr>
          <p:xfrm>
            <a:off x="3070" y="3203"/>
            <a:ext cx="909" cy="415"/>
          </p:xfrm>
          <a:graphic>
            <a:graphicData uri="http://schemas.openxmlformats.org/presentationml/2006/ole">
              <mc:AlternateContent xmlns:mc="http://schemas.openxmlformats.org/markup-compatibility/2006">
                <mc:Choice xmlns:v="urn:schemas-microsoft-com:vml" Requires="v">
                  <p:oleObj spid="_x0000_s3123" name="" r:id="rId7" imgW="635000" imgH="292100" progId="Equation.3">
                    <p:embed/>
                  </p:oleObj>
                </mc:Choice>
                <mc:Fallback>
                  <p:oleObj name="" r:id="rId7" imgW="635000" imgH="292100" progId="Equation.3">
                    <p:embed/>
                    <p:pic>
                      <p:nvPicPr>
                        <p:cNvPr id="0" name="图片 3122"/>
                        <p:cNvPicPr/>
                        <p:nvPr/>
                      </p:nvPicPr>
                      <p:blipFill>
                        <a:blip r:embed="rId8">
                          <a:clrChange>
                            <a:clrFrom>
                              <a:srgbClr val="000000"/>
                            </a:clrFrom>
                            <a:clrTo>
                              <a:srgbClr val="FFFFFF"/>
                            </a:clrTo>
                          </a:clrChange>
                        </a:blip>
                        <a:stretch>
                          <a:fillRect/>
                        </a:stretch>
                      </p:blipFill>
                      <p:spPr>
                        <a:xfrm>
                          <a:off x="3070" y="3203"/>
                          <a:ext cx="909" cy="415"/>
                        </a:xfrm>
                        <a:prstGeom prst="rect">
                          <a:avLst/>
                        </a:prstGeom>
                        <a:noFill/>
                        <a:ln w="38100">
                          <a:noFill/>
                          <a:miter/>
                        </a:ln>
                      </p:spPr>
                    </p:pic>
                  </p:oleObj>
                </mc:Fallback>
              </mc:AlternateContent>
            </a:graphicData>
          </a:graphic>
        </p:graphicFrame>
      </p:grpSp>
      <p:grpSp>
        <p:nvGrpSpPr>
          <p:cNvPr id="8" name="Group 173"/>
          <p:cNvGrpSpPr/>
          <p:nvPr/>
        </p:nvGrpSpPr>
        <p:grpSpPr>
          <a:xfrm>
            <a:off x="288925" y="5734050"/>
            <a:ext cx="8604250" cy="612775"/>
            <a:chOff x="340" y="3612"/>
            <a:chExt cx="5420" cy="386"/>
          </a:xfrm>
        </p:grpSpPr>
        <p:sp>
          <p:nvSpPr>
            <p:cNvPr id="11306" name="Text Box 82"/>
            <p:cNvSpPr txBox="1"/>
            <p:nvPr/>
          </p:nvSpPr>
          <p:spPr>
            <a:xfrm>
              <a:off x="340" y="3657"/>
              <a:ext cx="5420" cy="327"/>
            </a:xfrm>
            <a:prstGeom prst="rect">
              <a:avLst/>
            </a:prstGeom>
            <a:noFill/>
            <a:ln w="9525">
              <a:noFill/>
            </a:ln>
          </p:spPr>
          <p:txBody>
            <a:bodyPr>
              <a:spAutoFit/>
            </a:bodyPr>
            <a:p>
              <a:pPr>
                <a:spcBef>
                  <a:spcPct val="50000"/>
                </a:spcBef>
              </a:pPr>
              <a:r>
                <a:rPr lang="zh-CN" altLang="en-US" sz="2800" dirty="0">
                  <a:latin typeface="Times New Roman" panose="02020603050405020304" pitchFamily="18" charset="0"/>
                </a:rPr>
                <a:t>相电流：流过每相负载的电流，                                  。</a:t>
              </a:r>
              <a:endParaRPr lang="zh-CN" altLang="en-US" sz="2800" dirty="0">
                <a:latin typeface="Times New Roman" panose="02020603050405020304" pitchFamily="18" charset="0"/>
              </a:endParaRPr>
            </a:p>
          </p:txBody>
        </p:sp>
        <p:graphicFrame>
          <p:nvGraphicFramePr>
            <p:cNvPr id="11272" name="Object 83"/>
            <p:cNvGraphicFramePr/>
            <p:nvPr/>
          </p:nvGraphicFramePr>
          <p:xfrm>
            <a:off x="3515" y="3612"/>
            <a:ext cx="1880" cy="386"/>
          </p:xfrm>
          <a:graphic>
            <a:graphicData uri="http://schemas.openxmlformats.org/presentationml/2006/ole">
              <mc:AlternateContent xmlns:mc="http://schemas.openxmlformats.org/markup-compatibility/2006">
                <mc:Choice xmlns:v="urn:schemas-microsoft-com:vml" Requires="v">
                  <p:oleObj spid="_x0000_s3119" name="" r:id="rId9" imgW="1293495" imgH="266065" progId="Equation.3">
                    <p:embed/>
                  </p:oleObj>
                </mc:Choice>
                <mc:Fallback>
                  <p:oleObj name="" r:id="rId9" imgW="1293495" imgH="266065" progId="Equation.3">
                    <p:embed/>
                    <p:pic>
                      <p:nvPicPr>
                        <p:cNvPr id="0" name="图片 3118"/>
                        <p:cNvPicPr/>
                        <p:nvPr/>
                      </p:nvPicPr>
                      <p:blipFill>
                        <a:blip r:embed="rId10">
                          <a:clrChange>
                            <a:clrFrom>
                              <a:srgbClr val="000000"/>
                            </a:clrFrom>
                            <a:clrTo>
                              <a:srgbClr val="FFFFFF"/>
                            </a:clrTo>
                          </a:clrChange>
                        </a:blip>
                        <a:stretch>
                          <a:fillRect/>
                        </a:stretch>
                      </p:blipFill>
                      <p:spPr>
                        <a:xfrm>
                          <a:off x="3515" y="3612"/>
                          <a:ext cx="1880" cy="386"/>
                        </a:xfrm>
                        <a:prstGeom prst="rect">
                          <a:avLst/>
                        </a:prstGeom>
                        <a:noFill/>
                        <a:ln w="38100">
                          <a:noFill/>
                          <a:miter/>
                        </a:ln>
                      </p:spPr>
                    </p:pic>
                  </p:oleObj>
                </mc:Fallback>
              </mc:AlternateContent>
            </a:graphicData>
          </a:graphic>
        </p:graphicFrame>
      </p:grpSp>
      <p:grpSp>
        <p:nvGrpSpPr>
          <p:cNvPr id="9" name="Group 87"/>
          <p:cNvGrpSpPr/>
          <p:nvPr/>
        </p:nvGrpSpPr>
        <p:grpSpPr>
          <a:xfrm>
            <a:off x="2411413" y="1254125"/>
            <a:ext cx="1657350" cy="590550"/>
            <a:chOff x="1519" y="709"/>
            <a:chExt cx="1044" cy="372"/>
          </a:xfrm>
        </p:grpSpPr>
        <p:graphicFrame>
          <p:nvGraphicFramePr>
            <p:cNvPr id="11271" name="Object 84"/>
            <p:cNvGraphicFramePr/>
            <p:nvPr/>
          </p:nvGraphicFramePr>
          <p:xfrm>
            <a:off x="1844" y="709"/>
            <a:ext cx="394" cy="334"/>
          </p:xfrm>
          <a:graphic>
            <a:graphicData uri="http://schemas.openxmlformats.org/presentationml/2006/ole">
              <mc:AlternateContent xmlns:mc="http://schemas.openxmlformats.org/markup-compatibility/2006">
                <mc:Choice xmlns:v="urn:schemas-microsoft-com:vml" Requires="v">
                  <p:oleObj spid="_x0000_s3116" name="" r:id="rId11" imgW="342900" imgH="292100" progId="Equation.3">
                    <p:embed/>
                  </p:oleObj>
                </mc:Choice>
                <mc:Fallback>
                  <p:oleObj name="" r:id="rId11" imgW="342900" imgH="292100" progId="Equation.3">
                    <p:embed/>
                    <p:pic>
                      <p:nvPicPr>
                        <p:cNvPr id="0" name="图片 3115"/>
                        <p:cNvPicPr/>
                        <p:nvPr/>
                      </p:nvPicPr>
                      <p:blipFill>
                        <a:blip r:embed="rId12">
                          <a:clrChange>
                            <a:clrFrom>
                              <a:srgbClr val="000000"/>
                            </a:clrFrom>
                            <a:clrTo>
                              <a:srgbClr val="66FF33"/>
                            </a:clrTo>
                          </a:clrChange>
                        </a:blip>
                        <a:stretch>
                          <a:fillRect/>
                        </a:stretch>
                      </p:blipFill>
                      <p:spPr>
                        <a:xfrm>
                          <a:off x="1844" y="709"/>
                          <a:ext cx="394" cy="334"/>
                        </a:xfrm>
                        <a:prstGeom prst="rect">
                          <a:avLst/>
                        </a:prstGeom>
                        <a:noFill/>
                        <a:ln w="38100">
                          <a:noFill/>
                          <a:miter/>
                        </a:ln>
                      </p:spPr>
                    </p:pic>
                  </p:oleObj>
                </mc:Fallback>
              </mc:AlternateContent>
            </a:graphicData>
          </a:graphic>
        </p:graphicFrame>
        <p:sp>
          <p:nvSpPr>
            <p:cNvPr id="11304" name="Text Box 85"/>
            <p:cNvSpPr txBox="1"/>
            <p:nvPr/>
          </p:nvSpPr>
          <p:spPr>
            <a:xfrm>
              <a:off x="1519" y="754"/>
              <a:ext cx="363" cy="327"/>
            </a:xfrm>
            <a:prstGeom prst="rect">
              <a:avLst/>
            </a:prstGeom>
            <a:noFill/>
            <a:ln w="9525">
              <a:noFill/>
            </a:ln>
          </p:spPr>
          <p:txBody>
            <a:bodyPr>
              <a:spAutoFit/>
            </a:bodyPr>
            <a:p>
              <a:pPr>
                <a:spcBef>
                  <a:spcPct val="50000"/>
                </a:spcBef>
              </a:pPr>
              <a:r>
                <a:rPr lang="en-US" altLang="zh-CN" sz="2800" dirty="0">
                  <a:solidFill>
                    <a:srgbClr val="66FF33"/>
                  </a:solidFill>
                  <a:latin typeface="宋体" panose="02010600030101010101" pitchFamily="2" charset="-122"/>
                  <a:ea typeface="宋体" panose="02010600030101010101" pitchFamily="2" charset="-122"/>
                </a:rPr>
                <a:t>+</a:t>
              </a:r>
              <a:endParaRPr lang="en-US" altLang="zh-CN" sz="2800" dirty="0">
                <a:solidFill>
                  <a:srgbClr val="66FF33"/>
                </a:solidFill>
                <a:latin typeface="宋体" panose="02010600030101010101" pitchFamily="2" charset="-122"/>
                <a:ea typeface="宋体" panose="02010600030101010101" pitchFamily="2" charset="-122"/>
              </a:endParaRPr>
            </a:p>
          </p:txBody>
        </p:sp>
        <p:sp>
          <p:nvSpPr>
            <p:cNvPr id="11305" name="Text Box 86"/>
            <p:cNvSpPr txBox="1"/>
            <p:nvPr/>
          </p:nvSpPr>
          <p:spPr>
            <a:xfrm>
              <a:off x="2200" y="754"/>
              <a:ext cx="363" cy="327"/>
            </a:xfrm>
            <a:prstGeom prst="rect">
              <a:avLst/>
            </a:prstGeom>
            <a:noFill/>
            <a:ln w="9525">
              <a:noFill/>
            </a:ln>
          </p:spPr>
          <p:txBody>
            <a:bodyPr>
              <a:spAutoFit/>
            </a:bodyPr>
            <a:p>
              <a:pPr>
                <a:spcBef>
                  <a:spcPct val="50000"/>
                </a:spcBef>
              </a:pPr>
              <a:r>
                <a:rPr lang="en-US" altLang="zh-CN" sz="2800" dirty="0">
                  <a:solidFill>
                    <a:srgbClr val="66FF33"/>
                  </a:solidFill>
                  <a:latin typeface="宋体" panose="02010600030101010101" pitchFamily="2" charset="-122"/>
                  <a:ea typeface="宋体" panose="02010600030101010101" pitchFamily="2" charset="-122"/>
                </a:rPr>
                <a:t>-</a:t>
              </a:r>
              <a:endParaRPr lang="en-US" altLang="zh-CN" sz="2800" dirty="0">
                <a:solidFill>
                  <a:srgbClr val="66FF33"/>
                </a:solidFill>
                <a:latin typeface="宋体" panose="02010600030101010101" pitchFamily="2" charset="-122"/>
                <a:ea typeface="宋体" panose="02010600030101010101" pitchFamily="2" charset="-122"/>
              </a:endParaRPr>
            </a:p>
          </p:txBody>
        </p:sp>
      </p:grpSp>
      <p:grpSp>
        <p:nvGrpSpPr>
          <p:cNvPr id="10" name="Group 92"/>
          <p:cNvGrpSpPr/>
          <p:nvPr/>
        </p:nvGrpSpPr>
        <p:grpSpPr>
          <a:xfrm>
            <a:off x="8027988" y="836613"/>
            <a:ext cx="636587" cy="1958975"/>
            <a:chOff x="5057" y="527"/>
            <a:chExt cx="401" cy="1234"/>
          </a:xfrm>
        </p:grpSpPr>
        <p:graphicFrame>
          <p:nvGraphicFramePr>
            <p:cNvPr id="11270" name="Object 89"/>
            <p:cNvGraphicFramePr/>
            <p:nvPr/>
          </p:nvGraphicFramePr>
          <p:xfrm>
            <a:off x="5064" y="1026"/>
            <a:ext cx="394" cy="334"/>
          </p:xfrm>
          <a:graphic>
            <a:graphicData uri="http://schemas.openxmlformats.org/presentationml/2006/ole">
              <mc:AlternateContent xmlns:mc="http://schemas.openxmlformats.org/markup-compatibility/2006">
                <mc:Choice xmlns:v="urn:schemas-microsoft-com:vml" Requires="v">
                  <p:oleObj spid="_x0000_s3124" name="" r:id="rId13" imgW="342900" imgH="292100" progId="Equation.3">
                    <p:embed/>
                  </p:oleObj>
                </mc:Choice>
                <mc:Fallback>
                  <p:oleObj name="" r:id="rId13" imgW="342900" imgH="292100" progId="Equation.3">
                    <p:embed/>
                    <p:pic>
                      <p:nvPicPr>
                        <p:cNvPr id="0" name="图片 3123"/>
                        <p:cNvPicPr/>
                        <p:nvPr/>
                      </p:nvPicPr>
                      <p:blipFill>
                        <a:blip r:embed="rId14">
                          <a:clrChange>
                            <a:clrFrom>
                              <a:srgbClr val="000000"/>
                            </a:clrFrom>
                            <a:clrTo>
                              <a:srgbClr val="66FF33"/>
                            </a:clrTo>
                          </a:clrChange>
                        </a:blip>
                        <a:stretch>
                          <a:fillRect/>
                        </a:stretch>
                      </p:blipFill>
                      <p:spPr>
                        <a:xfrm>
                          <a:off x="5064" y="1026"/>
                          <a:ext cx="394" cy="334"/>
                        </a:xfrm>
                        <a:prstGeom prst="rect">
                          <a:avLst/>
                        </a:prstGeom>
                        <a:noFill/>
                        <a:ln w="38100">
                          <a:noFill/>
                          <a:miter/>
                        </a:ln>
                      </p:spPr>
                    </p:pic>
                  </p:oleObj>
                </mc:Fallback>
              </mc:AlternateContent>
            </a:graphicData>
          </a:graphic>
        </p:graphicFrame>
        <p:sp>
          <p:nvSpPr>
            <p:cNvPr id="11302" name="Text Box 90"/>
            <p:cNvSpPr txBox="1"/>
            <p:nvPr/>
          </p:nvSpPr>
          <p:spPr>
            <a:xfrm>
              <a:off x="5057" y="1434"/>
              <a:ext cx="363" cy="327"/>
            </a:xfrm>
            <a:prstGeom prst="rect">
              <a:avLst/>
            </a:prstGeom>
            <a:noFill/>
            <a:ln w="9525">
              <a:noFill/>
            </a:ln>
          </p:spPr>
          <p:txBody>
            <a:bodyPr>
              <a:spAutoFit/>
            </a:bodyPr>
            <a:p>
              <a:pPr>
                <a:spcBef>
                  <a:spcPct val="50000"/>
                </a:spcBef>
              </a:pPr>
              <a:r>
                <a:rPr lang="en-US" altLang="zh-CN" sz="2800" dirty="0">
                  <a:solidFill>
                    <a:srgbClr val="66FF33"/>
                  </a:solidFill>
                  <a:latin typeface="宋体" panose="02010600030101010101" pitchFamily="2" charset="-122"/>
                  <a:ea typeface="宋体" panose="02010600030101010101" pitchFamily="2" charset="-122"/>
                </a:rPr>
                <a:t>+</a:t>
              </a:r>
              <a:endParaRPr lang="en-US" altLang="zh-CN" sz="2800" dirty="0">
                <a:solidFill>
                  <a:srgbClr val="66FF33"/>
                </a:solidFill>
                <a:latin typeface="宋体" panose="02010600030101010101" pitchFamily="2" charset="-122"/>
                <a:ea typeface="宋体" panose="02010600030101010101" pitchFamily="2" charset="-122"/>
              </a:endParaRPr>
            </a:p>
          </p:txBody>
        </p:sp>
        <p:sp>
          <p:nvSpPr>
            <p:cNvPr id="11303" name="Text Box 91"/>
            <p:cNvSpPr txBox="1"/>
            <p:nvPr/>
          </p:nvSpPr>
          <p:spPr>
            <a:xfrm>
              <a:off x="5057" y="527"/>
              <a:ext cx="363" cy="327"/>
            </a:xfrm>
            <a:prstGeom prst="rect">
              <a:avLst/>
            </a:prstGeom>
            <a:noFill/>
            <a:ln w="9525">
              <a:noFill/>
            </a:ln>
          </p:spPr>
          <p:txBody>
            <a:bodyPr>
              <a:spAutoFit/>
            </a:bodyPr>
            <a:p>
              <a:pPr>
                <a:spcBef>
                  <a:spcPct val="50000"/>
                </a:spcBef>
              </a:pPr>
              <a:r>
                <a:rPr lang="en-US" altLang="zh-CN" sz="2800" dirty="0">
                  <a:solidFill>
                    <a:srgbClr val="66FF33"/>
                  </a:solidFill>
                  <a:latin typeface="宋体" panose="02010600030101010101" pitchFamily="2" charset="-122"/>
                  <a:ea typeface="宋体" panose="02010600030101010101" pitchFamily="2" charset="-122"/>
                </a:rPr>
                <a:t>-</a:t>
              </a:r>
              <a:endParaRPr lang="en-US" altLang="zh-CN" sz="2800" dirty="0">
                <a:solidFill>
                  <a:srgbClr val="66FF33"/>
                </a:solidFill>
                <a:latin typeface="宋体" panose="02010600030101010101" pitchFamily="2" charset="-122"/>
                <a:ea typeface="宋体" panose="02010600030101010101" pitchFamily="2" charset="-122"/>
              </a:endParaRPr>
            </a:p>
          </p:txBody>
        </p:sp>
      </p:grpSp>
      <p:grpSp>
        <p:nvGrpSpPr>
          <p:cNvPr id="11" name="Group 96"/>
          <p:cNvGrpSpPr/>
          <p:nvPr/>
        </p:nvGrpSpPr>
        <p:grpSpPr>
          <a:xfrm>
            <a:off x="1763713" y="692150"/>
            <a:ext cx="576262" cy="604838"/>
            <a:chOff x="1066" y="436"/>
            <a:chExt cx="363" cy="381"/>
          </a:xfrm>
        </p:grpSpPr>
        <p:sp>
          <p:nvSpPr>
            <p:cNvPr id="11301" name="Line 94"/>
            <p:cNvSpPr/>
            <p:nvPr/>
          </p:nvSpPr>
          <p:spPr>
            <a:xfrm rot="-5400000">
              <a:off x="1242" y="305"/>
              <a:ext cx="10" cy="363"/>
            </a:xfrm>
            <a:prstGeom prst="line">
              <a:avLst/>
            </a:prstGeom>
            <a:ln w="28575" cap="flat" cmpd="sng">
              <a:solidFill>
                <a:srgbClr val="00FFFF"/>
              </a:solidFill>
              <a:prstDash val="solid"/>
              <a:headEnd type="none" w="med" len="med"/>
              <a:tailEnd type="triangle" w="med" len="med"/>
            </a:ln>
          </p:spPr>
        </p:sp>
        <p:graphicFrame>
          <p:nvGraphicFramePr>
            <p:cNvPr id="11269" name="Object 95"/>
            <p:cNvGraphicFramePr/>
            <p:nvPr/>
          </p:nvGraphicFramePr>
          <p:xfrm>
            <a:off x="1096" y="436"/>
            <a:ext cx="221" cy="381"/>
          </p:xfrm>
          <a:graphic>
            <a:graphicData uri="http://schemas.openxmlformats.org/presentationml/2006/ole">
              <mc:AlternateContent xmlns:mc="http://schemas.openxmlformats.org/markup-compatibility/2006">
                <mc:Choice xmlns:v="urn:schemas-microsoft-com:vml" Requires="v">
                  <p:oleObj spid="_x0000_s3118" name="" r:id="rId15" imgW="177800" imgH="304165" progId="Equation.3">
                    <p:embed/>
                  </p:oleObj>
                </mc:Choice>
                <mc:Fallback>
                  <p:oleObj name="" r:id="rId15" imgW="177800" imgH="304165" progId="Equation.3">
                    <p:embed/>
                    <p:pic>
                      <p:nvPicPr>
                        <p:cNvPr id="0" name="图片 3117"/>
                        <p:cNvPicPr/>
                        <p:nvPr/>
                      </p:nvPicPr>
                      <p:blipFill>
                        <a:blip r:embed="rId16">
                          <a:clrChange>
                            <a:clrFrom>
                              <a:srgbClr val="000000"/>
                            </a:clrFrom>
                            <a:clrTo>
                              <a:srgbClr val="FFFFFF"/>
                            </a:clrTo>
                          </a:clrChange>
                        </a:blip>
                        <a:stretch>
                          <a:fillRect/>
                        </a:stretch>
                      </p:blipFill>
                      <p:spPr>
                        <a:xfrm>
                          <a:off x="1096" y="436"/>
                          <a:ext cx="221" cy="381"/>
                        </a:xfrm>
                        <a:prstGeom prst="rect">
                          <a:avLst/>
                        </a:prstGeom>
                        <a:noFill/>
                        <a:ln w="38100">
                          <a:noFill/>
                          <a:miter/>
                        </a:ln>
                      </p:spPr>
                    </p:pic>
                  </p:oleObj>
                </mc:Fallback>
              </mc:AlternateContent>
            </a:graphicData>
          </a:graphic>
        </p:graphicFrame>
      </p:grpSp>
      <p:grpSp>
        <p:nvGrpSpPr>
          <p:cNvPr id="12" name="Group 97"/>
          <p:cNvGrpSpPr/>
          <p:nvPr/>
        </p:nvGrpSpPr>
        <p:grpSpPr>
          <a:xfrm>
            <a:off x="5795963" y="663575"/>
            <a:ext cx="576262" cy="604838"/>
            <a:chOff x="1066" y="436"/>
            <a:chExt cx="363" cy="381"/>
          </a:xfrm>
        </p:grpSpPr>
        <p:sp>
          <p:nvSpPr>
            <p:cNvPr id="11300" name="Line 98"/>
            <p:cNvSpPr/>
            <p:nvPr/>
          </p:nvSpPr>
          <p:spPr>
            <a:xfrm rot="-5400000">
              <a:off x="1242" y="305"/>
              <a:ext cx="10" cy="363"/>
            </a:xfrm>
            <a:prstGeom prst="line">
              <a:avLst/>
            </a:prstGeom>
            <a:ln w="28575" cap="flat" cmpd="sng">
              <a:solidFill>
                <a:srgbClr val="00FFFF"/>
              </a:solidFill>
              <a:prstDash val="solid"/>
              <a:headEnd type="none" w="med" len="med"/>
              <a:tailEnd type="triangle" w="med" len="med"/>
            </a:ln>
          </p:spPr>
        </p:sp>
        <p:graphicFrame>
          <p:nvGraphicFramePr>
            <p:cNvPr id="11268" name="Object 99"/>
            <p:cNvGraphicFramePr/>
            <p:nvPr/>
          </p:nvGraphicFramePr>
          <p:xfrm>
            <a:off x="1096" y="436"/>
            <a:ext cx="221" cy="381"/>
          </p:xfrm>
          <a:graphic>
            <a:graphicData uri="http://schemas.openxmlformats.org/presentationml/2006/ole">
              <mc:AlternateContent xmlns:mc="http://schemas.openxmlformats.org/markup-compatibility/2006">
                <mc:Choice xmlns:v="urn:schemas-microsoft-com:vml" Requires="v">
                  <p:oleObj spid="_x0000_s3120" name="" r:id="rId17" imgW="177800" imgH="304165" progId="Equation.3">
                    <p:embed/>
                  </p:oleObj>
                </mc:Choice>
                <mc:Fallback>
                  <p:oleObj name="" r:id="rId17" imgW="177800" imgH="304165" progId="Equation.3">
                    <p:embed/>
                    <p:pic>
                      <p:nvPicPr>
                        <p:cNvPr id="0" name="图片 3119"/>
                        <p:cNvPicPr/>
                        <p:nvPr/>
                      </p:nvPicPr>
                      <p:blipFill>
                        <a:blip r:embed="rId16">
                          <a:clrChange>
                            <a:clrFrom>
                              <a:srgbClr val="000000"/>
                            </a:clrFrom>
                            <a:clrTo>
                              <a:srgbClr val="FFFFFF"/>
                            </a:clrTo>
                          </a:clrChange>
                        </a:blip>
                        <a:stretch>
                          <a:fillRect/>
                        </a:stretch>
                      </p:blipFill>
                      <p:spPr>
                        <a:xfrm>
                          <a:off x="1096" y="436"/>
                          <a:ext cx="221" cy="381"/>
                        </a:xfrm>
                        <a:prstGeom prst="rect">
                          <a:avLst/>
                        </a:prstGeom>
                        <a:noFill/>
                        <a:ln w="38100">
                          <a:noFill/>
                          <a:miter/>
                        </a:ln>
                      </p:spPr>
                    </p:pic>
                  </p:oleObj>
                </mc:Fallback>
              </mc:AlternateContent>
            </a:graphicData>
          </a:graphic>
        </p:graphicFrame>
      </p:grpSp>
      <p:grpSp>
        <p:nvGrpSpPr>
          <p:cNvPr id="13" name="Group 102"/>
          <p:cNvGrpSpPr/>
          <p:nvPr/>
        </p:nvGrpSpPr>
        <p:grpSpPr>
          <a:xfrm>
            <a:off x="3924300" y="765175"/>
            <a:ext cx="468313" cy="612775"/>
            <a:chOff x="2562" y="391"/>
            <a:chExt cx="295" cy="386"/>
          </a:xfrm>
        </p:grpSpPr>
        <p:graphicFrame>
          <p:nvGraphicFramePr>
            <p:cNvPr id="11267" name="Object 100"/>
            <p:cNvGraphicFramePr/>
            <p:nvPr/>
          </p:nvGraphicFramePr>
          <p:xfrm>
            <a:off x="2617" y="391"/>
            <a:ext cx="240" cy="386"/>
          </p:xfrm>
          <a:graphic>
            <a:graphicData uri="http://schemas.openxmlformats.org/presentationml/2006/ole">
              <mc:AlternateContent xmlns:mc="http://schemas.openxmlformats.org/markup-compatibility/2006">
                <mc:Choice xmlns:v="urn:schemas-microsoft-com:vml" Requires="v">
                  <p:oleObj spid="_x0000_s3126" name="" r:id="rId18" imgW="165100" imgH="266065" progId="Equation.3">
                    <p:embed/>
                  </p:oleObj>
                </mc:Choice>
                <mc:Fallback>
                  <p:oleObj name="" r:id="rId18" imgW="165100" imgH="266065" progId="Equation.3">
                    <p:embed/>
                    <p:pic>
                      <p:nvPicPr>
                        <p:cNvPr id="0" name="图片 3125"/>
                        <p:cNvPicPr/>
                        <p:nvPr/>
                      </p:nvPicPr>
                      <p:blipFill>
                        <a:blip r:embed="rId19">
                          <a:clrChange>
                            <a:clrFrom>
                              <a:srgbClr val="000000"/>
                            </a:clrFrom>
                            <a:clrTo>
                              <a:srgbClr val="FFFFFF"/>
                            </a:clrTo>
                          </a:clrChange>
                        </a:blip>
                        <a:stretch>
                          <a:fillRect/>
                        </a:stretch>
                      </p:blipFill>
                      <p:spPr>
                        <a:xfrm>
                          <a:off x="2617" y="391"/>
                          <a:ext cx="240" cy="386"/>
                        </a:xfrm>
                        <a:prstGeom prst="rect">
                          <a:avLst/>
                        </a:prstGeom>
                        <a:noFill/>
                        <a:ln w="38100">
                          <a:noFill/>
                          <a:miter/>
                        </a:ln>
                      </p:spPr>
                    </p:pic>
                  </p:oleObj>
                </mc:Fallback>
              </mc:AlternateContent>
            </a:graphicData>
          </a:graphic>
        </p:graphicFrame>
        <p:sp>
          <p:nvSpPr>
            <p:cNvPr id="11299" name="Line 101"/>
            <p:cNvSpPr/>
            <p:nvPr/>
          </p:nvSpPr>
          <p:spPr>
            <a:xfrm>
              <a:off x="2562" y="391"/>
              <a:ext cx="0" cy="363"/>
            </a:xfrm>
            <a:prstGeom prst="line">
              <a:avLst/>
            </a:prstGeom>
            <a:ln w="28575" cap="flat" cmpd="sng">
              <a:solidFill>
                <a:srgbClr val="00FFFF"/>
              </a:solidFill>
              <a:prstDash val="solid"/>
              <a:headEnd type="none" w="med" len="med"/>
              <a:tailEnd type="triangle" w="med" len="med"/>
            </a:ln>
          </p:spPr>
        </p:sp>
      </p:grpSp>
      <p:grpSp>
        <p:nvGrpSpPr>
          <p:cNvPr id="14" name="Group 168"/>
          <p:cNvGrpSpPr/>
          <p:nvPr/>
        </p:nvGrpSpPr>
        <p:grpSpPr>
          <a:xfrm>
            <a:off x="6889750" y="692150"/>
            <a:ext cx="620713" cy="565150"/>
            <a:chOff x="4340" y="436"/>
            <a:chExt cx="391" cy="356"/>
          </a:xfrm>
        </p:grpSpPr>
        <p:graphicFrame>
          <p:nvGraphicFramePr>
            <p:cNvPr id="11266" name="Object 103"/>
            <p:cNvGraphicFramePr/>
            <p:nvPr/>
          </p:nvGraphicFramePr>
          <p:xfrm>
            <a:off x="4340" y="436"/>
            <a:ext cx="391" cy="356"/>
          </p:xfrm>
          <a:graphic>
            <a:graphicData uri="http://schemas.openxmlformats.org/presentationml/2006/ole">
              <mc:AlternateContent xmlns:mc="http://schemas.openxmlformats.org/markup-compatibility/2006">
                <mc:Choice xmlns:v="urn:schemas-microsoft-com:vml" Requires="v">
                  <p:oleObj spid="_x0000_s3127" name="" r:id="rId20" imgW="291465" imgH="266065" progId="Equation.3">
                    <p:embed/>
                  </p:oleObj>
                </mc:Choice>
                <mc:Fallback>
                  <p:oleObj name="" r:id="rId20" imgW="291465" imgH="266065" progId="Equation.3">
                    <p:embed/>
                    <p:pic>
                      <p:nvPicPr>
                        <p:cNvPr id="0" name="图片 3126"/>
                        <p:cNvPicPr/>
                        <p:nvPr/>
                      </p:nvPicPr>
                      <p:blipFill>
                        <a:blip r:embed="rId21">
                          <a:clrChange>
                            <a:clrFrom>
                              <a:srgbClr val="000000"/>
                            </a:clrFrom>
                            <a:clrTo>
                              <a:srgbClr val="FFFFFF"/>
                            </a:clrTo>
                          </a:clrChange>
                        </a:blip>
                        <a:stretch>
                          <a:fillRect/>
                        </a:stretch>
                      </p:blipFill>
                      <p:spPr>
                        <a:xfrm>
                          <a:off x="4340" y="436"/>
                          <a:ext cx="391" cy="356"/>
                        </a:xfrm>
                        <a:prstGeom prst="rect">
                          <a:avLst/>
                        </a:prstGeom>
                        <a:noFill/>
                        <a:ln w="38100">
                          <a:noFill/>
                          <a:miter/>
                        </a:ln>
                      </p:spPr>
                    </p:pic>
                  </p:oleObj>
                </mc:Fallback>
              </mc:AlternateContent>
            </a:graphicData>
          </a:graphic>
        </p:graphicFrame>
        <p:sp>
          <p:nvSpPr>
            <p:cNvPr id="11298" name="Line 104"/>
            <p:cNvSpPr/>
            <p:nvPr/>
          </p:nvSpPr>
          <p:spPr>
            <a:xfrm flipH="1">
              <a:off x="4422" y="481"/>
              <a:ext cx="1" cy="228"/>
            </a:xfrm>
            <a:prstGeom prst="line">
              <a:avLst/>
            </a:prstGeom>
            <a:ln w="28575" cap="flat" cmpd="sng">
              <a:solidFill>
                <a:srgbClr val="00FFFF"/>
              </a:solidFill>
              <a:prstDash val="solid"/>
              <a:headEnd type="none" w="med" len="med"/>
              <a:tailEnd type="triangle" w="med" len="med"/>
            </a:ln>
          </p:spPr>
        </p:sp>
      </p:grpSp>
      <p:grpSp>
        <p:nvGrpSpPr>
          <p:cNvPr id="11289" name="Group 115"/>
          <p:cNvGrpSpPr/>
          <p:nvPr/>
        </p:nvGrpSpPr>
        <p:grpSpPr>
          <a:xfrm>
            <a:off x="8316913" y="6445250"/>
            <a:ext cx="792162" cy="366713"/>
            <a:chOff x="5193" y="4020"/>
            <a:chExt cx="499" cy="231"/>
          </a:xfrm>
        </p:grpSpPr>
        <p:pic>
          <p:nvPicPr>
            <p:cNvPr id="11296" name="Picture 116" descr="78900"/>
            <p:cNvPicPr>
              <a:picLocks noChangeAspect="1"/>
            </p:cNvPicPr>
            <p:nvPr/>
          </p:nvPicPr>
          <p:blipFill>
            <a:blip r:embed="rId22"/>
            <a:stretch>
              <a:fillRect/>
            </a:stretch>
          </p:blipFill>
          <p:spPr>
            <a:xfrm>
              <a:off x="5193" y="4066"/>
              <a:ext cx="499" cy="181"/>
            </a:xfrm>
            <a:prstGeom prst="rect">
              <a:avLst/>
            </a:prstGeom>
            <a:noFill/>
            <a:ln w="9525">
              <a:noFill/>
            </a:ln>
          </p:spPr>
        </p:pic>
        <p:sp>
          <p:nvSpPr>
            <p:cNvPr id="11297" name="Text Box 117">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1290" name="Group 118"/>
          <p:cNvGrpSpPr/>
          <p:nvPr/>
        </p:nvGrpSpPr>
        <p:grpSpPr>
          <a:xfrm>
            <a:off x="7451725" y="6445250"/>
            <a:ext cx="792163" cy="366713"/>
            <a:chOff x="5193" y="4020"/>
            <a:chExt cx="499" cy="231"/>
          </a:xfrm>
        </p:grpSpPr>
        <p:pic>
          <p:nvPicPr>
            <p:cNvPr id="11294" name="Picture 119" descr="78900"/>
            <p:cNvPicPr>
              <a:picLocks noChangeAspect="1"/>
            </p:cNvPicPr>
            <p:nvPr/>
          </p:nvPicPr>
          <p:blipFill>
            <a:blip r:embed="rId22"/>
            <a:stretch>
              <a:fillRect/>
            </a:stretch>
          </p:blipFill>
          <p:spPr>
            <a:xfrm>
              <a:off x="5193" y="4066"/>
              <a:ext cx="499" cy="181"/>
            </a:xfrm>
            <a:prstGeom prst="rect">
              <a:avLst/>
            </a:prstGeom>
            <a:noFill/>
            <a:ln w="9525">
              <a:noFill/>
            </a:ln>
          </p:spPr>
        </p:pic>
        <p:sp>
          <p:nvSpPr>
            <p:cNvPr id="11295" name="Text Box 120">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1291" name="Group 121"/>
          <p:cNvGrpSpPr/>
          <p:nvPr/>
        </p:nvGrpSpPr>
        <p:grpSpPr>
          <a:xfrm>
            <a:off x="6588125" y="6446838"/>
            <a:ext cx="792163" cy="366712"/>
            <a:chOff x="4695" y="4061"/>
            <a:chExt cx="499" cy="231"/>
          </a:xfrm>
        </p:grpSpPr>
        <p:pic>
          <p:nvPicPr>
            <p:cNvPr id="11292" name="Picture 122" descr="78900"/>
            <p:cNvPicPr>
              <a:picLocks noChangeAspect="1"/>
            </p:cNvPicPr>
            <p:nvPr/>
          </p:nvPicPr>
          <p:blipFill>
            <a:blip r:embed="rId22"/>
            <a:stretch>
              <a:fillRect/>
            </a:stretch>
          </p:blipFill>
          <p:spPr>
            <a:xfrm>
              <a:off x="4695" y="4107"/>
              <a:ext cx="499" cy="181"/>
            </a:xfrm>
            <a:prstGeom prst="rect">
              <a:avLst/>
            </a:prstGeom>
            <a:noFill/>
            <a:ln w="9525">
              <a:noFill/>
            </a:ln>
          </p:spPr>
        </p:pic>
        <p:sp>
          <p:nvSpPr>
            <p:cNvPr id="11293" name="Text Box 123">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horizontal)">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10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3" presetClass="entr" presetSubtype="32"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500" fill="hold"/>
                                        <p:tgtEl>
                                          <p:spTgt spid="9"/>
                                        </p:tgtEl>
                                        <p:attrNameLst>
                                          <p:attrName>ppt_w</p:attrName>
                                        </p:attrNameLst>
                                      </p:cBhvr>
                                      <p:tavLst>
                                        <p:tav tm="0">
                                          <p:val>
                                            <p:strVal val="4*#ppt_w"/>
                                          </p:val>
                                        </p:tav>
                                        <p:tav tm="100000">
                                          <p:val>
                                            <p:strVal val="#ppt_w"/>
                                          </p:val>
                                        </p:tav>
                                      </p:tavLst>
                                    </p:anim>
                                    <p:anim calcmode="lin" valueType="num">
                                      <p:cBhvr>
                                        <p:cTn id="22" dur="500" fill="hold"/>
                                        <p:tgtEl>
                                          <p:spTgt spid="9"/>
                                        </p:tgtEl>
                                        <p:attrNameLst>
                                          <p:attrName>ppt_h</p:attrName>
                                        </p:attrNameLst>
                                      </p:cBhvr>
                                      <p:tavLst>
                                        <p:tav tm="0">
                                          <p:val>
                                            <p:strVal val="4*#ppt_h"/>
                                          </p:val>
                                        </p:tav>
                                        <p:tav tm="100000">
                                          <p:val>
                                            <p:strVal val="#ppt_h"/>
                                          </p:val>
                                        </p:tav>
                                      </p:tavLst>
                                    </p:anim>
                                  </p:childTnLst>
                                </p:cTn>
                              </p:par>
                            </p:childTnLst>
                          </p:cTn>
                        </p:par>
                        <p:par>
                          <p:cTn id="23" fill="hold">
                            <p:stCondLst>
                              <p:cond delay="500"/>
                            </p:stCondLst>
                            <p:childTnLst>
                              <p:par>
                                <p:cTn id="24" presetID="23" presetClass="entr" presetSubtype="32" fill="hold" nodeType="after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p:cTn id="26" dur="500" fill="hold"/>
                                        <p:tgtEl>
                                          <p:spTgt spid="10"/>
                                        </p:tgtEl>
                                        <p:attrNameLst>
                                          <p:attrName>ppt_w</p:attrName>
                                        </p:attrNameLst>
                                      </p:cBhvr>
                                      <p:tavLst>
                                        <p:tav tm="0">
                                          <p:val>
                                            <p:strVal val="4*#ppt_w"/>
                                          </p:val>
                                        </p:tav>
                                        <p:tav tm="100000">
                                          <p:val>
                                            <p:strVal val="#ppt_w"/>
                                          </p:val>
                                        </p:tav>
                                      </p:tavLst>
                                    </p:anim>
                                    <p:anim calcmode="lin" valueType="num">
                                      <p:cBhvr>
                                        <p:cTn id="27" dur="500" fill="hold"/>
                                        <p:tgtEl>
                                          <p:spTgt spid="10"/>
                                        </p:tgtEl>
                                        <p:attrNameLst>
                                          <p:attrName>ppt_h</p:attrName>
                                        </p:attrNameLst>
                                      </p:cBhvr>
                                      <p:tavLst>
                                        <p:tav tm="0">
                                          <p:val>
                                            <p:strVal val="4*#ppt_h"/>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10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3" presetClass="entr" presetSubtype="32"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p:cTn id="42" dur="500" fill="hold"/>
                                        <p:tgtEl>
                                          <p:spTgt spid="11"/>
                                        </p:tgtEl>
                                        <p:attrNameLst>
                                          <p:attrName>ppt_w</p:attrName>
                                        </p:attrNameLst>
                                      </p:cBhvr>
                                      <p:tavLst>
                                        <p:tav tm="0">
                                          <p:val>
                                            <p:strVal val="4*#ppt_w"/>
                                          </p:val>
                                        </p:tav>
                                        <p:tav tm="100000">
                                          <p:val>
                                            <p:strVal val="#ppt_w"/>
                                          </p:val>
                                        </p:tav>
                                      </p:tavLst>
                                    </p:anim>
                                    <p:anim calcmode="lin" valueType="num">
                                      <p:cBhvr>
                                        <p:cTn id="43" dur="500" fill="hold"/>
                                        <p:tgtEl>
                                          <p:spTgt spid="11"/>
                                        </p:tgtEl>
                                        <p:attrNameLst>
                                          <p:attrName>ppt_h</p:attrName>
                                        </p:attrNameLst>
                                      </p:cBhvr>
                                      <p:tavLst>
                                        <p:tav tm="0">
                                          <p:val>
                                            <p:strVal val="4*#ppt_h"/>
                                          </p:val>
                                        </p:tav>
                                        <p:tav tm="100000">
                                          <p:val>
                                            <p:strVal val="#ppt_h"/>
                                          </p:val>
                                        </p:tav>
                                      </p:tavLst>
                                    </p:anim>
                                  </p:childTnLst>
                                </p:cTn>
                              </p:par>
                            </p:childTnLst>
                          </p:cTn>
                        </p:par>
                        <p:par>
                          <p:cTn id="44" fill="hold">
                            <p:stCondLst>
                              <p:cond delay="500"/>
                            </p:stCondLst>
                            <p:childTnLst>
                              <p:par>
                                <p:cTn id="45" presetID="23" presetClass="entr" presetSubtype="32" fill="hold" nodeType="after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p:cTn id="47" dur="500" fill="hold"/>
                                        <p:tgtEl>
                                          <p:spTgt spid="12"/>
                                        </p:tgtEl>
                                        <p:attrNameLst>
                                          <p:attrName>ppt_w</p:attrName>
                                        </p:attrNameLst>
                                      </p:cBhvr>
                                      <p:tavLst>
                                        <p:tav tm="0">
                                          <p:val>
                                            <p:strVal val="4*#ppt_w"/>
                                          </p:val>
                                        </p:tav>
                                        <p:tav tm="100000">
                                          <p:val>
                                            <p:strVal val="#ppt_w"/>
                                          </p:val>
                                        </p:tav>
                                      </p:tavLst>
                                    </p:anim>
                                    <p:anim calcmode="lin" valueType="num">
                                      <p:cBhvr>
                                        <p:cTn id="48" dur="500" fill="hold"/>
                                        <p:tgtEl>
                                          <p:spTgt spid="12"/>
                                        </p:tgtEl>
                                        <p:attrNameLst>
                                          <p:attrName>ppt_h</p:attrName>
                                        </p:attrNameLst>
                                      </p:cBhvr>
                                      <p:tavLst>
                                        <p:tav tm="0">
                                          <p:val>
                                            <p:strVal val="4*#ppt_h"/>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8"/>
                                        </p:tgtEl>
                                        <p:attrNameLst>
                                          <p:attrName>style.visibility</p:attrName>
                                        </p:attrNameLst>
                                      </p:cBhvr>
                                      <p:to>
                                        <p:strVal val="visible"/>
                                      </p:to>
                                    </p:set>
                                    <p:animEffect transition="in" filter="wipe(left)">
                                      <p:cBhvr>
                                        <p:cTn id="53" dur="1000"/>
                                        <p:tgtEl>
                                          <p:spTgt spid="8"/>
                                        </p:tgtEl>
                                      </p:cBhvr>
                                    </p:animEffect>
                                  </p:childTnLst>
                                </p:cTn>
                              </p:par>
                            </p:childTnLst>
                          </p:cTn>
                        </p:par>
                      </p:childTnLst>
                    </p:cTn>
                  </p:par>
                  <p:par>
                    <p:cTn id="54" fill="hold">
                      <p:stCondLst>
                        <p:cond delay="indefinite"/>
                      </p:stCondLst>
                      <p:childTnLst>
                        <p:par>
                          <p:cTn id="55" fill="hold">
                            <p:stCondLst>
                              <p:cond delay="0"/>
                            </p:stCondLst>
                            <p:childTnLst>
                              <p:par>
                                <p:cTn id="56" presetID="23" presetClass="entr" presetSubtype="32" fill="hold" nodeType="clickEffect">
                                  <p:stCondLst>
                                    <p:cond delay="0"/>
                                  </p:stCondLst>
                                  <p:childTnLst>
                                    <p:set>
                                      <p:cBhvr>
                                        <p:cTn id="57" dur="1" fill="hold">
                                          <p:stCondLst>
                                            <p:cond delay="0"/>
                                          </p:stCondLst>
                                        </p:cTn>
                                        <p:tgtEl>
                                          <p:spTgt spid="13"/>
                                        </p:tgtEl>
                                        <p:attrNameLst>
                                          <p:attrName>style.visibility</p:attrName>
                                        </p:attrNameLst>
                                      </p:cBhvr>
                                      <p:to>
                                        <p:strVal val="visible"/>
                                      </p:to>
                                    </p:set>
                                    <p:anim calcmode="lin" valueType="num">
                                      <p:cBhvr>
                                        <p:cTn id="58" dur="500" fill="hold"/>
                                        <p:tgtEl>
                                          <p:spTgt spid="13"/>
                                        </p:tgtEl>
                                        <p:attrNameLst>
                                          <p:attrName>ppt_w</p:attrName>
                                        </p:attrNameLst>
                                      </p:cBhvr>
                                      <p:tavLst>
                                        <p:tav tm="0">
                                          <p:val>
                                            <p:strVal val="4*#ppt_w"/>
                                          </p:val>
                                        </p:tav>
                                        <p:tav tm="100000">
                                          <p:val>
                                            <p:strVal val="#ppt_w"/>
                                          </p:val>
                                        </p:tav>
                                      </p:tavLst>
                                    </p:anim>
                                    <p:anim calcmode="lin" valueType="num">
                                      <p:cBhvr>
                                        <p:cTn id="59" dur="500" fill="hold"/>
                                        <p:tgtEl>
                                          <p:spTgt spid="13"/>
                                        </p:tgtEl>
                                        <p:attrNameLst>
                                          <p:attrName>ppt_h</p:attrName>
                                        </p:attrNameLst>
                                      </p:cBhvr>
                                      <p:tavLst>
                                        <p:tav tm="0">
                                          <p:val>
                                            <p:strVal val="4*#ppt_h"/>
                                          </p:val>
                                        </p:tav>
                                        <p:tav tm="100000">
                                          <p:val>
                                            <p:strVal val="#ppt_h"/>
                                          </p:val>
                                        </p:tav>
                                      </p:tavLst>
                                    </p:anim>
                                  </p:childTnLst>
                                </p:cTn>
                              </p:par>
                            </p:childTnLst>
                          </p:cTn>
                        </p:par>
                        <p:par>
                          <p:cTn id="60" fill="hold">
                            <p:stCondLst>
                              <p:cond delay="500"/>
                            </p:stCondLst>
                            <p:childTnLst>
                              <p:par>
                                <p:cTn id="61" presetID="2" presetClass="entr" presetSubtype="1" fill="hold" nodeType="afterEffect">
                                  <p:stCondLst>
                                    <p:cond delay="0"/>
                                  </p:stCondLst>
                                  <p:childTnLst>
                                    <p:set>
                                      <p:cBhvr>
                                        <p:cTn id="62" dur="1" fill="hold">
                                          <p:stCondLst>
                                            <p:cond delay="0"/>
                                          </p:stCondLst>
                                        </p:cTn>
                                        <p:tgtEl>
                                          <p:spTgt spid="14"/>
                                        </p:tgtEl>
                                        <p:attrNameLst>
                                          <p:attrName>style.visibility</p:attrName>
                                        </p:attrNameLst>
                                      </p:cBhvr>
                                      <p:to>
                                        <p:strVal val="visible"/>
                                      </p:to>
                                    </p:set>
                                    <p:anim calcmode="lin" valueType="num">
                                      <p:cBhvr additive="base">
                                        <p:cTn id="63" dur="500" fill="hold"/>
                                        <p:tgtEl>
                                          <p:spTgt spid="14"/>
                                        </p:tgtEl>
                                        <p:attrNameLst>
                                          <p:attrName>ppt_x</p:attrName>
                                        </p:attrNameLst>
                                      </p:cBhvr>
                                      <p:tavLst>
                                        <p:tav tm="0">
                                          <p:val>
                                            <p:strVal val="#ppt_x"/>
                                          </p:val>
                                        </p:tav>
                                        <p:tav tm="100000">
                                          <p:val>
                                            <p:strVal val="#ppt_x"/>
                                          </p:val>
                                        </p:tav>
                                      </p:tavLst>
                                    </p:anim>
                                    <p:anim calcmode="lin" valueType="num">
                                      <p:cBhvr additive="base">
                                        <p:cTn id="64"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Text Box 2"/>
          <p:cNvSpPr txBox="1"/>
          <p:nvPr/>
        </p:nvSpPr>
        <p:spPr>
          <a:xfrm>
            <a:off x="539750" y="1268413"/>
            <a:ext cx="2447925" cy="519112"/>
          </a:xfrm>
          <a:prstGeom prst="rect">
            <a:avLst/>
          </a:prstGeom>
          <a:noFill/>
          <a:ln w="9525">
            <a:noFill/>
          </a:ln>
        </p:spPr>
        <p:txBody>
          <a:bodyPr>
            <a:spAutoFit/>
          </a:bodyPr>
          <a:p>
            <a:pPr marL="342900" indent="-342900">
              <a:buAutoNum type="circleNumDbPlain"/>
            </a:pPr>
            <a:r>
              <a:rPr lang="en-US" altLang="zh-CN" sz="2800" b="0" dirty="0">
                <a:latin typeface="Times New Roman" panose="02020603050405020304" pitchFamily="18" charset="0"/>
              </a:rPr>
              <a:t>Y</a:t>
            </a:r>
            <a:r>
              <a:rPr lang="zh-CN" altLang="en-US" sz="2800" dirty="0">
                <a:latin typeface="Times New Roman" panose="02020603050405020304" pitchFamily="18" charset="0"/>
              </a:rPr>
              <a:t>形联结</a:t>
            </a:r>
            <a:endParaRPr lang="zh-CN" altLang="en-US" sz="2800" dirty="0">
              <a:latin typeface="楷体_GB2312" pitchFamily="49" charset="-122"/>
            </a:endParaRPr>
          </a:p>
        </p:txBody>
      </p:sp>
      <p:sp>
        <p:nvSpPr>
          <p:cNvPr id="30932" name="Text Box 212"/>
          <p:cNvSpPr txBox="1"/>
          <p:nvPr/>
        </p:nvSpPr>
        <p:spPr>
          <a:xfrm>
            <a:off x="395288" y="549275"/>
            <a:ext cx="6121400" cy="579438"/>
          </a:xfrm>
          <a:prstGeom prst="rect">
            <a:avLst/>
          </a:prstGeom>
          <a:noFill/>
          <a:ln w="9525">
            <a:noFill/>
          </a:ln>
        </p:spPr>
        <p:txBody>
          <a:bodyPr>
            <a:spAutoFit/>
          </a:bodyPr>
          <a:p>
            <a:r>
              <a:rPr lang="en-US" altLang="zh-CN" b="0" dirty="0">
                <a:solidFill>
                  <a:schemeClr val="bg1"/>
                </a:solidFill>
                <a:latin typeface="Times New Roman" panose="02020603050405020304" pitchFamily="18" charset="0"/>
              </a:rPr>
              <a:t>2. </a:t>
            </a:r>
            <a:r>
              <a:rPr lang="zh-CN" altLang="en-US" dirty="0">
                <a:solidFill>
                  <a:schemeClr val="bg1"/>
                </a:solidFill>
                <a:latin typeface="楷体_GB2312" pitchFamily="49" charset="-122"/>
              </a:rPr>
              <a:t>相电压和线电压的关系</a:t>
            </a:r>
            <a:endParaRPr lang="zh-CN" altLang="en-US" dirty="0">
              <a:solidFill>
                <a:schemeClr val="bg1"/>
              </a:solidFill>
              <a:latin typeface="楷体_GB2312" pitchFamily="49" charset="-122"/>
            </a:endParaRPr>
          </a:p>
        </p:txBody>
      </p:sp>
      <p:grpSp>
        <p:nvGrpSpPr>
          <p:cNvPr id="12303" name="Group 222"/>
          <p:cNvGrpSpPr/>
          <p:nvPr/>
        </p:nvGrpSpPr>
        <p:grpSpPr>
          <a:xfrm>
            <a:off x="8316913" y="6445250"/>
            <a:ext cx="792162" cy="366713"/>
            <a:chOff x="5193" y="4020"/>
            <a:chExt cx="499" cy="231"/>
          </a:xfrm>
        </p:grpSpPr>
        <p:pic>
          <p:nvPicPr>
            <p:cNvPr id="12356" name="Picture 223"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12357" name="Text Box 22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2304" name="Group 225"/>
          <p:cNvGrpSpPr/>
          <p:nvPr/>
        </p:nvGrpSpPr>
        <p:grpSpPr>
          <a:xfrm>
            <a:off x="7451725" y="6445250"/>
            <a:ext cx="792163" cy="366713"/>
            <a:chOff x="5193" y="4020"/>
            <a:chExt cx="499" cy="231"/>
          </a:xfrm>
        </p:grpSpPr>
        <p:pic>
          <p:nvPicPr>
            <p:cNvPr id="12354" name="Picture 226"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12355" name="Text Box 227">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2305" name="Group 228"/>
          <p:cNvGrpSpPr/>
          <p:nvPr/>
        </p:nvGrpSpPr>
        <p:grpSpPr>
          <a:xfrm>
            <a:off x="6588125" y="6446838"/>
            <a:ext cx="792163" cy="366712"/>
            <a:chOff x="4695" y="4061"/>
            <a:chExt cx="499" cy="231"/>
          </a:xfrm>
        </p:grpSpPr>
        <p:pic>
          <p:nvPicPr>
            <p:cNvPr id="12352" name="Picture 229" descr="78900"/>
            <p:cNvPicPr>
              <a:picLocks noChangeAspect="1"/>
            </p:cNvPicPr>
            <p:nvPr/>
          </p:nvPicPr>
          <p:blipFill>
            <a:blip r:embed="rId1"/>
            <a:stretch>
              <a:fillRect/>
            </a:stretch>
          </p:blipFill>
          <p:spPr>
            <a:xfrm>
              <a:off x="4695" y="4107"/>
              <a:ext cx="499" cy="181"/>
            </a:xfrm>
            <a:prstGeom prst="rect">
              <a:avLst/>
            </a:prstGeom>
            <a:noFill/>
            <a:ln w="9525">
              <a:noFill/>
            </a:ln>
          </p:spPr>
        </p:pic>
        <p:sp>
          <p:nvSpPr>
            <p:cNvPr id="12353" name="Text Box 230">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 name="Group 236"/>
          <p:cNvGrpSpPr/>
          <p:nvPr/>
        </p:nvGrpSpPr>
        <p:grpSpPr>
          <a:xfrm>
            <a:off x="809625" y="1870075"/>
            <a:ext cx="3475038" cy="1963738"/>
            <a:chOff x="510" y="1178"/>
            <a:chExt cx="2189" cy="1237"/>
          </a:xfrm>
        </p:grpSpPr>
        <p:graphicFrame>
          <p:nvGraphicFramePr>
            <p:cNvPr id="12300" name="Object 57"/>
            <p:cNvGraphicFramePr/>
            <p:nvPr/>
          </p:nvGraphicFramePr>
          <p:xfrm>
            <a:off x="510" y="1178"/>
            <a:ext cx="2189" cy="1237"/>
          </p:xfrm>
          <a:graphic>
            <a:graphicData uri="http://schemas.openxmlformats.org/presentationml/2006/ole">
              <mc:AlternateContent xmlns:mc="http://schemas.openxmlformats.org/markup-compatibility/2006">
                <mc:Choice xmlns:v="urn:schemas-microsoft-com:vml" Requires="v">
                  <p:oleObj spid="_x0000_s3125" name="" r:id="rId2" imgW="1663700" imgH="939800" progId="Equation.3">
                    <p:embed/>
                  </p:oleObj>
                </mc:Choice>
                <mc:Fallback>
                  <p:oleObj name="" r:id="rId2" imgW="1663700" imgH="939800" progId="Equation.3">
                    <p:embed/>
                    <p:pic>
                      <p:nvPicPr>
                        <p:cNvPr id="0" name="图片 3124"/>
                        <p:cNvPicPr/>
                        <p:nvPr/>
                      </p:nvPicPr>
                      <p:blipFill>
                        <a:blip r:embed="rId3">
                          <a:clrChange>
                            <a:clrFrom>
                              <a:srgbClr val="000000"/>
                            </a:clrFrom>
                            <a:clrTo>
                              <a:srgbClr val="FFFFFF"/>
                            </a:clrTo>
                          </a:clrChange>
                        </a:blip>
                        <a:stretch>
                          <a:fillRect/>
                        </a:stretch>
                      </p:blipFill>
                      <p:spPr>
                        <a:xfrm>
                          <a:off x="510" y="1178"/>
                          <a:ext cx="2189" cy="1237"/>
                        </a:xfrm>
                        <a:prstGeom prst="rect">
                          <a:avLst/>
                        </a:prstGeom>
                        <a:noFill/>
                        <a:ln w="38100">
                          <a:noFill/>
                          <a:miter/>
                        </a:ln>
                      </p:spPr>
                    </p:pic>
                  </p:oleObj>
                </mc:Fallback>
              </mc:AlternateContent>
            </a:graphicData>
          </a:graphic>
        </p:graphicFrame>
        <p:sp>
          <p:nvSpPr>
            <p:cNvPr id="12349" name="Line 232"/>
            <p:cNvSpPr/>
            <p:nvPr/>
          </p:nvSpPr>
          <p:spPr>
            <a:xfrm>
              <a:off x="2064" y="1525"/>
              <a:ext cx="272" cy="0"/>
            </a:xfrm>
            <a:prstGeom prst="line">
              <a:avLst/>
            </a:prstGeom>
            <a:ln w="9525" cap="flat" cmpd="sng">
              <a:solidFill>
                <a:schemeClr val="bg1"/>
              </a:solidFill>
              <a:prstDash val="solid"/>
              <a:headEnd type="none" w="med" len="med"/>
              <a:tailEnd type="none" w="med" len="med"/>
            </a:ln>
          </p:spPr>
        </p:sp>
        <p:sp>
          <p:nvSpPr>
            <p:cNvPr id="12350" name="Line 234"/>
            <p:cNvSpPr/>
            <p:nvPr/>
          </p:nvSpPr>
          <p:spPr>
            <a:xfrm flipV="1">
              <a:off x="2018" y="1961"/>
              <a:ext cx="590" cy="0"/>
            </a:xfrm>
            <a:prstGeom prst="line">
              <a:avLst/>
            </a:prstGeom>
            <a:ln w="9525" cap="flat" cmpd="sng">
              <a:solidFill>
                <a:schemeClr val="bg1"/>
              </a:solidFill>
              <a:prstDash val="solid"/>
              <a:headEnd type="none" w="med" len="med"/>
              <a:tailEnd type="none" w="med" len="med"/>
            </a:ln>
          </p:spPr>
        </p:sp>
        <p:sp>
          <p:nvSpPr>
            <p:cNvPr id="12351" name="Line 235"/>
            <p:cNvSpPr/>
            <p:nvPr/>
          </p:nvSpPr>
          <p:spPr>
            <a:xfrm>
              <a:off x="2009" y="2378"/>
              <a:ext cx="499" cy="0"/>
            </a:xfrm>
            <a:prstGeom prst="line">
              <a:avLst/>
            </a:prstGeom>
            <a:ln w="9525" cap="flat" cmpd="sng">
              <a:solidFill>
                <a:schemeClr val="bg1"/>
              </a:solidFill>
              <a:prstDash val="solid"/>
              <a:headEnd type="none" w="med" len="med"/>
              <a:tailEnd type="none" w="med" len="med"/>
            </a:ln>
          </p:spPr>
        </p:sp>
      </p:grpSp>
      <p:grpSp>
        <p:nvGrpSpPr>
          <p:cNvPr id="6" name="Group 246"/>
          <p:cNvGrpSpPr/>
          <p:nvPr/>
        </p:nvGrpSpPr>
        <p:grpSpPr>
          <a:xfrm>
            <a:off x="684213" y="3933825"/>
            <a:ext cx="7808912" cy="2084388"/>
            <a:chOff x="431" y="2478"/>
            <a:chExt cx="4919" cy="1313"/>
          </a:xfrm>
        </p:grpSpPr>
        <p:graphicFrame>
          <p:nvGraphicFramePr>
            <p:cNvPr id="12299" name="Object 211"/>
            <p:cNvGraphicFramePr/>
            <p:nvPr/>
          </p:nvGraphicFramePr>
          <p:xfrm>
            <a:off x="431" y="2478"/>
            <a:ext cx="4919" cy="1313"/>
          </p:xfrm>
          <a:graphic>
            <a:graphicData uri="http://schemas.openxmlformats.org/presentationml/2006/ole">
              <mc:AlternateContent xmlns:mc="http://schemas.openxmlformats.org/markup-compatibility/2006">
                <mc:Choice xmlns:v="urn:schemas-microsoft-com:vml" Requires="v">
                  <p:oleObj spid="_x0000_s3128" name="" r:id="rId4" imgW="3543300" imgH="939800" progId="Equation.3">
                    <p:embed/>
                  </p:oleObj>
                </mc:Choice>
                <mc:Fallback>
                  <p:oleObj name="" r:id="rId4" imgW="3543300" imgH="939800" progId="Equation.3">
                    <p:embed/>
                    <p:pic>
                      <p:nvPicPr>
                        <p:cNvPr id="0" name="图片 3127"/>
                        <p:cNvPicPr/>
                        <p:nvPr/>
                      </p:nvPicPr>
                      <p:blipFill>
                        <a:blip r:embed="rId5">
                          <a:clrChange>
                            <a:clrFrom>
                              <a:srgbClr val="000000"/>
                            </a:clrFrom>
                            <a:clrTo>
                              <a:srgbClr val="FFFFFF"/>
                            </a:clrTo>
                          </a:clrChange>
                        </a:blip>
                        <a:stretch>
                          <a:fillRect/>
                        </a:stretch>
                      </p:blipFill>
                      <p:spPr>
                        <a:xfrm>
                          <a:off x="431" y="2478"/>
                          <a:ext cx="4919" cy="1313"/>
                        </a:xfrm>
                        <a:prstGeom prst="rect">
                          <a:avLst/>
                        </a:prstGeom>
                        <a:noFill/>
                        <a:ln w="38100">
                          <a:noFill/>
                          <a:miter/>
                        </a:ln>
                      </p:spPr>
                    </p:pic>
                  </p:oleObj>
                </mc:Fallback>
              </mc:AlternateContent>
            </a:graphicData>
          </a:graphic>
        </p:graphicFrame>
        <p:sp>
          <p:nvSpPr>
            <p:cNvPr id="12340" name="Line 233"/>
            <p:cNvSpPr/>
            <p:nvPr/>
          </p:nvSpPr>
          <p:spPr>
            <a:xfrm>
              <a:off x="2417" y="2849"/>
              <a:ext cx="272" cy="0"/>
            </a:xfrm>
            <a:prstGeom prst="line">
              <a:avLst/>
            </a:prstGeom>
            <a:ln w="9525" cap="flat" cmpd="sng">
              <a:solidFill>
                <a:schemeClr val="bg1"/>
              </a:solidFill>
              <a:prstDash val="solid"/>
              <a:headEnd type="none" w="med" len="med"/>
              <a:tailEnd type="none" w="med" len="med"/>
            </a:ln>
          </p:spPr>
        </p:sp>
        <p:sp>
          <p:nvSpPr>
            <p:cNvPr id="12341" name="Line 237"/>
            <p:cNvSpPr/>
            <p:nvPr/>
          </p:nvSpPr>
          <p:spPr>
            <a:xfrm>
              <a:off x="3125" y="2859"/>
              <a:ext cx="681" cy="0"/>
            </a:xfrm>
            <a:prstGeom prst="line">
              <a:avLst/>
            </a:prstGeom>
            <a:ln w="9525" cap="flat" cmpd="sng">
              <a:solidFill>
                <a:schemeClr val="bg1"/>
              </a:solidFill>
              <a:prstDash val="solid"/>
              <a:headEnd type="none" w="med" len="med"/>
              <a:tailEnd type="none" w="med" len="med"/>
            </a:ln>
          </p:spPr>
        </p:sp>
        <p:sp>
          <p:nvSpPr>
            <p:cNvPr id="12342" name="Line 238"/>
            <p:cNvSpPr/>
            <p:nvPr/>
          </p:nvSpPr>
          <p:spPr>
            <a:xfrm>
              <a:off x="2390" y="3303"/>
              <a:ext cx="680" cy="0"/>
            </a:xfrm>
            <a:prstGeom prst="line">
              <a:avLst/>
            </a:prstGeom>
            <a:ln w="9525" cap="flat" cmpd="sng">
              <a:solidFill>
                <a:schemeClr val="bg1"/>
              </a:solidFill>
              <a:prstDash val="solid"/>
              <a:headEnd type="none" w="med" len="med"/>
              <a:tailEnd type="none" w="med" len="med"/>
            </a:ln>
          </p:spPr>
        </p:sp>
        <p:sp>
          <p:nvSpPr>
            <p:cNvPr id="12343" name="Line 239"/>
            <p:cNvSpPr/>
            <p:nvPr/>
          </p:nvSpPr>
          <p:spPr>
            <a:xfrm>
              <a:off x="3506" y="3303"/>
              <a:ext cx="499" cy="0"/>
            </a:xfrm>
            <a:prstGeom prst="line">
              <a:avLst/>
            </a:prstGeom>
            <a:ln w="9525" cap="flat" cmpd="sng">
              <a:solidFill>
                <a:schemeClr val="bg1"/>
              </a:solidFill>
              <a:prstDash val="solid"/>
              <a:headEnd type="none" w="med" len="med"/>
              <a:tailEnd type="none" w="med" len="med"/>
            </a:ln>
          </p:spPr>
        </p:sp>
        <p:sp>
          <p:nvSpPr>
            <p:cNvPr id="12344" name="Line 240"/>
            <p:cNvSpPr/>
            <p:nvPr/>
          </p:nvSpPr>
          <p:spPr>
            <a:xfrm>
              <a:off x="2390" y="3757"/>
              <a:ext cx="499" cy="0"/>
            </a:xfrm>
            <a:prstGeom prst="line">
              <a:avLst/>
            </a:prstGeom>
            <a:ln w="9525" cap="flat" cmpd="sng">
              <a:solidFill>
                <a:schemeClr val="bg1"/>
              </a:solidFill>
              <a:prstDash val="solid"/>
              <a:headEnd type="none" w="med" len="med"/>
              <a:tailEnd type="none" w="med" len="med"/>
            </a:ln>
          </p:spPr>
        </p:sp>
        <p:sp>
          <p:nvSpPr>
            <p:cNvPr id="12345" name="Line 241"/>
            <p:cNvSpPr/>
            <p:nvPr/>
          </p:nvSpPr>
          <p:spPr>
            <a:xfrm>
              <a:off x="4531" y="2849"/>
              <a:ext cx="363" cy="0"/>
            </a:xfrm>
            <a:prstGeom prst="line">
              <a:avLst/>
            </a:prstGeom>
            <a:ln w="9525" cap="flat" cmpd="sng">
              <a:solidFill>
                <a:schemeClr val="bg1"/>
              </a:solidFill>
              <a:prstDash val="solid"/>
              <a:headEnd type="none" w="med" len="med"/>
              <a:tailEnd type="none" w="med" len="med"/>
            </a:ln>
          </p:spPr>
        </p:sp>
        <p:sp>
          <p:nvSpPr>
            <p:cNvPr id="12346" name="Line 242"/>
            <p:cNvSpPr/>
            <p:nvPr/>
          </p:nvSpPr>
          <p:spPr>
            <a:xfrm>
              <a:off x="3325" y="3748"/>
              <a:ext cx="272" cy="0"/>
            </a:xfrm>
            <a:prstGeom prst="line">
              <a:avLst/>
            </a:prstGeom>
            <a:ln w="9525" cap="flat" cmpd="sng">
              <a:solidFill>
                <a:schemeClr val="bg1"/>
              </a:solidFill>
              <a:prstDash val="solid"/>
              <a:headEnd type="none" w="med" len="med"/>
              <a:tailEnd type="none" w="med" len="med"/>
            </a:ln>
          </p:spPr>
        </p:sp>
        <p:sp>
          <p:nvSpPr>
            <p:cNvPr id="12347" name="Line 244"/>
            <p:cNvSpPr/>
            <p:nvPr/>
          </p:nvSpPr>
          <p:spPr>
            <a:xfrm>
              <a:off x="4731" y="3303"/>
              <a:ext cx="544" cy="0"/>
            </a:xfrm>
            <a:prstGeom prst="line">
              <a:avLst/>
            </a:prstGeom>
            <a:ln w="9525" cap="flat" cmpd="sng">
              <a:solidFill>
                <a:schemeClr val="bg1"/>
              </a:solidFill>
              <a:prstDash val="solid"/>
              <a:headEnd type="none" w="med" len="med"/>
              <a:tailEnd type="none" w="med" len="med"/>
            </a:ln>
          </p:spPr>
        </p:sp>
        <p:sp>
          <p:nvSpPr>
            <p:cNvPr id="12348" name="Line 245"/>
            <p:cNvSpPr/>
            <p:nvPr/>
          </p:nvSpPr>
          <p:spPr>
            <a:xfrm>
              <a:off x="4323" y="3748"/>
              <a:ext cx="498" cy="0"/>
            </a:xfrm>
            <a:prstGeom prst="line">
              <a:avLst/>
            </a:prstGeom>
            <a:ln w="9525" cap="flat" cmpd="sng">
              <a:solidFill>
                <a:schemeClr val="bg1"/>
              </a:solidFill>
              <a:prstDash val="solid"/>
              <a:headEnd type="none" w="med" len="med"/>
              <a:tailEnd type="none" w="med" len="med"/>
            </a:ln>
          </p:spPr>
        </p:sp>
      </p:grpSp>
      <p:grpSp>
        <p:nvGrpSpPr>
          <p:cNvPr id="7" name="Group 253"/>
          <p:cNvGrpSpPr/>
          <p:nvPr/>
        </p:nvGrpSpPr>
        <p:grpSpPr>
          <a:xfrm>
            <a:off x="5364163" y="404813"/>
            <a:ext cx="2957512" cy="3484562"/>
            <a:chOff x="3379" y="255"/>
            <a:chExt cx="1863" cy="2195"/>
          </a:xfrm>
        </p:grpSpPr>
        <p:sp>
          <p:nvSpPr>
            <p:cNvPr id="12309" name="Oval 160"/>
            <p:cNvSpPr/>
            <p:nvPr/>
          </p:nvSpPr>
          <p:spPr>
            <a:xfrm>
              <a:off x="3606" y="62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12310" name="Oval 161"/>
            <p:cNvSpPr/>
            <p:nvPr/>
          </p:nvSpPr>
          <p:spPr>
            <a:xfrm>
              <a:off x="3561" y="1310"/>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12311" name="Oval 162"/>
            <p:cNvSpPr/>
            <p:nvPr/>
          </p:nvSpPr>
          <p:spPr>
            <a:xfrm>
              <a:off x="3560" y="1933"/>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12312" name="Line 163"/>
            <p:cNvSpPr/>
            <p:nvPr/>
          </p:nvSpPr>
          <p:spPr>
            <a:xfrm rot="5400000" flipH="1">
              <a:off x="3787" y="402"/>
              <a:ext cx="0" cy="817"/>
            </a:xfrm>
            <a:prstGeom prst="line">
              <a:avLst/>
            </a:prstGeom>
            <a:ln w="28575" cap="flat" cmpd="sng">
              <a:solidFill>
                <a:srgbClr val="FFCC00"/>
              </a:solidFill>
              <a:prstDash val="solid"/>
              <a:headEnd type="none" w="med" len="med"/>
              <a:tailEnd type="none" w="med" len="med"/>
            </a:ln>
          </p:spPr>
        </p:sp>
        <p:sp>
          <p:nvSpPr>
            <p:cNvPr id="12313" name="Text Box 164"/>
            <p:cNvSpPr txBox="1"/>
            <p:nvPr/>
          </p:nvSpPr>
          <p:spPr>
            <a:xfrm rot="5400000">
              <a:off x="4002" y="494"/>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2314" name="Text Box 165"/>
            <p:cNvSpPr txBox="1"/>
            <p:nvPr/>
          </p:nvSpPr>
          <p:spPr>
            <a:xfrm>
              <a:off x="3380" y="481"/>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2315" name="Line 166"/>
            <p:cNvSpPr/>
            <p:nvPr/>
          </p:nvSpPr>
          <p:spPr>
            <a:xfrm flipV="1">
              <a:off x="4196" y="811"/>
              <a:ext cx="644" cy="0"/>
            </a:xfrm>
            <a:prstGeom prst="line">
              <a:avLst/>
            </a:prstGeom>
            <a:ln w="28575" cap="flat" cmpd="sng">
              <a:solidFill>
                <a:srgbClr val="FFCC00"/>
              </a:solidFill>
              <a:prstDash val="solid"/>
              <a:headEnd type="none" w="med" len="med"/>
              <a:tailEnd type="none" w="med" len="med"/>
            </a:ln>
          </p:spPr>
        </p:sp>
        <p:sp>
          <p:nvSpPr>
            <p:cNvPr id="12316" name="Oval 167"/>
            <p:cNvSpPr/>
            <p:nvPr/>
          </p:nvSpPr>
          <p:spPr>
            <a:xfrm>
              <a:off x="4840" y="783"/>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2317" name="Text Box 169"/>
            <p:cNvSpPr txBox="1"/>
            <p:nvPr/>
          </p:nvSpPr>
          <p:spPr>
            <a:xfrm>
              <a:off x="4876" y="629"/>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2318" name="Line 172"/>
            <p:cNvSpPr/>
            <p:nvPr/>
          </p:nvSpPr>
          <p:spPr>
            <a:xfrm rot="5400000" flipH="1">
              <a:off x="3787" y="1082"/>
              <a:ext cx="0" cy="817"/>
            </a:xfrm>
            <a:prstGeom prst="line">
              <a:avLst/>
            </a:prstGeom>
            <a:ln w="28575" cap="flat" cmpd="sng">
              <a:solidFill>
                <a:srgbClr val="FFCC00"/>
              </a:solidFill>
              <a:prstDash val="solid"/>
              <a:headEnd type="none" w="med" len="med"/>
              <a:tailEnd type="oval" w="med" len="med"/>
            </a:ln>
          </p:spPr>
        </p:sp>
        <p:sp>
          <p:nvSpPr>
            <p:cNvPr id="12319" name="Text Box 173"/>
            <p:cNvSpPr txBox="1"/>
            <p:nvPr/>
          </p:nvSpPr>
          <p:spPr>
            <a:xfrm rot="5400000">
              <a:off x="4002" y="1175"/>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2320" name="Text Box 174"/>
            <p:cNvSpPr txBox="1"/>
            <p:nvPr/>
          </p:nvSpPr>
          <p:spPr>
            <a:xfrm>
              <a:off x="3380" y="1162"/>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2321" name="Line 175"/>
            <p:cNvSpPr/>
            <p:nvPr/>
          </p:nvSpPr>
          <p:spPr>
            <a:xfrm flipV="1">
              <a:off x="4196" y="1491"/>
              <a:ext cx="726" cy="0"/>
            </a:xfrm>
            <a:prstGeom prst="line">
              <a:avLst/>
            </a:prstGeom>
            <a:ln w="28575" cap="flat" cmpd="sng">
              <a:solidFill>
                <a:srgbClr val="FFCC00"/>
              </a:solidFill>
              <a:prstDash val="solid"/>
              <a:headEnd type="none" w="med" len="med"/>
              <a:tailEnd type="none" w="med" len="med"/>
            </a:ln>
          </p:spPr>
        </p:sp>
        <p:sp>
          <p:nvSpPr>
            <p:cNvPr id="12322" name="Oval 176"/>
            <p:cNvSpPr/>
            <p:nvPr/>
          </p:nvSpPr>
          <p:spPr>
            <a:xfrm>
              <a:off x="4911" y="1464"/>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2323" name="Text Box 177"/>
            <p:cNvSpPr txBox="1"/>
            <p:nvPr/>
          </p:nvSpPr>
          <p:spPr>
            <a:xfrm>
              <a:off x="4921" y="1344"/>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2324" name="Line 179"/>
            <p:cNvSpPr/>
            <p:nvPr/>
          </p:nvSpPr>
          <p:spPr>
            <a:xfrm rot="5400000" flipH="1">
              <a:off x="3787" y="1717"/>
              <a:ext cx="0" cy="817"/>
            </a:xfrm>
            <a:prstGeom prst="line">
              <a:avLst/>
            </a:prstGeom>
            <a:ln w="28575" cap="flat" cmpd="sng">
              <a:solidFill>
                <a:srgbClr val="FFCC00"/>
              </a:solidFill>
              <a:prstDash val="solid"/>
              <a:headEnd type="none" w="med" len="med"/>
              <a:tailEnd type="none" w="med" len="med"/>
            </a:ln>
          </p:spPr>
        </p:sp>
        <p:sp>
          <p:nvSpPr>
            <p:cNvPr id="12325" name="Text Box 180"/>
            <p:cNvSpPr txBox="1"/>
            <p:nvPr/>
          </p:nvSpPr>
          <p:spPr>
            <a:xfrm rot="5400000">
              <a:off x="4002" y="1810"/>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2326" name="Text Box 181"/>
            <p:cNvSpPr txBox="1"/>
            <p:nvPr/>
          </p:nvSpPr>
          <p:spPr>
            <a:xfrm>
              <a:off x="3380" y="1842"/>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2327" name="Line 182"/>
            <p:cNvSpPr/>
            <p:nvPr/>
          </p:nvSpPr>
          <p:spPr>
            <a:xfrm flipV="1">
              <a:off x="4196" y="2126"/>
              <a:ext cx="644" cy="0"/>
            </a:xfrm>
            <a:prstGeom prst="line">
              <a:avLst/>
            </a:prstGeom>
            <a:ln w="28575" cap="flat" cmpd="sng">
              <a:solidFill>
                <a:srgbClr val="FFCC00"/>
              </a:solidFill>
              <a:prstDash val="solid"/>
              <a:headEnd type="none" w="med" len="med"/>
              <a:tailEnd type="none" w="med" len="med"/>
            </a:ln>
          </p:spPr>
        </p:sp>
        <p:sp>
          <p:nvSpPr>
            <p:cNvPr id="12328" name="Oval 183"/>
            <p:cNvSpPr/>
            <p:nvPr/>
          </p:nvSpPr>
          <p:spPr>
            <a:xfrm>
              <a:off x="4838" y="2099"/>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2329" name="Text Box 184"/>
            <p:cNvSpPr txBox="1"/>
            <p:nvPr/>
          </p:nvSpPr>
          <p:spPr>
            <a:xfrm>
              <a:off x="4876" y="1945"/>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2330" name="Line 186"/>
            <p:cNvSpPr/>
            <p:nvPr/>
          </p:nvSpPr>
          <p:spPr>
            <a:xfrm>
              <a:off x="3379" y="811"/>
              <a:ext cx="0" cy="1312"/>
            </a:xfrm>
            <a:prstGeom prst="line">
              <a:avLst/>
            </a:prstGeom>
            <a:ln w="28575" cap="flat" cmpd="sng">
              <a:solidFill>
                <a:srgbClr val="FFCC00"/>
              </a:solidFill>
              <a:prstDash val="solid"/>
              <a:headEnd type="none" w="med" len="med"/>
              <a:tailEnd type="none" w="med" len="med"/>
            </a:ln>
          </p:spPr>
        </p:sp>
        <p:graphicFrame>
          <p:nvGraphicFramePr>
            <p:cNvPr id="12290" name="Object 188"/>
            <p:cNvGraphicFramePr/>
            <p:nvPr/>
          </p:nvGraphicFramePr>
          <p:xfrm>
            <a:off x="3697" y="255"/>
            <a:ext cx="284" cy="381"/>
          </p:xfrm>
          <a:graphic>
            <a:graphicData uri="http://schemas.openxmlformats.org/presentationml/2006/ole">
              <mc:AlternateContent xmlns:mc="http://schemas.openxmlformats.org/markup-compatibility/2006">
                <mc:Choice xmlns:v="urn:schemas-microsoft-com:vml" Requires="v">
                  <p:oleObj spid="_x0000_s3133" name="" r:id="rId6" imgW="228600" imgH="304800" progId="Equation.3">
                    <p:embed/>
                  </p:oleObj>
                </mc:Choice>
                <mc:Fallback>
                  <p:oleObj name="" r:id="rId6" imgW="228600" imgH="304800" progId="Equation.3">
                    <p:embed/>
                    <p:pic>
                      <p:nvPicPr>
                        <p:cNvPr id="0" name="图片 3132"/>
                        <p:cNvPicPr/>
                        <p:nvPr/>
                      </p:nvPicPr>
                      <p:blipFill>
                        <a:blip r:embed="rId7">
                          <a:clrChange>
                            <a:clrFrom>
                              <a:srgbClr val="000000"/>
                            </a:clrFrom>
                            <a:clrTo>
                              <a:srgbClr val="FFFFFF"/>
                            </a:clrTo>
                          </a:clrChange>
                        </a:blip>
                        <a:stretch>
                          <a:fillRect/>
                        </a:stretch>
                      </p:blipFill>
                      <p:spPr>
                        <a:xfrm>
                          <a:off x="3697" y="255"/>
                          <a:ext cx="284" cy="381"/>
                        </a:xfrm>
                        <a:prstGeom prst="rect">
                          <a:avLst/>
                        </a:prstGeom>
                        <a:noFill/>
                        <a:ln w="38100">
                          <a:noFill/>
                          <a:miter/>
                        </a:ln>
                      </p:spPr>
                    </p:pic>
                  </p:oleObj>
                </mc:Fallback>
              </mc:AlternateContent>
            </a:graphicData>
          </a:graphic>
        </p:graphicFrame>
        <p:graphicFrame>
          <p:nvGraphicFramePr>
            <p:cNvPr id="12291" name="Object 189"/>
            <p:cNvGraphicFramePr/>
            <p:nvPr/>
          </p:nvGraphicFramePr>
          <p:xfrm>
            <a:off x="3743" y="935"/>
            <a:ext cx="285" cy="397"/>
          </p:xfrm>
          <a:graphic>
            <a:graphicData uri="http://schemas.openxmlformats.org/presentationml/2006/ole">
              <mc:AlternateContent xmlns:mc="http://schemas.openxmlformats.org/markup-compatibility/2006">
                <mc:Choice xmlns:v="urn:schemas-microsoft-com:vml" Requires="v">
                  <p:oleObj spid="_x0000_s3130" name="" r:id="rId8" imgW="228600" imgH="317500" progId="Equation.3">
                    <p:embed/>
                  </p:oleObj>
                </mc:Choice>
                <mc:Fallback>
                  <p:oleObj name="" r:id="rId8" imgW="228600" imgH="317500" progId="Equation.3">
                    <p:embed/>
                    <p:pic>
                      <p:nvPicPr>
                        <p:cNvPr id="0" name="图片 3129"/>
                        <p:cNvPicPr/>
                        <p:nvPr/>
                      </p:nvPicPr>
                      <p:blipFill>
                        <a:blip r:embed="rId9">
                          <a:clrChange>
                            <a:clrFrom>
                              <a:srgbClr val="000000"/>
                            </a:clrFrom>
                            <a:clrTo>
                              <a:srgbClr val="FFFFFF"/>
                            </a:clrTo>
                          </a:clrChange>
                        </a:blip>
                        <a:stretch>
                          <a:fillRect/>
                        </a:stretch>
                      </p:blipFill>
                      <p:spPr>
                        <a:xfrm>
                          <a:off x="3743" y="935"/>
                          <a:ext cx="285" cy="397"/>
                        </a:xfrm>
                        <a:prstGeom prst="rect">
                          <a:avLst/>
                        </a:prstGeom>
                        <a:noFill/>
                        <a:ln w="38100">
                          <a:noFill/>
                          <a:miter/>
                        </a:ln>
                      </p:spPr>
                    </p:pic>
                  </p:oleObj>
                </mc:Fallback>
              </mc:AlternateContent>
            </a:graphicData>
          </a:graphic>
        </p:graphicFrame>
        <p:graphicFrame>
          <p:nvGraphicFramePr>
            <p:cNvPr id="12292" name="Object 190"/>
            <p:cNvGraphicFramePr/>
            <p:nvPr/>
          </p:nvGraphicFramePr>
          <p:xfrm>
            <a:off x="3743" y="1570"/>
            <a:ext cx="285" cy="397"/>
          </p:xfrm>
          <a:graphic>
            <a:graphicData uri="http://schemas.openxmlformats.org/presentationml/2006/ole">
              <mc:AlternateContent xmlns:mc="http://schemas.openxmlformats.org/markup-compatibility/2006">
                <mc:Choice xmlns:v="urn:schemas-microsoft-com:vml" Requires="v">
                  <p:oleObj spid="_x0000_s3129" name="" r:id="rId10" imgW="228600" imgH="317500" progId="Equation.3">
                    <p:embed/>
                  </p:oleObj>
                </mc:Choice>
                <mc:Fallback>
                  <p:oleObj name="" r:id="rId10" imgW="228600" imgH="317500" progId="Equation.3">
                    <p:embed/>
                    <p:pic>
                      <p:nvPicPr>
                        <p:cNvPr id="0" name="图片 3128"/>
                        <p:cNvPicPr/>
                        <p:nvPr/>
                      </p:nvPicPr>
                      <p:blipFill>
                        <a:blip r:embed="rId11">
                          <a:clrChange>
                            <a:clrFrom>
                              <a:srgbClr val="000000"/>
                            </a:clrFrom>
                            <a:clrTo>
                              <a:srgbClr val="FFFFFF"/>
                            </a:clrTo>
                          </a:clrChange>
                        </a:blip>
                        <a:stretch>
                          <a:fillRect/>
                        </a:stretch>
                      </p:blipFill>
                      <p:spPr>
                        <a:xfrm>
                          <a:off x="3743" y="1570"/>
                          <a:ext cx="285" cy="397"/>
                        </a:xfrm>
                        <a:prstGeom prst="rect">
                          <a:avLst/>
                        </a:prstGeom>
                        <a:noFill/>
                        <a:ln w="38100">
                          <a:noFill/>
                          <a:miter/>
                        </a:ln>
                      </p:spPr>
                    </p:pic>
                  </p:oleObj>
                </mc:Fallback>
              </mc:AlternateContent>
            </a:graphicData>
          </a:graphic>
        </p:graphicFrame>
        <p:graphicFrame>
          <p:nvGraphicFramePr>
            <p:cNvPr id="12293" name="Object 193"/>
            <p:cNvGraphicFramePr/>
            <p:nvPr/>
          </p:nvGraphicFramePr>
          <p:xfrm>
            <a:off x="4333" y="811"/>
            <a:ext cx="398" cy="416"/>
          </p:xfrm>
          <a:graphic>
            <a:graphicData uri="http://schemas.openxmlformats.org/presentationml/2006/ole">
              <mc:AlternateContent xmlns:mc="http://schemas.openxmlformats.org/markup-compatibility/2006">
                <mc:Choice xmlns:v="urn:schemas-microsoft-com:vml" Requires="v">
                  <p:oleObj spid="_x0000_s3131" name="" r:id="rId12" imgW="292100" imgH="304800" progId="Equation.3">
                    <p:embed/>
                  </p:oleObj>
                </mc:Choice>
                <mc:Fallback>
                  <p:oleObj name="" r:id="rId12" imgW="292100" imgH="304800" progId="Equation.3">
                    <p:embed/>
                    <p:pic>
                      <p:nvPicPr>
                        <p:cNvPr id="0" name="图片 3130"/>
                        <p:cNvPicPr/>
                        <p:nvPr/>
                      </p:nvPicPr>
                      <p:blipFill>
                        <a:blip r:embed="rId13">
                          <a:clrChange>
                            <a:clrFrom>
                              <a:srgbClr val="000000"/>
                            </a:clrFrom>
                            <a:clrTo>
                              <a:srgbClr val="66FF33"/>
                            </a:clrTo>
                          </a:clrChange>
                        </a:blip>
                        <a:stretch>
                          <a:fillRect/>
                        </a:stretch>
                      </p:blipFill>
                      <p:spPr>
                        <a:xfrm>
                          <a:off x="4333" y="811"/>
                          <a:ext cx="398" cy="416"/>
                        </a:xfrm>
                        <a:prstGeom prst="rect">
                          <a:avLst/>
                        </a:prstGeom>
                        <a:noFill/>
                        <a:ln w="38100">
                          <a:noFill/>
                          <a:miter/>
                        </a:ln>
                      </p:spPr>
                    </p:pic>
                  </p:oleObj>
                </mc:Fallback>
              </mc:AlternateContent>
            </a:graphicData>
          </a:graphic>
        </p:graphicFrame>
        <p:graphicFrame>
          <p:nvGraphicFramePr>
            <p:cNvPr id="12294" name="Object 196"/>
            <p:cNvGraphicFramePr/>
            <p:nvPr/>
          </p:nvGraphicFramePr>
          <p:xfrm>
            <a:off x="4332" y="1536"/>
            <a:ext cx="400" cy="416"/>
          </p:xfrm>
          <a:graphic>
            <a:graphicData uri="http://schemas.openxmlformats.org/presentationml/2006/ole">
              <mc:AlternateContent xmlns:mc="http://schemas.openxmlformats.org/markup-compatibility/2006">
                <mc:Choice xmlns:v="urn:schemas-microsoft-com:vml" Requires="v">
                  <p:oleObj spid="_x0000_s3132" name="" r:id="rId14" imgW="292100" imgH="304800" progId="Equation.3">
                    <p:embed/>
                  </p:oleObj>
                </mc:Choice>
                <mc:Fallback>
                  <p:oleObj name="" r:id="rId14" imgW="292100" imgH="304800" progId="Equation.3">
                    <p:embed/>
                    <p:pic>
                      <p:nvPicPr>
                        <p:cNvPr id="0" name="图片 3131"/>
                        <p:cNvPicPr/>
                        <p:nvPr/>
                      </p:nvPicPr>
                      <p:blipFill>
                        <a:blip r:embed="rId15">
                          <a:clrChange>
                            <a:clrFrom>
                              <a:srgbClr val="000000"/>
                            </a:clrFrom>
                            <a:clrTo>
                              <a:srgbClr val="66FF33"/>
                            </a:clrTo>
                          </a:clrChange>
                        </a:blip>
                        <a:stretch>
                          <a:fillRect/>
                        </a:stretch>
                      </p:blipFill>
                      <p:spPr>
                        <a:xfrm>
                          <a:off x="4332" y="1536"/>
                          <a:ext cx="400" cy="416"/>
                        </a:xfrm>
                        <a:prstGeom prst="rect">
                          <a:avLst/>
                        </a:prstGeom>
                        <a:noFill/>
                        <a:ln w="38100">
                          <a:noFill/>
                          <a:miter/>
                        </a:ln>
                      </p:spPr>
                    </p:pic>
                  </p:oleObj>
                </mc:Fallback>
              </mc:AlternateContent>
            </a:graphicData>
          </a:graphic>
        </p:graphicFrame>
        <p:graphicFrame>
          <p:nvGraphicFramePr>
            <p:cNvPr id="12295" name="Object 199"/>
            <p:cNvGraphicFramePr/>
            <p:nvPr/>
          </p:nvGraphicFramePr>
          <p:xfrm>
            <a:off x="4876" y="992"/>
            <a:ext cx="366" cy="381"/>
          </p:xfrm>
          <a:graphic>
            <a:graphicData uri="http://schemas.openxmlformats.org/presentationml/2006/ole">
              <mc:AlternateContent xmlns:mc="http://schemas.openxmlformats.org/markup-compatibility/2006">
                <mc:Choice xmlns:v="urn:schemas-microsoft-com:vml" Requires="v">
                  <p:oleObj spid="_x0000_s3134" name="" r:id="rId16" imgW="292100" imgH="304800" progId="Equation.3">
                    <p:embed/>
                  </p:oleObj>
                </mc:Choice>
                <mc:Fallback>
                  <p:oleObj name="" r:id="rId16" imgW="292100" imgH="304800" progId="Equation.3">
                    <p:embed/>
                    <p:pic>
                      <p:nvPicPr>
                        <p:cNvPr id="0" name="图片 3133"/>
                        <p:cNvPicPr/>
                        <p:nvPr/>
                      </p:nvPicPr>
                      <p:blipFill>
                        <a:blip r:embed="rId17">
                          <a:clrChange>
                            <a:clrFrom>
                              <a:srgbClr val="000000"/>
                            </a:clrFrom>
                            <a:clrTo>
                              <a:srgbClr val="66FF33"/>
                            </a:clrTo>
                          </a:clrChange>
                        </a:blip>
                        <a:stretch>
                          <a:fillRect/>
                        </a:stretch>
                      </p:blipFill>
                      <p:spPr>
                        <a:xfrm>
                          <a:off x="4876" y="992"/>
                          <a:ext cx="366" cy="381"/>
                        </a:xfrm>
                        <a:prstGeom prst="rect">
                          <a:avLst/>
                        </a:prstGeom>
                        <a:noFill/>
                        <a:ln w="38100">
                          <a:noFill/>
                          <a:miter/>
                        </a:ln>
                      </p:spPr>
                    </p:pic>
                  </p:oleObj>
                </mc:Fallback>
              </mc:AlternateContent>
            </a:graphicData>
          </a:graphic>
        </p:graphicFrame>
        <p:sp>
          <p:nvSpPr>
            <p:cNvPr id="12331" name="Line 201"/>
            <p:cNvSpPr/>
            <p:nvPr/>
          </p:nvSpPr>
          <p:spPr>
            <a:xfrm rot="-5400000">
              <a:off x="4478" y="625"/>
              <a:ext cx="0" cy="384"/>
            </a:xfrm>
            <a:prstGeom prst="line">
              <a:avLst/>
            </a:prstGeom>
            <a:ln w="28575" cap="flat" cmpd="sng">
              <a:solidFill>
                <a:srgbClr val="00FFFF"/>
              </a:solidFill>
              <a:prstDash val="solid"/>
              <a:headEnd type="none" w="med" len="med"/>
              <a:tailEnd type="triangle" w="med" len="med"/>
            </a:ln>
          </p:spPr>
        </p:sp>
        <p:graphicFrame>
          <p:nvGraphicFramePr>
            <p:cNvPr id="12296" name="Object 202"/>
            <p:cNvGraphicFramePr/>
            <p:nvPr/>
          </p:nvGraphicFramePr>
          <p:xfrm>
            <a:off x="4377" y="436"/>
            <a:ext cx="221" cy="381"/>
          </p:xfrm>
          <a:graphic>
            <a:graphicData uri="http://schemas.openxmlformats.org/presentationml/2006/ole">
              <mc:AlternateContent xmlns:mc="http://schemas.openxmlformats.org/markup-compatibility/2006">
                <mc:Choice xmlns:v="urn:schemas-microsoft-com:vml" Requires="v">
                  <p:oleObj spid="_x0000_s3138" name="" r:id="rId18" imgW="177800" imgH="304165" progId="Equation.3">
                    <p:embed/>
                  </p:oleObj>
                </mc:Choice>
                <mc:Fallback>
                  <p:oleObj name="" r:id="rId18" imgW="177800" imgH="304165" progId="Equation.3">
                    <p:embed/>
                    <p:pic>
                      <p:nvPicPr>
                        <p:cNvPr id="0" name="图片 3137"/>
                        <p:cNvPicPr/>
                        <p:nvPr/>
                      </p:nvPicPr>
                      <p:blipFill>
                        <a:blip r:embed="rId19">
                          <a:clrChange>
                            <a:clrFrom>
                              <a:srgbClr val="000000"/>
                            </a:clrFrom>
                            <a:clrTo>
                              <a:srgbClr val="FFFFFF"/>
                            </a:clrTo>
                          </a:clrChange>
                        </a:blip>
                        <a:stretch>
                          <a:fillRect/>
                        </a:stretch>
                      </p:blipFill>
                      <p:spPr>
                        <a:xfrm>
                          <a:off x="4377" y="436"/>
                          <a:ext cx="221" cy="381"/>
                        </a:xfrm>
                        <a:prstGeom prst="rect">
                          <a:avLst/>
                        </a:prstGeom>
                        <a:noFill/>
                        <a:ln w="38100">
                          <a:noFill/>
                          <a:miter/>
                        </a:ln>
                      </p:spPr>
                    </p:pic>
                  </p:oleObj>
                </mc:Fallback>
              </mc:AlternateContent>
            </a:graphicData>
          </a:graphic>
        </p:graphicFrame>
        <p:sp>
          <p:nvSpPr>
            <p:cNvPr id="12332" name="Line 204"/>
            <p:cNvSpPr/>
            <p:nvPr/>
          </p:nvSpPr>
          <p:spPr>
            <a:xfrm rot="-5400000">
              <a:off x="4524" y="1297"/>
              <a:ext cx="0" cy="384"/>
            </a:xfrm>
            <a:prstGeom prst="line">
              <a:avLst/>
            </a:prstGeom>
            <a:ln w="28575" cap="flat" cmpd="sng">
              <a:solidFill>
                <a:srgbClr val="00FFFF"/>
              </a:solidFill>
              <a:prstDash val="solid"/>
              <a:headEnd type="none" w="med" len="med"/>
              <a:tailEnd type="triangle" w="med" len="med"/>
            </a:ln>
          </p:spPr>
        </p:sp>
        <p:graphicFrame>
          <p:nvGraphicFramePr>
            <p:cNvPr id="12297" name="Object 205"/>
            <p:cNvGraphicFramePr/>
            <p:nvPr/>
          </p:nvGraphicFramePr>
          <p:xfrm>
            <a:off x="4377" y="1117"/>
            <a:ext cx="223" cy="381"/>
          </p:xfrm>
          <a:graphic>
            <a:graphicData uri="http://schemas.openxmlformats.org/presentationml/2006/ole">
              <mc:AlternateContent xmlns:mc="http://schemas.openxmlformats.org/markup-compatibility/2006">
                <mc:Choice xmlns:v="urn:schemas-microsoft-com:vml" Requires="v">
                  <p:oleObj spid="_x0000_s3139" name="" r:id="rId20" imgW="177800" imgH="304165" progId="Equation.3">
                    <p:embed/>
                  </p:oleObj>
                </mc:Choice>
                <mc:Fallback>
                  <p:oleObj name="" r:id="rId20" imgW="177800" imgH="304165" progId="Equation.3">
                    <p:embed/>
                    <p:pic>
                      <p:nvPicPr>
                        <p:cNvPr id="0" name="图片 3138"/>
                        <p:cNvPicPr/>
                        <p:nvPr/>
                      </p:nvPicPr>
                      <p:blipFill>
                        <a:blip r:embed="rId21">
                          <a:clrChange>
                            <a:clrFrom>
                              <a:srgbClr val="000000"/>
                            </a:clrFrom>
                            <a:clrTo>
                              <a:srgbClr val="FFFFFF"/>
                            </a:clrTo>
                          </a:clrChange>
                        </a:blip>
                        <a:stretch>
                          <a:fillRect/>
                        </a:stretch>
                      </p:blipFill>
                      <p:spPr>
                        <a:xfrm>
                          <a:off x="4377" y="1117"/>
                          <a:ext cx="223" cy="381"/>
                        </a:xfrm>
                        <a:prstGeom prst="rect">
                          <a:avLst/>
                        </a:prstGeom>
                        <a:noFill/>
                        <a:ln w="38100">
                          <a:noFill/>
                          <a:miter/>
                        </a:ln>
                      </p:spPr>
                    </p:pic>
                  </p:oleObj>
                </mc:Fallback>
              </mc:AlternateContent>
            </a:graphicData>
          </a:graphic>
        </p:graphicFrame>
        <p:sp>
          <p:nvSpPr>
            <p:cNvPr id="12333" name="Line 207"/>
            <p:cNvSpPr/>
            <p:nvPr/>
          </p:nvSpPr>
          <p:spPr>
            <a:xfrm rot="-5400000">
              <a:off x="4524" y="1932"/>
              <a:ext cx="0" cy="384"/>
            </a:xfrm>
            <a:prstGeom prst="line">
              <a:avLst/>
            </a:prstGeom>
            <a:ln w="28575" cap="flat" cmpd="sng">
              <a:solidFill>
                <a:srgbClr val="00FFFF"/>
              </a:solidFill>
              <a:prstDash val="solid"/>
              <a:headEnd type="none" w="med" len="med"/>
              <a:tailEnd type="triangle" w="med" len="med"/>
            </a:ln>
          </p:spPr>
        </p:sp>
        <p:graphicFrame>
          <p:nvGraphicFramePr>
            <p:cNvPr id="12298" name="Object 208"/>
            <p:cNvGraphicFramePr/>
            <p:nvPr/>
          </p:nvGraphicFramePr>
          <p:xfrm>
            <a:off x="4422" y="2069"/>
            <a:ext cx="223" cy="381"/>
          </p:xfrm>
          <a:graphic>
            <a:graphicData uri="http://schemas.openxmlformats.org/presentationml/2006/ole">
              <mc:AlternateContent xmlns:mc="http://schemas.openxmlformats.org/markup-compatibility/2006">
                <mc:Choice xmlns:v="urn:schemas-microsoft-com:vml" Requires="v">
                  <p:oleObj spid="_x0000_s3137" name="" r:id="rId22" imgW="177800" imgH="304165" progId="Equation.3">
                    <p:embed/>
                  </p:oleObj>
                </mc:Choice>
                <mc:Fallback>
                  <p:oleObj name="" r:id="rId22" imgW="177800" imgH="304165" progId="Equation.3">
                    <p:embed/>
                    <p:pic>
                      <p:nvPicPr>
                        <p:cNvPr id="0" name="图片 3136"/>
                        <p:cNvPicPr/>
                        <p:nvPr/>
                      </p:nvPicPr>
                      <p:blipFill>
                        <a:blip r:embed="rId23">
                          <a:clrChange>
                            <a:clrFrom>
                              <a:srgbClr val="000000"/>
                            </a:clrFrom>
                            <a:clrTo>
                              <a:srgbClr val="FFFFFF"/>
                            </a:clrTo>
                          </a:clrChange>
                        </a:blip>
                        <a:stretch>
                          <a:fillRect/>
                        </a:stretch>
                      </p:blipFill>
                      <p:spPr>
                        <a:xfrm>
                          <a:off x="4422" y="2069"/>
                          <a:ext cx="223" cy="381"/>
                        </a:xfrm>
                        <a:prstGeom prst="rect">
                          <a:avLst/>
                        </a:prstGeom>
                        <a:noFill/>
                        <a:ln w="38100">
                          <a:noFill/>
                          <a:miter/>
                        </a:ln>
                      </p:spPr>
                    </p:pic>
                  </p:oleObj>
                </mc:Fallback>
              </mc:AlternateContent>
            </a:graphicData>
          </a:graphic>
        </p:graphicFrame>
        <p:sp>
          <p:nvSpPr>
            <p:cNvPr id="12334" name="Text Box 247"/>
            <p:cNvSpPr txBox="1"/>
            <p:nvPr/>
          </p:nvSpPr>
          <p:spPr>
            <a:xfrm rot="5400000">
              <a:off x="4772" y="1792"/>
              <a:ext cx="171" cy="327"/>
            </a:xfrm>
            <a:prstGeom prst="rect">
              <a:avLst/>
            </a:prstGeom>
            <a:noFill/>
            <a:ln w="9525">
              <a:noFill/>
            </a:ln>
          </p:spPr>
          <p:txBody>
            <a:bodyPr>
              <a:spAutoFit/>
            </a:bodyPr>
            <a:p>
              <a:pPr>
                <a:spcBef>
                  <a:spcPct val="50000"/>
                </a:spcBef>
              </a:pPr>
              <a:r>
                <a:rPr lang="en-US" altLang="zh-CN" sz="2800" b="0" dirty="0">
                  <a:solidFill>
                    <a:srgbClr val="66FF33"/>
                  </a:solidFill>
                  <a:latin typeface="Times New Roman" panose="02020603050405020304" pitchFamily="18" charset="0"/>
                  <a:ea typeface="宋体" panose="02010600030101010101" pitchFamily="2" charset="-122"/>
                </a:rPr>
                <a:t>+</a:t>
              </a:r>
              <a:endParaRPr lang="en-US" altLang="zh-CN" sz="2800" b="0" dirty="0">
                <a:solidFill>
                  <a:srgbClr val="66FF33"/>
                </a:solidFill>
                <a:latin typeface="Times New Roman" panose="02020603050405020304" pitchFamily="18" charset="0"/>
                <a:ea typeface="宋体" panose="02010600030101010101" pitchFamily="2" charset="-122"/>
              </a:endParaRPr>
            </a:p>
          </p:txBody>
        </p:sp>
        <p:sp>
          <p:nvSpPr>
            <p:cNvPr id="12335" name="Text Box 248"/>
            <p:cNvSpPr txBox="1"/>
            <p:nvPr/>
          </p:nvSpPr>
          <p:spPr>
            <a:xfrm rot="5400000">
              <a:off x="4228" y="1411"/>
              <a:ext cx="171" cy="327"/>
            </a:xfrm>
            <a:prstGeom prst="rect">
              <a:avLst/>
            </a:prstGeom>
            <a:noFill/>
            <a:ln w="9525">
              <a:noFill/>
            </a:ln>
          </p:spPr>
          <p:txBody>
            <a:bodyPr>
              <a:spAutoFit/>
            </a:bodyPr>
            <a:p>
              <a:pPr>
                <a:spcBef>
                  <a:spcPct val="50000"/>
                </a:spcBef>
              </a:pPr>
              <a:r>
                <a:rPr lang="en-US" altLang="zh-CN" sz="2800" b="0" dirty="0">
                  <a:solidFill>
                    <a:srgbClr val="66FF33"/>
                  </a:solidFill>
                  <a:latin typeface="Times New Roman" panose="02020603050405020304" pitchFamily="18" charset="0"/>
                  <a:ea typeface="宋体" panose="02010600030101010101" pitchFamily="2" charset="-122"/>
                </a:rPr>
                <a:t>+</a:t>
              </a:r>
              <a:endParaRPr lang="en-US" altLang="zh-CN" sz="2800" b="0" dirty="0">
                <a:solidFill>
                  <a:srgbClr val="66FF33"/>
                </a:solidFill>
                <a:latin typeface="Times New Roman" panose="02020603050405020304" pitchFamily="18" charset="0"/>
                <a:ea typeface="宋体" panose="02010600030101010101" pitchFamily="2" charset="-122"/>
              </a:endParaRPr>
            </a:p>
          </p:txBody>
        </p:sp>
        <p:sp>
          <p:nvSpPr>
            <p:cNvPr id="12336" name="Text Box 249"/>
            <p:cNvSpPr txBox="1"/>
            <p:nvPr/>
          </p:nvSpPr>
          <p:spPr>
            <a:xfrm rot="5400000">
              <a:off x="4236" y="704"/>
              <a:ext cx="171" cy="327"/>
            </a:xfrm>
            <a:prstGeom prst="rect">
              <a:avLst/>
            </a:prstGeom>
            <a:noFill/>
            <a:ln w="9525">
              <a:noFill/>
            </a:ln>
          </p:spPr>
          <p:txBody>
            <a:bodyPr>
              <a:spAutoFit/>
            </a:bodyPr>
            <a:p>
              <a:pPr>
                <a:spcBef>
                  <a:spcPct val="50000"/>
                </a:spcBef>
              </a:pPr>
              <a:r>
                <a:rPr lang="en-US" altLang="zh-CN" sz="2800" b="0" dirty="0">
                  <a:solidFill>
                    <a:srgbClr val="66FF33"/>
                  </a:solidFill>
                  <a:latin typeface="Times New Roman" panose="02020603050405020304" pitchFamily="18" charset="0"/>
                  <a:ea typeface="宋体" panose="02010600030101010101" pitchFamily="2" charset="-122"/>
                </a:rPr>
                <a:t>+</a:t>
              </a:r>
              <a:endParaRPr lang="en-US" altLang="zh-CN" sz="2800" b="0" dirty="0">
                <a:solidFill>
                  <a:srgbClr val="66FF33"/>
                </a:solidFill>
                <a:latin typeface="Times New Roman" panose="02020603050405020304" pitchFamily="18" charset="0"/>
                <a:ea typeface="宋体" panose="02010600030101010101" pitchFamily="2" charset="-122"/>
              </a:endParaRPr>
            </a:p>
          </p:txBody>
        </p:sp>
        <p:sp>
          <p:nvSpPr>
            <p:cNvPr id="12337" name="Text Box 250"/>
            <p:cNvSpPr txBox="1"/>
            <p:nvPr/>
          </p:nvSpPr>
          <p:spPr>
            <a:xfrm>
              <a:off x="4196" y="1216"/>
              <a:ext cx="171" cy="327"/>
            </a:xfrm>
            <a:prstGeom prst="rect">
              <a:avLst/>
            </a:prstGeom>
            <a:noFill/>
            <a:ln w="9525">
              <a:noFill/>
            </a:ln>
          </p:spPr>
          <p:txBody>
            <a:bodyPr>
              <a:spAutoFit/>
            </a:bodyPr>
            <a:p>
              <a:pPr>
                <a:spcBef>
                  <a:spcPct val="50000"/>
                </a:spcBef>
              </a:pPr>
              <a:r>
                <a:rPr lang="en-US" altLang="zh-CN" sz="2800" b="0" dirty="0">
                  <a:solidFill>
                    <a:srgbClr val="66FF33"/>
                  </a:solidFill>
                  <a:latin typeface="Times New Roman" panose="02020603050405020304" pitchFamily="18" charset="0"/>
                  <a:ea typeface="宋体" panose="02010600030101010101" pitchFamily="2" charset="-122"/>
                </a:rPr>
                <a:t>–</a:t>
              </a:r>
              <a:endParaRPr lang="en-US" altLang="zh-CN" sz="2800" b="0" dirty="0">
                <a:solidFill>
                  <a:srgbClr val="66FF33"/>
                </a:solidFill>
                <a:latin typeface="Times New Roman" panose="02020603050405020304" pitchFamily="18" charset="0"/>
                <a:ea typeface="宋体" panose="02010600030101010101" pitchFamily="2" charset="-122"/>
              </a:endParaRPr>
            </a:p>
          </p:txBody>
        </p:sp>
        <p:sp>
          <p:nvSpPr>
            <p:cNvPr id="12338" name="Text Box 251"/>
            <p:cNvSpPr txBox="1"/>
            <p:nvPr/>
          </p:nvSpPr>
          <p:spPr>
            <a:xfrm>
              <a:off x="4196" y="1870"/>
              <a:ext cx="171" cy="327"/>
            </a:xfrm>
            <a:prstGeom prst="rect">
              <a:avLst/>
            </a:prstGeom>
            <a:noFill/>
            <a:ln w="9525">
              <a:noFill/>
            </a:ln>
          </p:spPr>
          <p:txBody>
            <a:bodyPr>
              <a:spAutoFit/>
            </a:bodyPr>
            <a:p>
              <a:pPr>
                <a:spcBef>
                  <a:spcPct val="50000"/>
                </a:spcBef>
              </a:pPr>
              <a:r>
                <a:rPr lang="en-US" altLang="zh-CN" sz="2800" b="0" dirty="0">
                  <a:solidFill>
                    <a:srgbClr val="66FF33"/>
                  </a:solidFill>
                  <a:latin typeface="Times New Roman" panose="02020603050405020304" pitchFamily="18" charset="0"/>
                  <a:ea typeface="宋体" panose="02010600030101010101" pitchFamily="2" charset="-122"/>
                </a:rPr>
                <a:t>–</a:t>
              </a:r>
              <a:endParaRPr lang="en-US" altLang="zh-CN" sz="2800" b="0" dirty="0">
                <a:solidFill>
                  <a:srgbClr val="66FF33"/>
                </a:solidFill>
                <a:latin typeface="Times New Roman" panose="02020603050405020304" pitchFamily="18" charset="0"/>
                <a:ea typeface="宋体" panose="02010600030101010101" pitchFamily="2" charset="-122"/>
              </a:endParaRPr>
            </a:p>
          </p:txBody>
        </p:sp>
        <p:sp>
          <p:nvSpPr>
            <p:cNvPr id="12339" name="Text Box 252"/>
            <p:cNvSpPr txBox="1"/>
            <p:nvPr/>
          </p:nvSpPr>
          <p:spPr>
            <a:xfrm>
              <a:off x="4695" y="718"/>
              <a:ext cx="171" cy="327"/>
            </a:xfrm>
            <a:prstGeom prst="rect">
              <a:avLst/>
            </a:prstGeom>
            <a:noFill/>
            <a:ln w="9525">
              <a:noFill/>
            </a:ln>
          </p:spPr>
          <p:txBody>
            <a:bodyPr>
              <a:spAutoFit/>
            </a:bodyPr>
            <a:p>
              <a:pPr>
                <a:spcBef>
                  <a:spcPct val="50000"/>
                </a:spcBef>
              </a:pPr>
              <a:r>
                <a:rPr lang="en-US" altLang="zh-CN" sz="2800" b="0" dirty="0">
                  <a:solidFill>
                    <a:srgbClr val="66FF33"/>
                  </a:solidFill>
                  <a:latin typeface="Times New Roman" panose="02020603050405020304" pitchFamily="18" charset="0"/>
                  <a:ea typeface="宋体" panose="02010600030101010101" pitchFamily="2" charset="-122"/>
                </a:rPr>
                <a:t>–</a:t>
              </a:r>
              <a:endParaRPr lang="en-US" altLang="zh-CN" sz="2800" b="0" dirty="0">
                <a:solidFill>
                  <a:srgbClr val="66FF33"/>
                </a:solidFill>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0932"/>
                                        </p:tgtEl>
                                        <p:attrNameLst>
                                          <p:attrName>style.visibility</p:attrName>
                                        </p:attrNameLst>
                                      </p:cBhvr>
                                      <p:to>
                                        <p:strVal val="visible"/>
                                      </p:to>
                                    </p:set>
                                    <p:anim calcmode="lin" valueType="num">
                                      <p:cBhvr additive="base">
                                        <p:cTn id="7" dur="500" fill="hold"/>
                                        <p:tgtEl>
                                          <p:spTgt spid="30932"/>
                                        </p:tgtEl>
                                        <p:attrNameLst>
                                          <p:attrName>ppt_x</p:attrName>
                                        </p:attrNameLst>
                                      </p:cBhvr>
                                      <p:tavLst>
                                        <p:tav tm="0">
                                          <p:val>
                                            <p:strVal val="0-#ppt_w/2"/>
                                          </p:val>
                                        </p:tav>
                                        <p:tav tm="100000">
                                          <p:val>
                                            <p:strVal val="#ppt_x"/>
                                          </p:val>
                                        </p:tav>
                                      </p:tavLst>
                                    </p:anim>
                                    <p:anim calcmode="lin" valueType="num">
                                      <p:cBhvr additive="base">
                                        <p:cTn id="8" dur="500" fill="hold"/>
                                        <p:tgtEl>
                                          <p:spTgt spid="3093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0722"/>
                                        </p:tgtEl>
                                        <p:attrNameLst>
                                          <p:attrName>style.visibility</p:attrName>
                                        </p:attrNameLst>
                                      </p:cBhvr>
                                      <p:to>
                                        <p:strVal val="visible"/>
                                      </p:to>
                                    </p:set>
                                    <p:anim calcmode="lin" valueType="num">
                                      <p:cBhvr additive="base">
                                        <p:cTn id="13" dur="500" fill="hold"/>
                                        <p:tgtEl>
                                          <p:spTgt spid="30722"/>
                                        </p:tgtEl>
                                        <p:attrNameLst>
                                          <p:attrName>ppt_x</p:attrName>
                                        </p:attrNameLst>
                                      </p:cBhvr>
                                      <p:tavLst>
                                        <p:tav tm="0">
                                          <p:val>
                                            <p:strVal val="0-#ppt_w/2"/>
                                          </p:val>
                                        </p:tav>
                                        <p:tav tm="100000">
                                          <p:val>
                                            <p:strVal val="#ppt_x"/>
                                          </p:val>
                                        </p:tav>
                                      </p:tavLst>
                                    </p:anim>
                                    <p:anim calcmode="lin" valueType="num">
                                      <p:cBhvr additive="base">
                                        <p:cTn id="14" dur="500" fill="hold"/>
                                        <p:tgtEl>
                                          <p:spTgt spid="3072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blinds(horizontal)">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linds(horizontal)">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blinds(horizontal)">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p:bldP spid="3093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3783013" y="1379538"/>
            <a:ext cx="806450" cy="796925"/>
            <a:chOff x="1788" y="915"/>
            <a:chExt cx="508" cy="502"/>
          </a:xfrm>
        </p:grpSpPr>
        <p:sp>
          <p:nvSpPr>
            <p:cNvPr id="13369" name="Line 3"/>
            <p:cNvSpPr/>
            <p:nvPr/>
          </p:nvSpPr>
          <p:spPr>
            <a:xfrm flipV="1">
              <a:off x="1788" y="915"/>
              <a:ext cx="360" cy="465"/>
            </a:xfrm>
            <a:prstGeom prst="line">
              <a:avLst/>
            </a:prstGeom>
            <a:ln w="28575" cap="flat" cmpd="sng">
              <a:solidFill>
                <a:srgbClr val="00FFFF"/>
              </a:solidFill>
              <a:prstDash val="solid"/>
              <a:headEnd type="none" w="med" len="med"/>
              <a:tailEnd type="triangle" w="med" len="med"/>
            </a:ln>
          </p:spPr>
        </p:sp>
        <p:graphicFrame>
          <p:nvGraphicFramePr>
            <p:cNvPr id="13327" name="Object 4"/>
            <p:cNvGraphicFramePr/>
            <p:nvPr/>
          </p:nvGraphicFramePr>
          <p:xfrm>
            <a:off x="1885" y="1163"/>
            <a:ext cx="411" cy="254"/>
          </p:xfrm>
          <a:graphic>
            <a:graphicData uri="http://schemas.openxmlformats.org/presentationml/2006/ole">
              <mc:AlternateContent xmlns:mc="http://schemas.openxmlformats.org/markup-compatibility/2006">
                <mc:Choice xmlns:v="urn:schemas-microsoft-com:vml" Requires="v">
                  <p:oleObj spid="_x0000_s3136" name="" r:id="rId1" imgW="431165" imgH="266065" progId="Equation.3">
                    <p:embed/>
                  </p:oleObj>
                </mc:Choice>
                <mc:Fallback>
                  <p:oleObj name="" r:id="rId1" imgW="431165" imgH="266065" progId="Equation.3">
                    <p:embed/>
                    <p:pic>
                      <p:nvPicPr>
                        <p:cNvPr id="0" name="图片 3135"/>
                        <p:cNvPicPr/>
                        <p:nvPr/>
                      </p:nvPicPr>
                      <p:blipFill>
                        <a:blip r:embed="rId2">
                          <a:clrChange>
                            <a:clrFrom>
                              <a:srgbClr val="000000"/>
                            </a:clrFrom>
                            <a:clrTo>
                              <a:srgbClr val="00FFFF"/>
                            </a:clrTo>
                          </a:clrChange>
                        </a:blip>
                        <a:stretch>
                          <a:fillRect/>
                        </a:stretch>
                      </p:blipFill>
                      <p:spPr>
                        <a:xfrm>
                          <a:off x="1885" y="1163"/>
                          <a:ext cx="411" cy="254"/>
                        </a:xfrm>
                        <a:prstGeom prst="rect">
                          <a:avLst/>
                        </a:prstGeom>
                        <a:noFill/>
                        <a:ln w="38100">
                          <a:noFill/>
                          <a:miter/>
                        </a:ln>
                      </p:spPr>
                    </p:pic>
                  </p:oleObj>
                </mc:Fallback>
              </mc:AlternateContent>
            </a:graphicData>
          </a:graphic>
        </p:graphicFrame>
      </p:grpSp>
      <p:sp>
        <p:nvSpPr>
          <p:cNvPr id="29701" name="Text Box 5"/>
          <p:cNvSpPr txBox="1"/>
          <p:nvPr/>
        </p:nvSpPr>
        <p:spPr>
          <a:xfrm>
            <a:off x="539750" y="476250"/>
            <a:ext cx="8424863" cy="519113"/>
          </a:xfrm>
          <a:prstGeom prst="rect">
            <a:avLst/>
          </a:prstGeom>
          <a:noFill/>
          <a:ln w="9525">
            <a:noFill/>
          </a:ln>
        </p:spPr>
        <p:txBody>
          <a:bodyPr>
            <a:spAutoFit/>
          </a:bodyPr>
          <a:p>
            <a:r>
              <a:rPr lang="zh-CN" altLang="en-US" sz="2800" dirty="0">
                <a:latin typeface="Times New Roman" panose="02020603050405020304" pitchFamily="18" charset="0"/>
              </a:rPr>
              <a:t>利用相量图得到相电压和线电压之间的关系：</a:t>
            </a:r>
            <a:endParaRPr lang="zh-CN" altLang="en-US" sz="2800" dirty="0">
              <a:latin typeface="Times New Roman" panose="02020603050405020304" pitchFamily="18" charset="0"/>
            </a:endParaRPr>
          </a:p>
        </p:txBody>
      </p:sp>
      <p:sp>
        <p:nvSpPr>
          <p:cNvPr id="29702" name="Text Box 6"/>
          <p:cNvSpPr txBox="1"/>
          <p:nvPr/>
        </p:nvSpPr>
        <p:spPr>
          <a:xfrm>
            <a:off x="4284663" y="4652963"/>
            <a:ext cx="4679950" cy="1117600"/>
          </a:xfrm>
          <a:prstGeom prst="rect">
            <a:avLst/>
          </a:prstGeom>
          <a:noFill/>
          <a:ln w="9525">
            <a:noFill/>
          </a:ln>
        </p:spPr>
        <p:txBody>
          <a:bodyPr>
            <a:spAutoFit/>
          </a:bodyPr>
          <a:p>
            <a:pPr>
              <a:lnSpc>
                <a:spcPct val="120000"/>
              </a:lnSpc>
            </a:pPr>
            <a:r>
              <a:rPr lang="zh-CN" altLang="en-US" sz="2800" dirty="0">
                <a:latin typeface="楷体_GB2312" pitchFamily="49" charset="-122"/>
              </a:rPr>
              <a:t>线电压对称</a:t>
            </a:r>
            <a:r>
              <a:rPr lang="en-US" altLang="zh-CN" sz="2800" dirty="0">
                <a:latin typeface="楷体_GB2312" pitchFamily="49" charset="-122"/>
              </a:rPr>
              <a:t>(</a:t>
            </a:r>
            <a:r>
              <a:rPr lang="zh-CN" altLang="en-US" sz="2800" dirty="0">
                <a:latin typeface="楷体_GB2312" pitchFamily="49" charset="-122"/>
              </a:rPr>
              <a:t>大小相等，</a:t>
            </a:r>
            <a:endParaRPr lang="zh-CN" altLang="en-US" sz="2800" dirty="0">
              <a:latin typeface="楷体_GB2312" pitchFamily="49" charset="-122"/>
            </a:endParaRPr>
          </a:p>
          <a:p>
            <a:pPr>
              <a:lnSpc>
                <a:spcPct val="120000"/>
              </a:lnSpc>
            </a:pPr>
            <a:r>
              <a:rPr lang="zh-CN" altLang="en-US" sz="2800" dirty="0">
                <a:latin typeface="楷体_GB2312" pitchFamily="49" charset="-122"/>
              </a:rPr>
              <a:t>相位互差</a:t>
            </a:r>
            <a:r>
              <a:rPr lang="en-US" altLang="zh-CN" sz="2800" b="0" dirty="0">
                <a:solidFill>
                  <a:schemeClr val="bg1"/>
                </a:solidFill>
                <a:latin typeface="Times New Roman" panose="02020603050405020304" pitchFamily="18" charset="0"/>
              </a:rPr>
              <a:t>120</a:t>
            </a:r>
            <a:r>
              <a:rPr lang="en-US" altLang="zh-CN" sz="2800" b="0" baseline="42000" dirty="0">
                <a:solidFill>
                  <a:schemeClr val="bg1"/>
                </a:solidFill>
                <a:latin typeface="Times New Roman" panose="02020603050405020304" pitchFamily="18" charset="0"/>
              </a:rPr>
              <a:t>o</a:t>
            </a:r>
            <a:r>
              <a:rPr lang="en-US" altLang="zh-CN" sz="2800" b="0" dirty="0">
                <a:latin typeface="Times New Roman" panose="02020603050405020304" pitchFamily="18" charset="0"/>
              </a:rPr>
              <a:t>)</a:t>
            </a:r>
            <a:endParaRPr lang="en-US" altLang="zh-CN" sz="2800" b="0" dirty="0">
              <a:latin typeface="Times New Roman" panose="02020603050405020304" pitchFamily="18" charset="0"/>
            </a:endParaRPr>
          </a:p>
        </p:txBody>
      </p:sp>
      <p:sp>
        <p:nvSpPr>
          <p:cNvPr id="29704" name="Text Box 8"/>
          <p:cNvSpPr txBox="1"/>
          <p:nvPr/>
        </p:nvSpPr>
        <p:spPr>
          <a:xfrm>
            <a:off x="611188" y="3716338"/>
            <a:ext cx="3330575" cy="519112"/>
          </a:xfrm>
          <a:prstGeom prst="rect">
            <a:avLst/>
          </a:prstGeom>
          <a:noFill/>
          <a:ln w="9525">
            <a:noFill/>
          </a:ln>
        </p:spPr>
        <p:txBody>
          <a:bodyPr>
            <a:spAutoFit/>
          </a:bodyPr>
          <a:p>
            <a:r>
              <a:rPr lang="zh-CN" altLang="en-US" sz="2800" dirty="0">
                <a:latin typeface="Times New Roman" panose="02020603050405020304" pitchFamily="18" charset="0"/>
              </a:rPr>
              <a:t>一般表示为</a:t>
            </a:r>
            <a:endParaRPr lang="zh-CN" altLang="en-US" sz="2800" dirty="0">
              <a:latin typeface="Times New Roman" panose="02020603050405020304" pitchFamily="18" charset="0"/>
            </a:endParaRPr>
          </a:p>
        </p:txBody>
      </p:sp>
      <p:grpSp>
        <p:nvGrpSpPr>
          <p:cNvPr id="3" name="Group 9"/>
          <p:cNvGrpSpPr/>
          <p:nvPr/>
        </p:nvGrpSpPr>
        <p:grpSpPr>
          <a:xfrm>
            <a:off x="2828925" y="1231900"/>
            <a:ext cx="2030413" cy="631825"/>
            <a:chOff x="1212" y="798"/>
            <a:chExt cx="1279" cy="398"/>
          </a:xfrm>
        </p:grpSpPr>
        <p:sp>
          <p:nvSpPr>
            <p:cNvPr id="13368" name="Line 10"/>
            <p:cNvSpPr/>
            <p:nvPr/>
          </p:nvSpPr>
          <p:spPr>
            <a:xfrm rot="-7089965">
              <a:off x="1702" y="622"/>
              <a:ext cx="27" cy="1008"/>
            </a:xfrm>
            <a:prstGeom prst="line">
              <a:avLst/>
            </a:prstGeom>
            <a:ln w="28575" cap="flat" cmpd="sng">
              <a:solidFill>
                <a:srgbClr val="FF3300"/>
              </a:solidFill>
              <a:prstDash val="solid"/>
              <a:headEnd type="none" w="med" len="med"/>
              <a:tailEnd type="triangle" w="med" len="med"/>
            </a:ln>
          </p:spPr>
        </p:sp>
        <p:graphicFrame>
          <p:nvGraphicFramePr>
            <p:cNvPr id="13326" name="Object 11"/>
            <p:cNvGraphicFramePr/>
            <p:nvPr/>
          </p:nvGraphicFramePr>
          <p:xfrm>
            <a:off x="2125" y="798"/>
            <a:ext cx="366" cy="398"/>
          </p:xfrm>
          <a:graphic>
            <a:graphicData uri="http://schemas.openxmlformats.org/presentationml/2006/ole">
              <mc:AlternateContent xmlns:mc="http://schemas.openxmlformats.org/markup-compatibility/2006">
                <mc:Choice xmlns:v="urn:schemas-microsoft-com:vml" Requires="v">
                  <p:oleObj spid="_x0000_s3135" name="" r:id="rId3" imgW="292100" imgH="317500" progId="Equation.3">
                    <p:embed/>
                  </p:oleObj>
                </mc:Choice>
                <mc:Fallback>
                  <p:oleObj name="" r:id="rId3" imgW="292100" imgH="317500" progId="Equation.3">
                    <p:embed/>
                    <p:pic>
                      <p:nvPicPr>
                        <p:cNvPr id="0" name="图片 3134"/>
                        <p:cNvPicPr/>
                        <p:nvPr/>
                      </p:nvPicPr>
                      <p:blipFill>
                        <a:blip r:embed="rId4">
                          <a:clrChange>
                            <a:clrFrom>
                              <a:srgbClr val="000000"/>
                            </a:clrFrom>
                            <a:clrTo>
                              <a:srgbClr val="FF3300"/>
                            </a:clrTo>
                          </a:clrChange>
                        </a:blip>
                        <a:stretch>
                          <a:fillRect/>
                        </a:stretch>
                      </p:blipFill>
                      <p:spPr>
                        <a:xfrm>
                          <a:off x="2125" y="798"/>
                          <a:ext cx="366" cy="398"/>
                        </a:xfrm>
                        <a:prstGeom prst="rect">
                          <a:avLst/>
                        </a:prstGeom>
                        <a:noFill/>
                        <a:ln w="38100">
                          <a:noFill/>
                          <a:miter/>
                        </a:ln>
                      </p:spPr>
                    </p:pic>
                  </p:oleObj>
                </mc:Fallback>
              </mc:AlternateContent>
            </a:graphicData>
          </a:graphic>
        </p:graphicFrame>
      </p:grpSp>
      <p:grpSp>
        <p:nvGrpSpPr>
          <p:cNvPr id="4" name="Group 12"/>
          <p:cNvGrpSpPr/>
          <p:nvPr/>
        </p:nvGrpSpPr>
        <p:grpSpPr>
          <a:xfrm>
            <a:off x="3167063" y="1851025"/>
            <a:ext cx="615950" cy="396875"/>
            <a:chOff x="1425" y="1188"/>
            <a:chExt cx="388" cy="250"/>
          </a:xfrm>
        </p:grpSpPr>
        <p:sp>
          <p:nvSpPr>
            <p:cNvPr id="13366" name="Text Box 13"/>
            <p:cNvSpPr txBox="1"/>
            <p:nvPr/>
          </p:nvSpPr>
          <p:spPr>
            <a:xfrm>
              <a:off x="1485" y="1188"/>
              <a:ext cx="328" cy="250"/>
            </a:xfrm>
            <a:prstGeom prst="rect">
              <a:avLst/>
            </a:prstGeom>
            <a:noFill/>
            <a:ln w="9525">
              <a:noFill/>
            </a:ln>
          </p:spPr>
          <p:txBody>
            <a:bodyPr>
              <a:spAutoFit/>
            </a:bodyPr>
            <a:p>
              <a:r>
                <a:rPr lang="en-US" altLang="zh-CN" sz="2000" b="0" dirty="0">
                  <a:solidFill>
                    <a:schemeClr val="bg1"/>
                  </a:solidFill>
                  <a:latin typeface="Times New Roman" panose="02020603050405020304" pitchFamily="18" charset="0"/>
                  <a:ea typeface="宋体" panose="02010600030101010101" pitchFamily="2" charset="-122"/>
                </a:rPr>
                <a:t>30</a:t>
              </a:r>
              <a:r>
                <a:rPr lang="en-US" altLang="zh-CN" sz="2000" b="0" baseline="40000" dirty="0">
                  <a:solidFill>
                    <a:schemeClr val="bg1"/>
                  </a:solidFill>
                  <a:latin typeface="Times New Roman" panose="02020603050405020304" pitchFamily="18" charset="0"/>
                  <a:ea typeface="宋体" panose="02010600030101010101" pitchFamily="2" charset="-122"/>
                </a:rPr>
                <a:t>o</a:t>
              </a:r>
              <a:endParaRPr lang="en-US" altLang="zh-CN" sz="2000" b="0" dirty="0">
                <a:solidFill>
                  <a:schemeClr val="bg1"/>
                </a:solidFill>
                <a:latin typeface="Times New Roman" panose="02020603050405020304" pitchFamily="18" charset="0"/>
                <a:ea typeface="宋体" panose="02010600030101010101" pitchFamily="2" charset="-122"/>
              </a:endParaRPr>
            </a:p>
          </p:txBody>
        </p:sp>
        <p:sp>
          <p:nvSpPr>
            <p:cNvPr id="13367" name="Arc 14"/>
            <p:cNvSpPr/>
            <p:nvPr/>
          </p:nvSpPr>
          <p:spPr>
            <a:xfrm rot="-4438641" flipV="1">
              <a:off x="1406" y="1299"/>
              <a:ext cx="84" cy="47"/>
            </a:xfrm>
            <a:custGeom>
              <a:avLst/>
              <a:gdLst>
                <a:gd name="txL" fmla="*/ 0 w 21631"/>
                <a:gd name="txT" fmla="*/ 0 h 21600"/>
                <a:gd name="txR" fmla="*/ 21631 w 21631"/>
                <a:gd name="txB" fmla="*/ 21600 h 21600"/>
              </a:gdLst>
              <a:ahLst/>
              <a:cxnLst>
                <a:cxn ang="0">
                  <a:pos x="0" y="0"/>
                </a:cxn>
                <a:cxn ang="0">
                  <a:pos x="0" y="0"/>
                </a:cxn>
                <a:cxn ang="0">
                  <a:pos x="0" y="0"/>
                </a:cxn>
              </a:cxnLst>
              <a:rect l="txL" t="txT" r="txR" b="txB"/>
              <a:pathLst>
                <a:path w="21631" h="21600" fill="none">
                  <a:moveTo>
                    <a:pt x="0" y="0"/>
                  </a:moveTo>
                  <a:cubicBezTo>
                    <a:pt x="10" y="0"/>
                    <a:pt x="20" y="-1"/>
                    <a:pt x="31" y="0"/>
                  </a:cubicBezTo>
                  <a:cubicBezTo>
                    <a:pt x="11960" y="0"/>
                    <a:pt x="21631" y="9670"/>
                    <a:pt x="21631" y="21600"/>
                  </a:cubicBezTo>
                </a:path>
                <a:path w="21631" h="21600" stroke="0">
                  <a:moveTo>
                    <a:pt x="0" y="0"/>
                  </a:moveTo>
                  <a:cubicBezTo>
                    <a:pt x="10" y="0"/>
                    <a:pt x="20" y="-1"/>
                    <a:pt x="31" y="0"/>
                  </a:cubicBezTo>
                  <a:cubicBezTo>
                    <a:pt x="11960" y="0"/>
                    <a:pt x="21631" y="9670"/>
                    <a:pt x="21631" y="21600"/>
                  </a:cubicBezTo>
                  <a:lnTo>
                    <a:pt x="31" y="21600"/>
                  </a:lnTo>
                  <a:close/>
                </a:path>
              </a:pathLst>
            </a:custGeom>
            <a:noFill/>
            <a:ln w="38100" cap="flat" cmpd="sng">
              <a:solidFill>
                <a:srgbClr val="66FF33"/>
              </a:solidFill>
              <a:prstDash val="solid"/>
              <a:round/>
              <a:headEnd type="none" w="med" len="med"/>
              <a:tailEnd type="triangle" w="med" len="med"/>
            </a:ln>
          </p:spPr>
          <p:txBody>
            <a:bodyPr wrap="none" anchor="ctr" anchorCtr="0"/>
            <a:p>
              <a:endParaRPr lang="zh-CN" altLang="en-US" dirty="0">
                <a:latin typeface="Arial" panose="020B0604020202020204" pitchFamily="34" charset="0"/>
              </a:endParaRPr>
            </a:p>
          </p:txBody>
        </p:sp>
      </p:grpSp>
      <p:grpSp>
        <p:nvGrpSpPr>
          <p:cNvPr id="5" name="Group 15"/>
          <p:cNvGrpSpPr/>
          <p:nvPr/>
        </p:nvGrpSpPr>
        <p:grpSpPr>
          <a:xfrm>
            <a:off x="2208213" y="908050"/>
            <a:ext cx="1946275" cy="2508250"/>
            <a:chOff x="821" y="594"/>
            <a:chExt cx="1226" cy="1580"/>
          </a:xfrm>
        </p:grpSpPr>
        <p:sp>
          <p:nvSpPr>
            <p:cNvPr id="13363" name="Line 16"/>
            <p:cNvSpPr/>
            <p:nvPr/>
          </p:nvSpPr>
          <p:spPr>
            <a:xfrm>
              <a:off x="1284" y="1380"/>
              <a:ext cx="576" cy="0"/>
            </a:xfrm>
            <a:prstGeom prst="line">
              <a:avLst/>
            </a:prstGeom>
            <a:ln w="28575" cap="flat" cmpd="sng">
              <a:solidFill>
                <a:srgbClr val="FFFF00"/>
              </a:solidFill>
              <a:prstDash val="solid"/>
              <a:headEnd type="none" w="med" len="med"/>
              <a:tailEnd type="triangle" w="med" len="med"/>
            </a:ln>
          </p:spPr>
        </p:sp>
        <p:graphicFrame>
          <p:nvGraphicFramePr>
            <p:cNvPr id="13323" name="Object 17"/>
            <p:cNvGraphicFramePr/>
            <p:nvPr/>
          </p:nvGraphicFramePr>
          <p:xfrm>
            <a:off x="1665" y="1288"/>
            <a:ext cx="382" cy="398"/>
          </p:xfrm>
          <a:graphic>
            <a:graphicData uri="http://schemas.openxmlformats.org/presentationml/2006/ole">
              <mc:AlternateContent xmlns:mc="http://schemas.openxmlformats.org/markup-compatibility/2006">
                <mc:Choice xmlns:v="urn:schemas-microsoft-com:vml" Requires="v">
                  <p:oleObj spid="_x0000_s3148" name="" r:id="rId5" imgW="304800" imgH="317500" progId="Equation.3">
                    <p:embed/>
                  </p:oleObj>
                </mc:Choice>
                <mc:Fallback>
                  <p:oleObj name="" r:id="rId5" imgW="304800" imgH="317500" progId="Equation.3">
                    <p:embed/>
                    <p:pic>
                      <p:nvPicPr>
                        <p:cNvPr id="0" name="图片 3147"/>
                        <p:cNvPicPr/>
                        <p:nvPr/>
                      </p:nvPicPr>
                      <p:blipFill>
                        <a:blip r:embed="rId6">
                          <a:clrChange>
                            <a:clrFrom>
                              <a:srgbClr val="000000"/>
                            </a:clrFrom>
                            <a:clrTo>
                              <a:srgbClr val="FFFFFF"/>
                            </a:clrTo>
                          </a:clrChange>
                        </a:blip>
                        <a:stretch>
                          <a:fillRect/>
                        </a:stretch>
                      </p:blipFill>
                      <p:spPr>
                        <a:xfrm>
                          <a:off x="1665" y="1288"/>
                          <a:ext cx="382" cy="398"/>
                        </a:xfrm>
                        <a:prstGeom prst="rect">
                          <a:avLst/>
                        </a:prstGeom>
                        <a:noFill/>
                        <a:ln w="38100">
                          <a:noFill/>
                          <a:miter/>
                        </a:ln>
                      </p:spPr>
                    </p:pic>
                  </p:oleObj>
                </mc:Fallback>
              </mc:AlternateContent>
            </a:graphicData>
          </a:graphic>
        </p:graphicFrame>
        <p:graphicFrame>
          <p:nvGraphicFramePr>
            <p:cNvPr id="13324" name="Object 18"/>
            <p:cNvGraphicFramePr/>
            <p:nvPr/>
          </p:nvGraphicFramePr>
          <p:xfrm>
            <a:off x="821" y="1776"/>
            <a:ext cx="368" cy="398"/>
          </p:xfrm>
          <a:graphic>
            <a:graphicData uri="http://schemas.openxmlformats.org/presentationml/2006/ole">
              <mc:AlternateContent xmlns:mc="http://schemas.openxmlformats.org/markup-compatibility/2006">
                <mc:Choice xmlns:v="urn:schemas-microsoft-com:vml" Requires="v">
                  <p:oleObj spid="_x0000_s3149" name="" r:id="rId7" imgW="292100" imgH="317500" progId="Equation.3">
                    <p:embed/>
                  </p:oleObj>
                </mc:Choice>
                <mc:Fallback>
                  <p:oleObj name="" r:id="rId7" imgW="292100" imgH="317500" progId="Equation.3">
                    <p:embed/>
                    <p:pic>
                      <p:nvPicPr>
                        <p:cNvPr id="0" name="图片 3148"/>
                        <p:cNvPicPr/>
                        <p:nvPr/>
                      </p:nvPicPr>
                      <p:blipFill>
                        <a:blip r:embed="rId8">
                          <a:clrChange>
                            <a:clrFrom>
                              <a:srgbClr val="000000"/>
                            </a:clrFrom>
                            <a:clrTo>
                              <a:srgbClr val="FFFFFF"/>
                            </a:clrTo>
                          </a:clrChange>
                        </a:blip>
                        <a:stretch>
                          <a:fillRect/>
                        </a:stretch>
                      </p:blipFill>
                      <p:spPr>
                        <a:xfrm>
                          <a:off x="821" y="1776"/>
                          <a:ext cx="368" cy="398"/>
                        </a:xfrm>
                        <a:prstGeom prst="rect">
                          <a:avLst/>
                        </a:prstGeom>
                        <a:noFill/>
                        <a:ln w="38100">
                          <a:noFill/>
                          <a:miter/>
                        </a:ln>
                      </p:spPr>
                    </p:pic>
                  </p:oleObj>
                </mc:Fallback>
              </mc:AlternateContent>
            </a:graphicData>
          </a:graphic>
        </p:graphicFrame>
        <p:graphicFrame>
          <p:nvGraphicFramePr>
            <p:cNvPr id="13325" name="Object 19"/>
            <p:cNvGraphicFramePr/>
            <p:nvPr/>
          </p:nvGraphicFramePr>
          <p:xfrm>
            <a:off x="1074" y="594"/>
            <a:ext cx="366" cy="398"/>
          </p:xfrm>
          <a:graphic>
            <a:graphicData uri="http://schemas.openxmlformats.org/presentationml/2006/ole">
              <mc:AlternateContent xmlns:mc="http://schemas.openxmlformats.org/markup-compatibility/2006">
                <mc:Choice xmlns:v="urn:schemas-microsoft-com:vml" Requires="v">
                  <p:oleObj spid="_x0000_s3142" name="" r:id="rId9" imgW="292100" imgH="317500" progId="Equation.3">
                    <p:embed/>
                  </p:oleObj>
                </mc:Choice>
                <mc:Fallback>
                  <p:oleObj name="" r:id="rId9" imgW="292100" imgH="317500" progId="Equation.3">
                    <p:embed/>
                    <p:pic>
                      <p:nvPicPr>
                        <p:cNvPr id="0" name="图片 3141"/>
                        <p:cNvPicPr/>
                        <p:nvPr/>
                      </p:nvPicPr>
                      <p:blipFill>
                        <a:blip r:embed="rId10">
                          <a:clrChange>
                            <a:clrFrom>
                              <a:srgbClr val="000000"/>
                            </a:clrFrom>
                            <a:clrTo>
                              <a:srgbClr val="FFFFFF"/>
                            </a:clrTo>
                          </a:clrChange>
                        </a:blip>
                        <a:stretch>
                          <a:fillRect/>
                        </a:stretch>
                      </p:blipFill>
                      <p:spPr>
                        <a:xfrm>
                          <a:off x="1074" y="594"/>
                          <a:ext cx="366" cy="398"/>
                        </a:xfrm>
                        <a:prstGeom prst="rect">
                          <a:avLst/>
                        </a:prstGeom>
                        <a:noFill/>
                        <a:ln w="38100">
                          <a:noFill/>
                          <a:miter/>
                        </a:ln>
                      </p:spPr>
                    </p:pic>
                  </p:oleObj>
                </mc:Fallback>
              </mc:AlternateContent>
            </a:graphicData>
          </a:graphic>
        </p:graphicFrame>
        <p:sp>
          <p:nvSpPr>
            <p:cNvPr id="13364" name="Line 20"/>
            <p:cNvSpPr/>
            <p:nvPr/>
          </p:nvSpPr>
          <p:spPr>
            <a:xfrm rot="-7200000">
              <a:off x="846" y="1122"/>
              <a:ext cx="576" cy="0"/>
            </a:xfrm>
            <a:prstGeom prst="line">
              <a:avLst/>
            </a:prstGeom>
            <a:ln w="28575" cap="flat" cmpd="sng">
              <a:solidFill>
                <a:srgbClr val="FFFF00"/>
              </a:solidFill>
              <a:prstDash val="solid"/>
              <a:headEnd type="none" w="med" len="med"/>
              <a:tailEnd type="triangle" w="med" len="med"/>
            </a:ln>
          </p:spPr>
        </p:sp>
        <p:sp>
          <p:nvSpPr>
            <p:cNvPr id="13365" name="Line 21"/>
            <p:cNvSpPr/>
            <p:nvPr/>
          </p:nvSpPr>
          <p:spPr>
            <a:xfrm rot="7200000">
              <a:off x="846" y="1626"/>
              <a:ext cx="576" cy="0"/>
            </a:xfrm>
            <a:prstGeom prst="line">
              <a:avLst/>
            </a:prstGeom>
            <a:ln w="28575" cap="flat" cmpd="sng">
              <a:solidFill>
                <a:srgbClr val="FFFF00"/>
              </a:solidFill>
              <a:prstDash val="solid"/>
              <a:headEnd type="none" w="med" len="med"/>
              <a:tailEnd type="triangle" w="med" len="med"/>
            </a:ln>
          </p:spPr>
        </p:sp>
      </p:grpSp>
      <p:grpSp>
        <p:nvGrpSpPr>
          <p:cNvPr id="6" name="Group 22"/>
          <p:cNvGrpSpPr/>
          <p:nvPr/>
        </p:nvGrpSpPr>
        <p:grpSpPr>
          <a:xfrm>
            <a:off x="1384300" y="1390650"/>
            <a:ext cx="2189163" cy="2362200"/>
            <a:chOff x="302" y="898"/>
            <a:chExt cx="1379" cy="1488"/>
          </a:xfrm>
        </p:grpSpPr>
        <p:sp>
          <p:nvSpPr>
            <p:cNvPr id="13357" name="Text Box 23"/>
            <p:cNvSpPr txBox="1"/>
            <p:nvPr/>
          </p:nvSpPr>
          <p:spPr>
            <a:xfrm>
              <a:off x="792" y="961"/>
              <a:ext cx="328" cy="250"/>
            </a:xfrm>
            <a:prstGeom prst="rect">
              <a:avLst/>
            </a:prstGeom>
            <a:noFill/>
            <a:ln w="38100">
              <a:noFill/>
            </a:ln>
          </p:spPr>
          <p:txBody>
            <a:bodyPr wrap="none">
              <a:spAutoFit/>
            </a:bodyPr>
            <a:p>
              <a:r>
                <a:rPr lang="en-US" altLang="zh-CN" sz="2000" b="0" dirty="0">
                  <a:solidFill>
                    <a:schemeClr val="bg1"/>
                  </a:solidFill>
                  <a:latin typeface="Times New Roman" panose="02020603050405020304" pitchFamily="18" charset="0"/>
                  <a:ea typeface="宋体" panose="02010600030101010101" pitchFamily="2" charset="-122"/>
                </a:rPr>
                <a:t>30</a:t>
              </a:r>
              <a:r>
                <a:rPr lang="en-US" altLang="zh-CN" sz="2000" b="0" baseline="40000" dirty="0">
                  <a:solidFill>
                    <a:schemeClr val="bg1"/>
                  </a:solidFill>
                  <a:latin typeface="Times New Roman" panose="02020603050405020304" pitchFamily="18" charset="0"/>
                  <a:ea typeface="宋体" panose="02010600030101010101" pitchFamily="2" charset="-122"/>
                </a:rPr>
                <a:t>o</a:t>
              </a:r>
              <a:endParaRPr lang="en-US" altLang="zh-CN" sz="2000" b="0" dirty="0">
                <a:solidFill>
                  <a:schemeClr val="bg1"/>
                </a:solidFill>
                <a:latin typeface="Times New Roman" panose="02020603050405020304" pitchFamily="18" charset="0"/>
                <a:ea typeface="宋体" panose="02010600030101010101" pitchFamily="2" charset="-122"/>
              </a:endParaRPr>
            </a:p>
          </p:txBody>
        </p:sp>
        <p:sp>
          <p:nvSpPr>
            <p:cNvPr id="13358" name="Text Box 24"/>
            <p:cNvSpPr txBox="1"/>
            <p:nvPr/>
          </p:nvSpPr>
          <p:spPr>
            <a:xfrm>
              <a:off x="993" y="1696"/>
              <a:ext cx="328" cy="250"/>
            </a:xfrm>
            <a:prstGeom prst="rect">
              <a:avLst/>
            </a:prstGeom>
            <a:noFill/>
            <a:ln w="38100">
              <a:noFill/>
            </a:ln>
          </p:spPr>
          <p:txBody>
            <a:bodyPr wrap="none">
              <a:spAutoFit/>
            </a:bodyPr>
            <a:p>
              <a:r>
                <a:rPr lang="en-US" altLang="zh-CN" sz="2000" b="0" dirty="0">
                  <a:solidFill>
                    <a:schemeClr val="bg1"/>
                  </a:solidFill>
                  <a:latin typeface="Times New Roman" panose="02020603050405020304" pitchFamily="18" charset="0"/>
                  <a:ea typeface="宋体" panose="02010600030101010101" pitchFamily="2" charset="-122"/>
                </a:rPr>
                <a:t>30</a:t>
              </a:r>
              <a:r>
                <a:rPr lang="en-US" altLang="zh-CN" sz="2000" b="0" baseline="40000" dirty="0">
                  <a:solidFill>
                    <a:schemeClr val="bg1"/>
                  </a:solidFill>
                  <a:latin typeface="Times New Roman" panose="02020603050405020304" pitchFamily="18" charset="0"/>
                  <a:ea typeface="宋体" panose="02010600030101010101" pitchFamily="2" charset="-122"/>
                </a:rPr>
                <a:t>o</a:t>
              </a:r>
              <a:endParaRPr lang="en-US" altLang="zh-CN" sz="2000" b="0" dirty="0">
                <a:solidFill>
                  <a:schemeClr val="bg1"/>
                </a:solidFill>
                <a:latin typeface="Times New Roman" panose="02020603050405020304" pitchFamily="18" charset="0"/>
                <a:ea typeface="宋体" panose="02010600030101010101" pitchFamily="2" charset="-122"/>
              </a:endParaRPr>
            </a:p>
          </p:txBody>
        </p:sp>
        <p:graphicFrame>
          <p:nvGraphicFramePr>
            <p:cNvPr id="13321" name="Object 25"/>
            <p:cNvGraphicFramePr/>
            <p:nvPr/>
          </p:nvGraphicFramePr>
          <p:xfrm>
            <a:off x="1313" y="1954"/>
            <a:ext cx="368" cy="398"/>
          </p:xfrm>
          <a:graphic>
            <a:graphicData uri="http://schemas.openxmlformats.org/presentationml/2006/ole">
              <mc:AlternateContent xmlns:mc="http://schemas.openxmlformats.org/markup-compatibility/2006">
                <mc:Choice xmlns:v="urn:schemas-microsoft-com:vml" Requires="v">
                  <p:oleObj spid="_x0000_s3140" name="" r:id="rId11" imgW="292100" imgH="317500" progId="Equation.3">
                    <p:embed/>
                  </p:oleObj>
                </mc:Choice>
                <mc:Fallback>
                  <p:oleObj name="" r:id="rId11" imgW="292100" imgH="317500" progId="Equation.3">
                    <p:embed/>
                    <p:pic>
                      <p:nvPicPr>
                        <p:cNvPr id="0" name="图片 3139"/>
                        <p:cNvPicPr/>
                        <p:nvPr/>
                      </p:nvPicPr>
                      <p:blipFill>
                        <a:blip r:embed="rId12">
                          <a:clrChange>
                            <a:clrFrom>
                              <a:srgbClr val="000000"/>
                            </a:clrFrom>
                            <a:clrTo>
                              <a:srgbClr val="FF3300"/>
                            </a:clrTo>
                          </a:clrChange>
                        </a:blip>
                        <a:stretch>
                          <a:fillRect/>
                        </a:stretch>
                      </p:blipFill>
                      <p:spPr>
                        <a:xfrm>
                          <a:off x="1313" y="1954"/>
                          <a:ext cx="368" cy="398"/>
                        </a:xfrm>
                        <a:prstGeom prst="rect">
                          <a:avLst/>
                        </a:prstGeom>
                        <a:noFill/>
                        <a:ln w="38100">
                          <a:noFill/>
                          <a:miter/>
                        </a:ln>
                      </p:spPr>
                    </p:pic>
                  </p:oleObj>
                </mc:Fallback>
              </mc:AlternateContent>
            </a:graphicData>
          </a:graphic>
        </p:graphicFrame>
        <p:graphicFrame>
          <p:nvGraphicFramePr>
            <p:cNvPr id="13322" name="Object 26"/>
            <p:cNvGraphicFramePr/>
            <p:nvPr/>
          </p:nvGraphicFramePr>
          <p:xfrm>
            <a:off x="302" y="898"/>
            <a:ext cx="366" cy="398"/>
          </p:xfrm>
          <a:graphic>
            <a:graphicData uri="http://schemas.openxmlformats.org/presentationml/2006/ole">
              <mc:AlternateContent xmlns:mc="http://schemas.openxmlformats.org/markup-compatibility/2006">
                <mc:Choice xmlns:v="urn:schemas-microsoft-com:vml" Requires="v">
                  <p:oleObj spid="_x0000_s3143" name="" r:id="rId13" imgW="292100" imgH="317500" progId="Equation.3">
                    <p:embed/>
                  </p:oleObj>
                </mc:Choice>
                <mc:Fallback>
                  <p:oleObj name="" r:id="rId13" imgW="292100" imgH="317500" progId="Equation.3">
                    <p:embed/>
                    <p:pic>
                      <p:nvPicPr>
                        <p:cNvPr id="0" name="图片 3142"/>
                        <p:cNvPicPr/>
                        <p:nvPr/>
                      </p:nvPicPr>
                      <p:blipFill>
                        <a:blip r:embed="rId14">
                          <a:clrChange>
                            <a:clrFrom>
                              <a:srgbClr val="000000"/>
                            </a:clrFrom>
                            <a:clrTo>
                              <a:srgbClr val="FF3300"/>
                            </a:clrTo>
                          </a:clrChange>
                        </a:blip>
                        <a:stretch>
                          <a:fillRect/>
                        </a:stretch>
                      </p:blipFill>
                      <p:spPr>
                        <a:xfrm>
                          <a:off x="302" y="898"/>
                          <a:ext cx="366" cy="398"/>
                        </a:xfrm>
                        <a:prstGeom prst="rect">
                          <a:avLst/>
                        </a:prstGeom>
                        <a:noFill/>
                        <a:ln w="38100">
                          <a:noFill/>
                          <a:miter/>
                        </a:ln>
                      </p:spPr>
                    </p:pic>
                  </p:oleObj>
                </mc:Fallback>
              </mc:AlternateContent>
            </a:graphicData>
          </a:graphic>
        </p:graphicFrame>
        <p:sp>
          <p:nvSpPr>
            <p:cNvPr id="13359" name="Arc 27"/>
            <p:cNvSpPr/>
            <p:nvPr/>
          </p:nvSpPr>
          <p:spPr>
            <a:xfrm rot="2633826" flipV="1">
              <a:off x="1188" y="1542"/>
              <a:ext cx="84" cy="47"/>
            </a:xfrm>
            <a:custGeom>
              <a:avLst/>
              <a:gdLst>
                <a:gd name="txL" fmla="*/ 0 w 21631"/>
                <a:gd name="txT" fmla="*/ 0 h 21600"/>
                <a:gd name="txR" fmla="*/ 21631 w 21631"/>
                <a:gd name="txB" fmla="*/ 21600 h 21600"/>
              </a:gdLst>
              <a:ahLst/>
              <a:cxnLst>
                <a:cxn ang="0">
                  <a:pos x="0" y="0"/>
                </a:cxn>
                <a:cxn ang="0">
                  <a:pos x="0" y="0"/>
                </a:cxn>
                <a:cxn ang="0">
                  <a:pos x="0" y="0"/>
                </a:cxn>
              </a:cxnLst>
              <a:rect l="txL" t="txT" r="txR" b="txB"/>
              <a:pathLst>
                <a:path w="21631" h="21600" fill="none">
                  <a:moveTo>
                    <a:pt x="0" y="0"/>
                  </a:moveTo>
                  <a:cubicBezTo>
                    <a:pt x="10" y="0"/>
                    <a:pt x="20" y="-1"/>
                    <a:pt x="31" y="0"/>
                  </a:cubicBezTo>
                  <a:cubicBezTo>
                    <a:pt x="11960" y="0"/>
                    <a:pt x="21631" y="9670"/>
                    <a:pt x="21631" y="21600"/>
                  </a:cubicBezTo>
                </a:path>
                <a:path w="21631" h="21600" stroke="0">
                  <a:moveTo>
                    <a:pt x="0" y="0"/>
                  </a:moveTo>
                  <a:cubicBezTo>
                    <a:pt x="10" y="0"/>
                    <a:pt x="20" y="-1"/>
                    <a:pt x="31" y="0"/>
                  </a:cubicBezTo>
                  <a:cubicBezTo>
                    <a:pt x="11960" y="0"/>
                    <a:pt x="21631" y="9670"/>
                    <a:pt x="21631" y="21600"/>
                  </a:cubicBezTo>
                  <a:lnTo>
                    <a:pt x="31" y="21600"/>
                  </a:lnTo>
                  <a:close/>
                </a:path>
              </a:pathLst>
            </a:custGeom>
            <a:noFill/>
            <a:ln w="28575" cap="flat" cmpd="sng">
              <a:solidFill>
                <a:srgbClr val="66FF33"/>
              </a:solidFill>
              <a:prstDash val="solid"/>
              <a:round/>
              <a:headEnd type="none" w="med" len="med"/>
              <a:tailEnd type="triangle" w="med" len="med"/>
            </a:ln>
          </p:spPr>
          <p:txBody>
            <a:bodyPr wrap="none" anchor="ctr" anchorCtr="0"/>
            <a:p>
              <a:endParaRPr lang="zh-CN" altLang="en-US" dirty="0">
                <a:latin typeface="Arial" panose="020B0604020202020204" pitchFamily="34" charset="0"/>
              </a:endParaRPr>
            </a:p>
          </p:txBody>
        </p:sp>
        <p:sp>
          <p:nvSpPr>
            <p:cNvPr id="13360" name="Arc 28"/>
            <p:cNvSpPr/>
            <p:nvPr/>
          </p:nvSpPr>
          <p:spPr>
            <a:xfrm rot="9386495" flipV="1">
              <a:off x="1104" y="1225"/>
              <a:ext cx="84" cy="47"/>
            </a:xfrm>
            <a:custGeom>
              <a:avLst/>
              <a:gdLst>
                <a:gd name="txL" fmla="*/ 0 w 21631"/>
                <a:gd name="txT" fmla="*/ 0 h 21600"/>
                <a:gd name="txR" fmla="*/ 21631 w 21631"/>
                <a:gd name="txB" fmla="*/ 21600 h 21600"/>
              </a:gdLst>
              <a:ahLst/>
              <a:cxnLst>
                <a:cxn ang="0">
                  <a:pos x="0" y="0"/>
                </a:cxn>
                <a:cxn ang="0">
                  <a:pos x="0" y="0"/>
                </a:cxn>
                <a:cxn ang="0">
                  <a:pos x="0" y="0"/>
                </a:cxn>
              </a:cxnLst>
              <a:rect l="txL" t="txT" r="txR" b="txB"/>
              <a:pathLst>
                <a:path w="21631" h="21600" fill="none">
                  <a:moveTo>
                    <a:pt x="0" y="0"/>
                  </a:moveTo>
                  <a:cubicBezTo>
                    <a:pt x="10" y="0"/>
                    <a:pt x="20" y="-1"/>
                    <a:pt x="31" y="0"/>
                  </a:cubicBezTo>
                  <a:cubicBezTo>
                    <a:pt x="11960" y="0"/>
                    <a:pt x="21631" y="9670"/>
                    <a:pt x="21631" y="21600"/>
                  </a:cubicBezTo>
                </a:path>
                <a:path w="21631" h="21600" stroke="0">
                  <a:moveTo>
                    <a:pt x="0" y="0"/>
                  </a:moveTo>
                  <a:cubicBezTo>
                    <a:pt x="10" y="0"/>
                    <a:pt x="20" y="-1"/>
                    <a:pt x="31" y="0"/>
                  </a:cubicBezTo>
                  <a:cubicBezTo>
                    <a:pt x="11960" y="0"/>
                    <a:pt x="21631" y="9670"/>
                    <a:pt x="21631" y="21600"/>
                  </a:cubicBezTo>
                  <a:lnTo>
                    <a:pt x="31" y="21600"/>
                  </a:lnTo>
                  <a:close/>
                </a:path>
              </a:pathLst>
            </a:custGeom>
            <a:noFill/>
            <a:ln w="28575" cap="flat" cmpd="sng">
              <a:solidFill>
                <a:srgbClr val="66FF33"/>
              </a:solidFill>
              <a:prstDash val="solid"/>
              <a:round/>
              <a:headEnd type="none" w="med" len="med"/>
              <a:tailEnd type="triangle" w="med" len="med"/>
            </a:ln>
          </p:spPr>
          <p:txBody>
            <a:bodyPr wrap="none" anchor="ctr" anchorCtr="0"/>
            <a:p>
              <a:endParaRPr lang="zh-CN" altLang="en-US" dirty="0">
                <a:latin typeface="Arial" panose="020B0604020202020204" pitchFamily="34" charset="0"/>
              </a:endParaRPr>
            </a:p>
          </p:txBody>
        </p:sp>
        <p:sp>
          <p:nvSpPr>
            <p:cNvPr id="13361" name="Line 29"/>
            <p:cNvSpPr/>
            <p:nvPr/>
          </p:nvSpPr>
          <p:spPr>
            <a:xfrm rot="7200000">
              <a:off x="821" y="637"/>
              <a:ext cx="27" cy="1008"/>
            </a:xfrm>
            <a:prstGeom prst="line">
              <a:avLst/>
            </a:prstGeom>
            <a:ln w="28575" cap="flat" cmpd="sng">
              <a:solidFill>
                <a:srgbClr val="FF3300"/>
              </a:solidFill>
              <a:prstDash val="solid"/>
              <a:headEnd type="none" w="med" len="med"/>
              <a:tailEnd type="triangle" w="med" len="med"/>
            </a:ln>
          </p:spPr>
        </p:sp>
        <p:sp>
          <p:nvSpPr>
            <p:cNvPr id="13362" name="Line 30"/>
            <p:cNvSpPr/>
            <p:nvPr/>
          </p:nvSpPr>
          <p:spPr>
            <a:xfrm rot="76899">
              <a:off x="1267" y="1378"/>
              <a:ext cx="22" cy="1008"/>
            </a:xfrm>
            <a:prstGeom prst="line">
              <a:avLst/>
            </a:prstGeom>
            <a:ln w="28575" cap="flat" cmpd="sng">
              <a:solidFill>
                <a:srgbClr val="FF3300"/>
              </a:solidFill>
              <a:prstDash val="solid"/>
              <a:headEnd type="none" w="med" len="med"/>
              <a:tailEnd type="triangle" w="med" len="med"/>
            </a:ln>
          </p:spPr>
        </p:sp>
      </p:grpSp>
      <p:grpSp>
        <p:nvGrpSpPr>
          <p:cNvPr id="7" name="Group 31"/>
          <p:cNvGrpSpPr/>
          <p:nvPr/>
        </p:nvGrpSpPr>
        <p:grpSpPr>
          <a:xfrm>
            <a:off x="5280025" y="1328738"/>
            <a:ext cx="2595563" cy="2670175"/>
            <a:chOff x="3177" y="678"/>
            <a:chExt cx="1635" cy="1682"/>
          </a:xfrm>
        </p:grpSpPr>
        <p:sp>
          <p:nvSpPr>
            <p:cNvPr id="13351" name="Line 32"/>
            <p:cNvSpPr/>
            <p:nvPr/>
          </p:nvSpPr>
          <p:spPr>
            <a:xfrm>
              <a:off x="3850" y="1554"/>
              <a:ext cx="576" cy="0"/>
            </a:xfrm>
            <a:prstGeom prst="line">
              <a:avLst/>
            </a:prstGeom>
            <a:ln w="28575" cap="flat" cmpd="sng">
              <a:solidFill>
                <a:srgbClr val="FFFF00"/>
              </a:solidFill>
              <a:prstDash val="solid"/>
              <a:headEnd type="none" w="med" len="med"/>
              <a:tailEnd type="stealth" w="sm" len="med"/>
            </a:ln>
          </p:spPr>
        </p:sp>
        <p:sp>
          <p:nvSpPr>
            <p:cNvPr id="13352" name="Line 33"/>
            <p:cNvSpPr/>
            <p:nvPr/>
          </p:nvSpPr>
          <p:spPr>
            <a:xfrm rot="-7089965">
              <a:off x="3974" y="1301"/>
              <a:ext cx="27" cy="1008"/>
            </a:xfrm>
            <a:prstGeom prst="line">
              <a:avLst/>
            </a:prstGeom>
            <a:ln w="28575" cap="flat" cmpd="sng">
              <a:solidFill>
                <a:srgbClr val="FF3300"/>
              </a:solidFill>
              <a:prstDash val="solid"/>
              <a:headEnd type="none" w="med" len="med"/>
              <a:tailEnd type="triangle" w="med" len="med"/>
            </a:ln>
          </p:spPr>
        </p:sp>
        <p:graphicFrame>
          <p:nvGraphicFramePr>
            <p:cNvPr id="13315" name="Object 34"/>
            <p:cNvGraphicFramePr/>
            <p:nvPr/>
          </p:nvGraphicFramePr>
          <p:xfrm>
            <a:off x="4430" y="1336"/>
            <a:ext cx="382" cy="398"/>
          </p:xfrm>
          <a:graphic>
            <a:graphicData uri="http://schemas.openxmlformats.org/presentationml/2006/ole">
              <mc:AlternateContent xmlns:mc="http://schemas.openxmlformats.org/markup-compatibility/2006">
                <mc:Choice xmlns:v="urn:schemas-microsoft-com:vml" Requires="v">
                  <p:oleObj spid="_x0000_s3146" name="" r:id="rId15" imgW="304800" imgH="317500" progId="Equation.3">
                    <p:embed/>
                  </p:oleObj>
                </mc:Choice>
                <mc:Fallback>
                  <p:oleObj name="" r:id="rId15" imgW="304800" imgH="317500" progId="Equation.3">
                    <p:embed/>
                    <p:pic>
                      <p:nvPicPr>
                        <p:cNvPr id="0" name="图片 3145"/>
                        <p:cNvPicPr/>
                        <p:nvPr/>
                      </p:nvPicPr>
                      <p:blipFill>
                        <a:blip r:embed="rId16">
                          <a:clrChange>
                            <a:clrFrom>
                              <a:srgbClr val="000000"/>
                            </a:clrFrom>
                            <a:clrTo>
                              <a:srgbClr val="FFFFFF"/>
                            </a:clrTo>
                          </a:clrChange>
                        </a:blip>
                        <a:stretch>
                          <a:fillRect/>
                        </a:stretch>
                      </p:blipFill>
                      <p:spPr>
                        <a:xfrm>
                          <a:off x="4430" y="1336"/>
                          <a:ext cx="382" cy="398"/>
                        </a:xfrm>
                        <a:prstGeom prst="rect">
                          <a:avLst/>
                        </a:prstGeom>
                        <a:noFill/>
                        <a:ln w="38100">
                          <a:noFill/>
                          <a:miter/>
                        </a:ln>
                      </p:spPr>
                    </p:pic>
                  </p:oleObj>
                </mc:Fallback>
              </mc:AlternateContent>
            </a:graphicData>
          </a:graphic>
        </p:graphicFrame>
        <p:graphicFrame>
          <p:nvGraphicFramePr>
            <p:cNvPr id="13316" name="Object 35"/>
            <p:cNvGraphicFramePr/>
            <p:nvPr/>
          </p:nvGraphicFramePr>
          <p:xfrm>
            <a:off x="3387" y="1962"/>
            <a:ext cx="368" cy="398"/>
          </p:xfrm>
          <a:graphic>
            <a:graphicData uri="http://schemas.openxmlformats.org/presentationml/2006/ole">
              <mc:AlternateContent xmlns:mc="http://schemas.openxmlformats.org/markup-compatibility/2006">
                <mc:Choice xmlns:v="urn:schemas-microsoft-com:vml" Requires="v">
                  <p:oleObj spid="_x0000_s3150" name="" r:id="rId17" imgW="292100" imgH="317500" progId="Equation.3">
                    <p:embed/>
                  </p:oleObj>
                </mc:Choice>
                <mc:Fallback>
                  <p:oleObj name="" r:id="rId17" imgW="292100" imgH="317500" progId="Equation.3">
                    <p:embed/>
                    <p:pic>
                      <p:nvPicPr>
                        <p:cNvPr id="0" name="图片 3149"/>
                        <p:cNvPicPr/>
                        <p:nvPr/>
                      </p:nvPicPr>
                      <p:blipFill>
                        <a:blip r:embed="rId18">
                          <a:clrChange>
                            <a:clrFrom>
                              <a:srgbClr val="000000"/>
                            </a:clrFrom>
                            <a:clrTo>
                              <a:srgbClr val="FFFFFF"/>
                            </a:clrTo>
                          </a:clrChange>
                        </a:blip>
                        <a:stretch>
                          <a:fillRect/>
                        </a:stretch>
                      </p:blipFill>
                      <p:spPr>
                        <a:xfrm>
                          <a:off x="3387" y="1962"/>
                          <a:ext cx="368" cy="398"/>
                        </a:xfrm>
                        <a:prstGeom prst="rect">
                          <a:avLst/>
                        </a:prstGeom>
                        <a:noFill/>
                        <a:ln w="38100">
                          <a:noFill/>
                          <a:miter/>
                        </a:ln>
                      </p:spPr>
                    </p:pic>
                  </p:oleObj>
                </mc:Fallback>
              </mc:AlternateContent>
            </a:graphicData>
          </a:graphic>
        </p:graphicFrame>
        <p:graphicFrame>
          <p:nvGraphicFramePr>
            <p:cNvPr id="13317" name="Object 36"/>
            <p:cNvGraphicFramePr/>
            <p:nvPr/>
          </p:nvGraphicFramePr>
          <p:xfrm>
            <a:off x="3369" y="678"/>
            <a:ext cx="366" cy="398"/>
          </p:xfrm>
          <a:graphic>
            <a:graphicData uri="http://schemas.openxmlformats.org/presentationml/2006/ole">
              <mc:AlternateContent xmlns:mc="http://schemas.openxmlformats.org/markup-compatibility/2006">
                <mc:Choice xmlns:v="urn:schemas-microsoft-com:vml" Requires="v">
                  <p:oleObj spid="_x0000_s3145" name="" r:id="rId19" imgW="292100" imgH="317500" progId="Equation.3">
                    <p:embed/>
                  </p:oleObj>
                </mc:Choice>
                <mc:Fallback>
                  <p:oleObj name="" r:id="rId19" imgW="292100" imgH="317500" progId="Equation.3">
                    <p:embed/>
                    <p:pic>
                      <p:nvPicPr>
                        <p:cNvPr id="0" name="图片 3144"/>
                        <p:cNvPicPr/>
                        <p:nvPr/>
                      </p:nvPicPr>
                      <p:blipFill>
                        <a:blip r:embed="rId20">
                          <a:clrChange>
                            <a:clrFrom>
                              <a:srgbClr val="000000"/>
                            </a:clrFrom>
                            <a:clrTo>
                              <a:srgbClr val="FFFFFF"/>
                            </a:clrTo>
                          </a:clrChange>
                        </a:blip>
                        <a:stretch>
                          <a:fillRect/>
                        </a:stretch>
                      </p:blipFill>
                      <p:spPr>
                        <a:xfrm>
                          <a:off x="3369" y="678"/>
                          <a:ext cx="366" cy="398"/>
                        </a:xfrm>
                        <a:prstGeom prst="rect">
                          <a:avLst/>
                        </a:prstGeom>
                        <a:noFill/>
                        <a:ln w="38100">
                          <a:noFill/>
                          <a:miter/>
                        </a:ln>
                      </p:spPr>
                    </p:pic>
                  </p:oleObj>
                </mc:Fallback>
              </mc:AlternateContent>
            </a:graphicData>
          </a:graphic>
        </p:graphicFrame>
        <p:graphicFrame>
          <p:nvGraphicFramePr>
            <p:cNvPr id="13318" name="Object 37"/>
            <p:cNvGraphicFramePr/>
            <p:nvPr/>
          </p:nvGraphicFramePr>
          <p:xfrm>
            <a:off x="4006" y="1668"/>
            <a:ext cx="366" cy="398"/>
          </p:xfrm>
          <a:graphic>
            <a:graphicData uri="http://schemas.openxmlformats.org/presentationml/2006/ole">
              <mc:AlternateContent xmlns:mc="http://schemas.openxmlformats.org/markup-compatibility/2006">
                <mc:Choice xmlns:v="urn:schemas-microsoft-com:vml" Requires="v">
                  <p:oleObj spid="_x0000_s3144" name="" r:id="rId21" imgW="292100" imgH="317500" progId="Equation.3">
                    <p:embed/>
                  </p:oleObj>
                </mc:Choice>
                <mc:Fallback>
                  <p:oleObj name="" r:id="rId21" imgW="292100" imgH="317500" progId="Equation.3">
                    <p:embed/>
                    <p:pic>
                      <p:nvPicPr>
                        <p:cNvPr id="0" name="图片 3143"/>
                        <p:cNvPicPr/>
                        <p:nvPr/>
                      </p:nvPicPr>
                      <p:blipFill>
                        <a:blip r:embed="rId22">
                          <a:clrChange>
                            <a:clrFrom>
                              <a:srgbClr val="000000"/>
                            </a:clrFrom>
                            <a:clrTo>
                              <a:srgbClr val="FF3300"/>
                            </a:clrTo>
                          </a:clrChange>
                        </a:blip>
                        <a:stretch>
                          <a:fillRect/>
                        </a:stretch>
                      </p:blipFill>
                      <p:spPr>
                        <a:xfrm>
                          <a:off x="4006" y="1668"/>
                          <a:ext cx="366" cy="398"/>
                        </a:xfrm>
                        <a:prstGeom prst="rect">
                          <a:avLst/>
                        </a:prstGeom>
                        <a:noFill/>
                        <a:ln w="38100">
                          <a:noFill/>
                          <a:miter/>
                        </a:ln>
                      </p:spPr>
                    </p:pic>
                  </p:oleObj>
                </mc:Fallback>
              </mc:AlternateContent>
            </a:graphicData>
          </a:graphic>
        </p:graphicFrame>
        <p:graphicFrame>
          <p:nvGraphicFramePr>
            <p:cNvPr id="13319" name="Object 38"/>
            <p:cNvGraphicFramePr/>
            <p:nvPr/>
          </p:nvGraphicFramePr>
          <p:xfrm>
            <a:off x="3177" y="1353"/>
            <a:ext cx="368" cy="398"/>
          </p:xfrm>
          <a:graphic>
            <a:graphicData uri="http://schemas.openxmlformats.org/presentationml/2006/ole">
              <mc:AlternateContent xmlns:mc="http://schemas.openxmlformats.org/markup-compatibility/2006">
                <mc:Choice xmlns:v="urn:schemas-microsoft-com:vml" Requires="v">
                  <p:oleObj spid="_x0000_s3141" name="" r:id="rId23" imgW="292100" imgH="317500" progId="Equation.3">
                    <p:embed/>
                  </p:oleObj>
                </mc:Choice>
                <mc:Fallback>
                  <p:oleObj name="" r:id="rId23" imgW="292100" imgH="317500" progId="Equation.3">
                    <p:embed/>
                    <p:pic>
                      <p:nvPicPr>
                        <p:cNvPr id="0" name="图片 3140"/>
                        <p:cNvPicPr/>
                        <p:nvPr/>
                      </p:nvPicPr>
                      <p:blipFill>
                        <a:blip r:embed="rId24">
                          <a:clrChange>
                            <a:clrFrom>
                              <a:srgbClr val="000000"/>
                            </a:clrFrom>
                            <a:clrTo>
                              <a:srgbClr val="FF3300"/>
                            </a:clrTo>
                          </a:clrChange>
                        </a:blip>
                        <a:stretch>
                          <a:fillRect/>
                        </a:stretch>
                      </p:blipFill>
                      <p:spPr>
                        <a:xfrm>
                          <a:off x="3177" y="1353"/>
                          <a:ext cx="368" cy="398"/>
                        </a:xfrm>
                        <a:prstGeom prst="rect">
                          <a:avLst/>
                        </a:prstGeom>
                        <a:noFill/>
                        <a:ln w="38100">
                          <a:noFill/>
                          <a:miter/>
                        </a:ln>
                      </p:spPr>
                    </p:pic>
                  </p:oleObj>
                </mc:Fallback>
              </mc:AlternateContent>
            </a:graphicData>
          </a:graphic>
        </p:graphicFrame>
        <p:graphicFrame>
          <p:nvGraphicFramePr>
            <p:cNvPr id="13320" name="Object 39"/>
            <p:cNvGraphicFramePr/>
            <p:nvPr/>
          </p:nvGraphicFramePr>
          <p:xfrm>
            <a:off x="3873" y="907"/>
            <a:ext cx="366" cy="398"/>
          </p:xfrm>
          <a:graphic>
            <a:graphicData uri="http://schemas.openxmlformats.org/presentationml/2006/ole">
              <mc:AlternateContent xmlns:mc="http://schemas.openxmlformats.org/markup-compatibility/2006">
                <mc:Choice xmlns:v="urn:schemas-microsoft-com:vml" Requires="v">
                  <p:oleObj spid="_x0000_s3147" name="" r:id="rId25" imgW="292100" imgH="317500" progId="Equation.3">
                    <p:embed/>
                  </p:oleObj>
                </mc:Choice>
                <mc:Fallback>
                  <p:oleObj name="" r:id="rId25" imgW="292100" imgH="317500" progId="Equation.3">
                    <p:embed/>
                    <p:pic>
                      <p:nvPicPr>
                        <p:cNvPr id="0" name="图片 3146"/>
                        <p:cNvPicPr/>
                        <p:nvPr/>
                      </p:nvPicPr>
                      <p:blipFill>
                        <a:blip r:embed="rId26">
                          <a:clrChange>
                            <a:clrFrom>
                              <a:srgbClr val="000000"/>
                            </a:clrFrom>
                            <a:clrTo>
                              <a:srgbClr val="FF3300"/>
                            </a:clrTo>
                          </a:clrChange>
                        </a:blip>
                        <a:stretch>
                          <a:fillRect/>
                        </a:stretch>
                      </p:blipFill>
                      <p:spPr>
                        <a:xfrm>
                          <a:off x="3873" y="907"/>
                          <a:ext cx="366" cy="398"/>
                        </a:xfrm>
                        <a:prstGeom prst="rect">
                          <a:avLst/>
                        </a:prstGeom>
                        <a:noFill/>
                        <a:ln w="38100">
                          <a:noFill/>
                          <a:miter/>
                        </a:ln>
                      </p:spPr>
                    </p:pic>
                  </p:oleObj>
                </mc:Fallback>
              </mc:AlternateContent>
            </a:graphicData>
          </a:graphic>
        </p:graphicFrame>
        <p:sp>
          <p:nvSpPr>
            <p:cNvPr id="13353" name="Line 40"/>
            <p:cNvSpPr/>
            <p:nvPr/>
          </p:nvSpPr>
          <p:spPr>
            <a:xfrm rot="-7200000">
              <a:off x="3412" y="1296"/>
              <a:ext cx="576" cy="0"/>
            </a:xfrm>
            <a:prstGeom prst="line">
              <a:avLst/>
            </a:prstGeom>
            <a:ln w="28575" cap="flat" cmpd="sng">
              <a:solidFill>
                <a:srgbClr val="FFFF00"/>
              </a:solidFill>
              <a:prstDash val="solid"/>
              <a:headEnd type="none" w="med" len="med"/>
              <a:tailEnd type="stealth" w="sm" len="med"/>
            </a:ln>
          </p:spPr>
        </p:sp>
        <p:sp>
          <p:nvSpPr>
            <p:cNvPr id="13354" name="Line 41"/>
            <p:cNvSpPr/>
            <p:nvPr/>
          </p:nvSpPr>
          <p:spPr>
            <a:xfrm rot="7200000">
              <a:off x="3412" y="1800"/>
              <a:ext cx="576" cy="0"/>
            </a:xfrm>
            <a:prstGeom prst="line">
              <a:avLst/>
            </a:prstGeom>
            <a:ln w="28575" cap="flat" cmpd="sng">
              <a:solidFill>
                <a:srgbClr val="FFFF00"/>
              </a:solidFill>
              <a:prstDash val="solid"/>
              <a:headEnd type="none" w="med" len="med"/>
              <a:tailEnd type="triangle" w="med" len="med"/>
            </a:ln>
          </p:spPr>
        </p:sp>
        <p:sp>
          <p:nvSpPr>
            <p:cNvPr id="13355" name="Line 42"/>
            <p:cNvSpPr/>
            <p:nvPr/>
          </p:nvSpPr>
          <p:spPr>
            <a:xfrm rot="7200000">
              <a:off x="3969" y="786"/>
              <a:ext cx="7" cy="1015"/>
            </a:xfrm>
            <a:prstGeom prst="line">
              <a:avLst/>
            </a:prstGeom>
            <a:ln w="28575" cap="flat" cmpd="sng">
              <a:solidFill>
                <a:srgbClr val="FF3300"/>
              </a:solidFill>
              <a:prstDash val="solid"/>
              <a:headEnd type="none" w="med" len="med"/>
              <a:tailEnd type="triangle" w="med" len="med"/>
            </a:ln>
          </p:spPr>
        </p:sp>
        <p:sp>
          <p:nvSpPr>
            <p:cNvPr id="13356" name="Line 43"/>
            <p:cNvSpPr/>
            <p:nvPr/>
          </p:nvSpPr>
          <p:spPr>
            <a:xfrm rot="76899">
              <a:off x="3537" y="1062"/>
              <a:ext cx="22" cy="1008"/>
            </a:xfrm>
            <a:prstGeom prst="line">
              <a:avLst/>
            </a:prstGeom>
            <a:ln w="28575" cap="flat" cmpd="sng">
              <a:solidFill>
                <a:srgbClr val="FF3300"/>
              </a:solidFill>
              <a:prstDash val="solid"/>
              <a:headEnd type="none" w="med" len="med"/>
              <a:tailEnd type="triangle" w="med" len="med"/>
            </a:ln>
          </p:spPr>
        </p:sp>
      </p:grpSp>
      <p:grpSp>
        <p:nvGrpSpPr>
          <p:cNvPr id="13337" name="Group 69"/>
          <p:cNvGrpSpPr/>
          <p:nvPr/>
        </p:nvGrpSpPr>
        <p:grpSpPr>
          <a:xfrm>
            <a:off x="8316913" y="6445250"/>
            <a:ext cx="792162" cy="366713"/>
            <a:chOff x="5193" y="4020"/>
            <a:chExt cx="499" cy="231"/>
          </a:xfrm>
        </p:grpSpPr>
        <p:pic>
          <p:nvPicPr>
            <p:cNvPr id="13349" name="Picture 70" descr="78900"/>
            <p:cNvPicPr>
              <a:picLocks noChangeAspect="1"/>
            </p:cNvPicPr>
            <p:nvPr/>
          </p:nvPicPr>
          <p:blipFill>
            <a:blip r:embed="rId27"/>
            <a:stretch>
              <a:fillRect/>
            </a:stretch>
          </p:blipFill>
          <p:spPr>
            <a:xfrm>
              <a:off x="5193" y="4066"/>
              <a:ext cx="499" cy="181"/>
            </a:xfrm>
            <a:prstGeom prst="rect">
              <a:avLst/>
            </a:prstGeom>
            <a:noFill/>
            <a:ln w="9525">
              <a:noFill/>
            </a:ln>
          </p:spPr>
        </p:pic>
        <p:sp>
          <p:nvSpPr>
            <p:cNvPr id="13350" name="Text Box 71">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3338" name="Group 72"/>
          <p:cNvGrpSpPr/>
          <p:nvPr/>
        </p:nvGrpSpPr>
        <p:grpSpPr>
          <a:xfrm>
            <a:off x="7451725" y="6445250"/>
            <a:ext cx="792163" cy="366713"/>
            <a:chOff x="5193" y="4020"/>
            <a:chExt cx="499" cy="231"/>
          </a:xfrm>
        </p:grpSpPr>
        <p:pic>
          <p:nvPicPr>
            <p:cNvPr id="13347" name="Picture 73" descr="78900"/>
            <p:cNvPicPr>
              <a:picLocks noChangeAspect="1"/>
            </p:cNvPicPr>
            <p:nvPr/>
          </p:nvPicPr>
          <p:blipFill>
            <a:blip r:embed="rId27"/>
            <a:stretch>
              <a:fillRect/>
            </a:stretch>
          </p:blipFill>
          <p:spPr>
            <a:xfrm>
              <a:off x="5193" y="4066"/>
              <a:ext cx="499" cy="181"/>
            </a:xfrm>
            <a:prstGeom prst="rect">
              <a:avLst/>
            </a:prstGeom>
            <a:noFill/>
            <a:ln w="9525">
              <a:noFill/>
            </a:ln>
          </p:spPr>
        </p:pic>
        <p:sp>
          <p:nvSpPr>
            <p:cNvPr id="13348" name="Text Box 74">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3339" name="Group 75"/>
          <p:cNvGrpSpPr/>
          <p:nvPr/>
        </p:nvGrpSpPr>
        <p:grpSpPr>
          <a:xfrm>
            <a:off x="6588125" y="6446838"/>
            <a:ext cx="792163" cy="366712"/>
            <a:chOff x="4695" y="4061"/>
            <a:chExt cx="499" cy="231"/>
          </a:xfrm>
        </p:grpSpPr>
        <p:pic>
          <p:nvPicPr>
            <p:cNvPr id="13345" name="Picture 76" descr="78900"/>
            <p:cNvPicPr>
              <a:picLocks noChangeAspect="1"/>
            </p:cNvPicPr>
            <p:nvPr/>
          </p:nvPicPr>
          <p:blipFill>
            <a:blip r:embed="rId27"/>
            <a:stretch>
              <a:fillRect/>
            </a:stretch>
          </p:blipFill>
          <p:spPr>
            <a:xfrm>
              <a:off x="4695" y="4107"/>
              <a:ext cx="499" cy="181"/>
            </a:xfrm>
            <a:prstGeom prst="rect">
              <a:avLst/>
            </a:prstGeom>
            <a:noFill/>
            <a:ln w="9525">
              <a:noFill/>
            </a:ln>
          </p:spPr>
        </p:pic>
        <p:sp>
          <p:nvSpPr>
            <p:cNvPr id="13346" name="Text Box 77">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1" name="Group 81"/>
          <p:cNvGrpSpPr/>
          <p:nvPr/>
        </p:nvGrpSpPr>
        <p:grpSpPr>
          <a:xfrm>
            <a:off x="1006475" y="4268788"/>
            <a:ext cx="3205163" cy="2112962"/>
            <a:chOff x="634" y="2689"/>
            <a:chExt cx="2019" cy="1331"/>
          </a:xfrm>
        </p:grpSpPr>
        <p:sp>
          <p:nvSpPr>
            <p:cNvPr id="13341" name="AutoShape 7"/>
            <p:cNvSpPr/>
            <p:nvPr/>
          </p:nvSpPr>
          <p:spPr>
            <a:xfrm>
              <a:off x="2562" y="2750"/>
              <a:ext cx="91" cy="1270"/>
            </a:xfrm>
            <a:prstGeom prst="rightBrace">
              <a:avLst>
                <a:gd name="adj1" fmla="val 116300"/>
                <a:gd name="adj2" fmla="val 50000"/>
              </a:avLst>
            </a:prstGeom>
            <a:noFill/>
            <a:ln w="28575" cap="flat" cmpd="sng">
              <a:solidFill>
                <a:schemeClr val="bg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aphicFrame>
          <p:nvGraphicFramePr>
            <p:cNvPr id="13314" name="Object 44"/>
            <p:cNvGraphicFramePr/>
            <p:nvPr/>
          </p:nvGraphicFramePr>
          <p:xfrm>
            <a:off x="634" y="2689"/>
            <a:ext cx="1768" cy="1296"/>
          </p:xfrm>
          <a:graphic>
            <a:graphicData uri="http://schemas.openxmlformats.org/presentationml/2006/ole">
              <mc:AlternateContent xmlns:mc="http://schemas.openxmlformats.org/markup-compatibility/2006">
                <mc:Choice xmlns:v="urn:schemas-microsoft-com:vml" Requires="v">
                  <p:oleObj spid="_x0000_s3151" name="" r:id="rId28" imgW="1282700" imgH="939800" progId="Equation.3">
                    <p:embed/>
                  </p:oleObj>
                </mc:Choice>
                <mc:Fallback>
                  <p:oleObj name="" r:id="rId28" imgW="1282700" imgH="939800" progId="Equation.3">
                    <p:embed/>
                    <p:pic>
                      <p:nvPicPr>
                        <p:cNvPr id="0" name="图片 3150"/>
                        <p:cNvPicPr/>
                        <p:nvPr/>
                      </p:nvPicPr>
                      <p:blipFill>
                        <a:blip r:embed="rId29">
                          <a:clrChange>
                            <a:clrFrom>
                              <a:srgbClr val="000000"/>
                            </a:clrFrom>
                            <a:clrTo>
                              <a:srgbClr val="FFFFFF"/>
                            </a:clrTo>
                          </a:clrChange>
                        </a:blip>
                        <a:stretch>
                          <a:fillRect/>
                        </a:stretch>
                      </p:blipFill>
                      <p:spPr>
                        <a:xfrm>
                          <a:off x="634" y="2689"/>
                          <a:ext cx="1768" cy="1296"/>
                        </a:xfrm>
                        <a:prstGeom prst="rect">
                          <a:avLst/>
                        </a:prstGeom>
                        <a:noFill/>
                        <a:ln w="38100">
                          <a:noFill/>
                          <a:miter/>
                        </a:ln>
                      </p:spPr>
                    </p:pic>
                  </p:oleObj>
                </mc:Fallback>
              </mc:AlternateContent>
            </a:graphicData>
          </a:graphic>
        </p:graphicFrame>
        <p:sp>
          <p:nvSpPr>
            <p:cNvPr id="13342" name="Line 78"/>
            <p:cNvSpPr/>
            <p:nvPr/>
          </p:nvSpPr>
          <p:spPr>
            <a:xfrm flipV="1">
              <a:off x="1964" y="3938"/>
              <a:ext cx="363" cy="0"/>
            </a:xfrm>
            <a:prstGeom prst="line">
              <a:avLst/>
            </a:prstGeom>
            <a:ln w="9525" cap="flat" cmpd="sng">
              <a:solidFill>
                <a:schemeClr val="bg1"/>
              </a:solidFill>
              <a:prstDash val="solid"/>
              <a:headEnd type="none" w="med" len="med"/>
              <a:tailEnd type="none" w="med" len="med"/>
            </a:ln>
          </p:spPr>
        </p:sp>
        <p:sp>
          <p:nvSpPr>
            <p:cNvPr id="13343" name="Line 79"/>
            <p:cNvSpPr/>
            <p:nvPr/>
          </p:nvSpPr>
          <p:spPr>
            <a:xfrm>
              <a:off x="1964" y="3503"/>
              <a:ext cx="317" cy="0"/>
            </a:xfrm>
            <a:prstGeom prst="line">
              <a:avLst/>
            </a:prstGeom>
            <a:ln w="9525" cap="flat" cmpd="sng">
              <a:solidFill>
                <a:schemeClr val="bg1"/>
              </a:solidFill>
              <a:prstDash val="solid"/>
              <a:headEnd type="none" w="med" len="med"/>
              <a:tailEnd type="none" w="med" len="med"/>
            </a:ln>
          </p:spPr>
        </p:sp>
        <p:sp>
          <p:nvSpPr>
            <p:cNvPr id="13344" name="Line 80"/>
            <p:cNvSpPr/>
            <p:nvPr/>
          </p:nvSpPr>
          <p:spPr>
            <a:xfrm>
              <a:off x="1973" y="3067"/>
              <a:ext cx="363" cy="0"/>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29701"/>
                                        </p:tgtEl>
                                        <p:attrNameLst>
                                          <p:attrName>style.visibility</p:attrName>
                                        </p:attrNameLst>
                                      </p:cBhvr>
                                      <p:to>
                                        <p:strVal val="visible"/>
                                      </p:to>
                                    </p:set>
                                    <p:anim calcmode="lin" valueType="num">
                                      <p:cBhvr>
                                        <p:cTn id="7" dur="1000" fill="hold"/>
                                        <p:tgtEl>
                                          <p:spTgt spid="29701"/>
                                        </p:tgtEl>
                                        <p:attrNameLst>
                                          <p:attrName>ppt_w</p:attrName>
                                        </p:attrNameLst>
                                      </p:cBhvr>
                                      <p:tavLst>
                                        <p:tav tm="0">
                                          <p:val>
                                            <p:strVal val="#ppt_w*0.70"/>
                                          </p:val>
                                        </p:tav>
                                        <p:tav tm="100000">
                                          <p:val>
                                            <p:strVal val="#ppt_w"/>
                                          </p:val>
                                        </p:tav>
                                      </p:tavLst>
                                    </p:anim>
                                    <p:anim calcmode="lin" valueType="num">
                                      <p:cBhvr>
                                        <p:cTn id="8" dur="1000" fill="hold"/>
                                        <p:tgtEl>
                                          <p:spTgt spid="29701"/>
                                        </p:tgtEl>
                                        <p:attrNameLst>
                                          <p:attrName>ppt_h</p:attrName>
                                        </p:attrNameLst>
                                      </p:cBhvr>
                                      <p:tavLst>
                                        <p:tav tm="0">
                                          <p:val>
                                            <p:strVal val="#ppt_h"/>
                                          </p:val>
                                        </p:tav>
                                        <p:tav tm="100000">
                                          <p:val>
                                            <p:strVal val="#ppt_h"/>
                                          </p:val>
                                        </p:tav>
                                      </p:tavLst>
                                    </p:anim>
                                    <p:animEffect transition="in" filter="fade">
                                      <p:cBhvr>
                                        <p:cTn id="9" dur="1000"/>
                                        <p:tgtEl>
                                          <p:spTgt spid="29701"/>
                                        </p:tgtEl>
                                      </p:cBhvr>
                                    </p:animEffect>
                                  </p:childTnLst>
                                </p:cTn>
                              </p:par>
                            </p:childTnLst>
                          </p:cTn>
                        </p:par>
                      </p:childTnLst>
                    </p:cTn>
                  </p:par>
                  <p:par>
                    <p:cTn id="10" fill="hold">
                      <p:stCondLst>
                        <p:cond delay="indefinite"/>
                      </p:stCondLst>
                      <p:childTnLst>
                        <p:par>
                          <p:cTn id="11" fill="hold">
                            <p:stCondLst>
                              <p:cond delay="0"/>
                            </p:stCondLst>
                            <p:childTnLst>
                              <p:par>
                                <p:cTn id="12" presetID="9"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dissolve">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dissolve">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dissolve">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dissolve">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dissolve">
                                      <p:cBhvr>
                                        <p:cTn id="34" dur="5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23" presetClass="entr" presetSubtype="16"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p:cTn id="39" dur="1000" fill="hold"/>
                                        <p:tgtEl>
                                          <p:spTgt spid="7"/>
                                        </p:tgtEl>
                                        <p:attrNameLst>
                                          <p:attrName>ppt_w</p:attrName>
                                        </p:attrNameLst>
                                      </p:cBhvr>
                                      <p:tavLst>
                                        <p:tav tm="0">
                                          <p:val>
                                            <p:fltVal val="0.000000"/>
                                          </p:val>
                                        </p:tav>
                                        <p:tav tm="100000">
                                          <p:val>
                                            <p:strVal val="#ppt_w"/>
                                          </p:val>
                                        </p:tav>
                                      </p:tavLst>
                                    </p:anim>
                                    <p:anim calcmode="lin" valueType="num">
                                      <p:cBhvr>
                                        <p:cTn id="40" dur="1000" fill="hold"/>
                                        <p:tgtEl>
                                          <p:spTgt spid="7"/>
                                        </p:tgtEl>
                                        <p:attrNameLst>
                                          <p:attrName>ppt_h</p:attrName>
                                        </p:attrNameLst>
                                      </p:cBhvr>
                                      <p:tavLst>
                                        <p:tav tm="0">
                                          <p:val>
                                            <p:fltVal val="0.000000"/>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18" presetClass="entr" presetSubtype="6" fill="hold" grpId="0" nodeType="clickEffect">
                                  <p:stCondLst>
                                    <p:cond delay="0"/>
                                  </p:stCondLst>
                                  <p:childTnLst>
                                    <p:set>
                                      <p:cBhvr>
                                        <p:cTn id="44" dur="1" fill="hold">
                                          <p:stCondLst>
                                            <p:cond delay="0"/>
                                          </p:stCondLst>
                                        </p:cTn>
                                        <p:tgtEl>
                                          <p:spTgt spid="29704"/>
                                        </p:tgtEl>
                                        <p:attrNameLst>
                                          <p:attrName>style.visibility</p:attrName>
                                        </p:attrNameLst>
                                      </p:cBhvr>
                                      <p:to>
                                        <p:strVal val="visible"/>
                                      </p:to>
                                    </p:set>
                                    <p:animEffect transition="in" filter="strips(downRight)">
                                      <p:cBhvr>
                                        <p:cTn id="45" dur="2000"/>
                                        <p:tgtEl>
                                          <p:spTgt spid="29704"/>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blinds(horizontal)">
                                      <p:cBhvr>
                                        <p:cTn id="50" dur="500"/>
                                        <p:tgtEl>
                                          <p:spTgt spid="11"/>
                                        </p:tgtEl>
                                      </p:cBhvr>
                                    </p:animEffect>
                                  </p:childTnLst>
                                </p:cTn>
                              </p:par>
                            </p:childTnLst>
                          </p:cTn>
                        </p:par>
                        <p:par>
                          <p:cTn id="51" fill="hold">
                            <p:stCondLst>
                              <p:cond delay="500"/>
                            </p:stCondLst>
                            <p:childTnLst>
                              <p:par>
                                <p:cTn id="52" presetID="12" presetClass="entr" presetSubtype="4" fill="hold" grpId="0" nodeType="afterEffect">
                                  <p:stCondLst>
                                    <p:cond delay="0"/>
                                  </p:stCondLst>
                                  <p:childTnLst>
                                    <p:set>
                                      <p:cBhvr>
                                        <p:cTn id="53" dur="1" fill="hold">
                                          <p:stCondLst>
                                            <p:cond delay="0"/>
                                          </p:stCondLst>
                                        </p:cTn>
                                        <p:tgtEl>
                                          <p:spTgt spid="29702"/>
                                        </p:tgtEl>
                                        <p:attrNameLst>
                                          <p:attrName>style.visibility</p:attrName>
                                        </p:attrNameLst>
                                      </p:cBhvr>
                                      <p:to>
                                        <p:strVal val="visible"/>
                                      </p:to>
                                    </p:set>
                                    <p:animEffect transition="in" filter="slide(fromBottom)">
                                      <p:cBhvr>
                                        <p:cTn id="54" dur="2000"/>
                                        <p:tgtEl>
                                          <p:spTgt spid="29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1" grpId="0"/>
      <p:bldP spid="29702" grpId="0"/>
      <p:bldP spid="2970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Text Box 2"/>
          <p:cNvSpPr txBox="1"/>
          <p:nvPr/>
        </p:nvSpPr>
        <p:spPr>
          <a:xfrm>
            <a:off x="2627313" y="549275"/>
            <a:ext cx="5689600" cy="519113"/>
          </a:xfrm>
          <a:prstGeom prst="rect">
            <a:avLst/>
          </a:prstGeom>
          <a:noFill/>
          <a:ln w="9525">
            <a:noFill/>
          </a:ln>
        </p:spPr>
        <p:txBody>
          <a:bodyPr>
            <a:spAutoFit/>
          </a:bodyPr>
          <a:p>
            <a:r>
              <a:rPr lang="zh-CN" altLang="en-US" sz="2800" dirty="0">
                <a:latin typeface="楷体_GB2312" pitchFamily="49" charset="-122"/>
              </a:rPr>
              <a:t>对</a:t>
            </a:r>
            <a:r>
              <a:rPr lang="en-US" altLang="zh-CN" sz="2800" b="0" dirty="0">
                <a:solidFill>
                  <a:schemeClr val="bg1"/>
                </a:solidFill>
                <a:latin typeface="Times New Roman" panose="02020603050405020304" pitchFamily="18" charset="0"/>
              </a:rPr>
              <a:t>Y</a:t>
            </a:r>
            <a:r>
              <a:rPr lang="zh-CN" altLang="en-US" sz="2800" b="0" dirty="0">
                <a:solidFill>
                  <a:schemeClr val="bg1"/>
                </a:solidFill>
                <a:latin typeface="Times New Roman" panose="02020603050405020304" pitchFamily="18" charset="0"/>
              </a:rPr>
              <a:t>形</a:t>
            </a:r>
            <a:r>
              <a:rPr lang="zh-CN" altLang="en-US" sz="2800" dirty="0">
                <a:latin typeface="Times New Roman" panose="02020603050405020304" pitchFamily="18" charset="0"/>
              </a:rPr>
              <a:t>联</a:t>
            </a:r>
            <a:r>
              <a:rPr lang="zh-CN" altLang="zh-CN" sz="2800" dirty="0">
                <a:latin typeface="楷体_GB2312" pitchFamily="49" charset="-122"/>
              </a:rPr>
              <a:t>结的</a:t>
            </a:r>
            <a:r>
              <a:rPr lang="zh-CN" altLang="en-US" sz="2800" dirty="0">
                <a:latin typeface="楷体_GB2312" pitchFamily="49" charset="-122"/>
              </a:rPr>
              <a:t>对称三相电源</a:t>
            </a:r>
            <a:endParaRPr lang="zh-CN" altLang="en-US" sz="2800" dirty="0">
              <a:latin typeface="楷体_GB2312" pitchFamily="49" charset="-122"/>
            </a:endParaRPr>
          </a:p>
        </p:txBody>
      </p:sp>
      <p:sp>
        <p:nvSpPr>
          <p:cNvPr id="28675" name="Text Box 3"/>
          <p:cNvSpPr txBox="1"/>
          <p:nvPr/>
        </p:nvSpPr>
        <p:spPr>
          <a:xfrm>
            <a:off x="971550" y="2997200"/>
            <a:ext cx="6805613" cy="946150"/>
          </a:xfrm>
          <a:prstGeom prst="rect">
            <a:avLst/>
          </a:prstGeom>
          <a:noFill/>
          <a:ln w="9525">
            <a:noFill/>
          </a:ln>
        </p:spPr>
        <p:txBody>
          <a:bodyPr wrap="none">
            <a:spAutoFit/>
          </a:bodyPr>
          <a:p>
            <a:r>
              <a:rPr lang="en-US" altLang="zh-CN" sz="2800" dirty="0">
                <a:latin typeface="楷体_GB2312" pitchFamily="49" charset="-122"/>
              </a:rPr>
              <a:t> </a:t>
            </a:r>
            <a:r>
              <a:rPr lang="zh-CN" altLang="en-US" sz="2800" dirty="0">
                <a:latin typeface="楷体_GB2312" pitchFamily="49" charset="-122"/>
              </a:rPr>
              <a:t>所谓的“对应”：对应相电压用线电压的</a:t>
            </a:r>
            <a:endParaRPr lang="zh-CN" altLang="en-US" sz="2800" dirty="0">
              <a:latin typeface="楷体_GB2312" pitchFamily="49" charset="-122"/>
            </a:endParaRPr>
          </a:p>
          <a:p>
            <a:r>
              <a:rPr lang="zh-CN" altLang="en-US" sz="2800" dirty="0">
                <a:latin typeface="楷体_GB2312" pitchFamily="49" charset="-122"/>
              </a:rPr>
              <a:t>                 第一个下标字母标出。</a:t>
            </a:r>
            <a:endParaRPr lang="zh-CN" altLang="en-US" sz="2800" dirty="0">
              <a:latin typeface="楷体_GB2312" pitchFamily="49" charset="-122"/>
            </a:endParaRPr>
          </a:p>
        </p:txBody>
      </p:sp>
      <p:sp>
        <p:nvSpPr>
          <p:cNvPr id="28676" name="Rectangle 4"/>
          <p:cNvSpPr/>
          <p:nvPr/>
        </p:nvSpPr>
        <p:spPr>
          <a:xfrm>
            <a:off x="827088" y="1196975"/>
            <a:ext cx="6553200" cy="519113"/>
          </a:xfrm>
          <a:prstGeom prst="rect">
            <a:avLst/>
          </a:prstGeom>
          <a:noFill/>
          <a:ln w="9525">
            <a:noFill/>
          </a:ln>
        </p:spPr>
        <p:txBody>
          <a:bodyPr>
            <a:spAutoFit/>
          </a:bodyPr>
          <a:p>
            <a:r>
              <a:rPr lang="en-US" altLang="zh-CN" sz="2800" b="0" dirty="0">
                <a:latin typeface="楷体_GB2312" pitchFamily="49" charset="-122"/>
              </a:rPr>
              <a:t>(1) </a:t>
            </a:r>
            <a:r>
              <a:rPr lang="zh-CN" altLang="zh-CN" sz="2800" dirty="0">
                <a:latin typeface="楷体_GB2312" pitchFamily="49" charset="-122"/>
              </a:rPr>
              <a:t>相电压对称，则线电压也对称</a:t>
            </a:r>
            <a:endParaRPr lang="zh-CN" altLang="en-US" sz="2800" dirty="0">
              <a:latin typeface="楷体_GB2312" pitchFamily="49" charset="-122"/>
            </a:endParaRPr>
          </a:p>
        </p:txBody>
      </p:sp>
      <p:sp>
        <p:nvSpPr>
          <p:cNvPr id="28677" name="Rectangle 5"/>
          <p:cNvSpPr/>
          <p:nvPr/>
        </p:nvSpPr>
        <p:spPr>
          <a:xfrm>
            <a:off x="823913" y="2420938"/>
            <a:ext cx="6196012" cy="519112"/>
          </a:xfrm>
          <a:prstGeom prst="rect">
            <a:avLst/>
          </a:prstGeom>
          <a:noFill/>
          <a:ln w="9525">
            <a:noFill/>
          </a:ln>
        </p:spPr>
        <p:txBody>
          <a:bodyPr wrap="none">
            <a:spAutoFit/>
          </a:bodyPr>
          <a:p>
            <a:r>
              <a:rPr lang="zh-CN" altLang="zh-CN" sz="2800" b="0" dirty="0">
                <a:latin typeface="楷体_GB2312" pitchFamily="49" charset="-122"/>
              </a:rPr>
              <a:t>(3)</a:t>
            </a:r>
            <a:r>
              <a:rPr lang="zh-CN" altLang="zh-CN" sz="2800" dirty="0">
                <a:latin typeface="楷体_GB2312" pitchFamily="49" charset="-122"/>
              </a:rPr>
              <a:t> 线电压相位领先对应相电压</a:t>
            </a:r>
            <a:r>
              <a:rPr lang="zh-CN" altLang="zh-CN" sz="2800" b="0" dirty="0">
                <a:solidFill>
                  <a:schemeClr val="bg1"/>
                </a:solidFill>
                <a:latin typeface="Times New Roman" panose="02020603050405020304" pitchFamily="18" charset="0"/>
              </a:rPr>
              <a:t>30</a:t>
            </a:r>
            <a:r>
              <a:rPr lang="en-US" altLang="zh-CN" sz="2800" b="0" baseline="42000" dirty="0">
                <a:solidFill>
                  <a:schemeClr val="bg1"/>
                </a:solidFill>
                <a:latin typeface="Times New Roman" panose="02020603050405020304" pitchFamily="18" charset="0"/>
              </a:rPr>
              <a:t>o</a:t>
            </a:r>
            <a:r>
              <a:rPr lang="zh-CN" altLang="en-US" sz="2800" dirty="0">
                <a:latin typeface="楷体_GB2312" pitchFamily="49" charset="-122"/>
              </a:rPr>
              <a:t>。 </a:t>
            </a:r>
            <a:endParaRPr lang="zh-CN" altLang="en-US" sz="2800" baseline="42000" dirty="0">
              <a:latin typeface="楷体_GB2312" pitchFamily="49" charset="-122"/>
            </a:endParaRPr>
          </a:p>
        </p:txBody>
      </p:sp>
      <p:graphicFrame>
        <p:nvGraphicFramePr>
          <p:cNvPr id="28678" name="Object 6"/>
          <p:cNvGraphicFramePr/>
          <p:nvPr/>
        </p:nvGraphicFramePr>
        <p:xfrm>
          <a:off x="971550" y="1773238"/>
          <a:ext cx="7878763" cy="568325"/>
        </p:xfrm>
        <a:graphic>
          <a:graphicData uri="http://schemas.openxmlformats.org/presentationml/2006/ole">
            <mc:AlternateContent xmlns:mc="http://schemas.openxmlformats.org/markup-compatibility/2006">
              <mc:Choice xmlns:v="urn:schemas-microsoft-com:vml" Requires="v">
                <p:oleObj spid="_x0000_s3153" name="" r:id="rId1" imgW="3860800" imgH="279400" progId="Equation.3">
                  <p:embed/>
                </p:oleObj>
              </mc:Choice>
              <mc:Fallback>
                <p:oleObj name="" r:id="rId1" imgW="3860800" imgH="279400" progId="Equation.3">
                  <p:embed/>
                  <p:pic>
                    <p:nvPicPr>
                      <p:cNvPr id="0" name="图片 3152"/>
                      <p:cNvPicPr/>
                      <p:nvPr/>
                    </p:nvPicPr>
                    <p:blipFill>
                      <a:blip r:embed="rId2">
                        <a:clrChange>
                          <a:clrFrom>
                            <a:srgbClr val="000000"/>
                          </a:clrFrom>
                          <a:clrTo>
                            <a:srgbClr val="FFFF00"/>
                          </a:clrTo>
                        </a:clrChange>
                      </a:blip>
                      <a:stretch>
                        <a:fillRect/>
                      </a:stretch>
                    </p:blipFill>
                    <p:spPr>
                      <a:xfrm>
                        <a:off x="971550" y="1773238"/>
                        <a:ext cx="7878763" cy="568325"/>
                      </a:xfrm>
                      <a:prstGeom prst="rect">
                        <a:avLst/>
                      </a:prstGeom>
                      <a:noFill/>
                      <a:ln w="38100">
                        <a:noFill/>
                        <a:miter/>
                      </a:ln>
                    </p:spPr>
                  </p:pic>
                </p:oleObj>
              </mc:Fallback>
            </mc:AlternateContent>
          </a:graphicData>
        </a:graphic>
      </p:graphicFrame>
      <p:graphicFrame>
        <p:nvGraphicFramePr>
          <p:cNvPr id="28679" name="Object 7"/>
          <p:cNvGraphicFramePr/>
          <p:nvPr/>
        </p:nvGraphicFramePr>
        <p:xfrm>
          <a:off x="3059113" y="4005263"/>
          <a:ext cx="1722437" cy="1700212"/>
        </p:xfrm>
        <a:graphic>
          <a:graphicData uri="http://schemas.openxmlformats.org/presentationml/2006/ole">
            <mc:AlternateContent xmlns:mc="http://schemas.openxmlformats.org/markup-compatibility/2006">
              <mc:Choice xmlns:v="urn:schemas-microsoft-com:vml" Requires="v">
                <p:oleObj spid="_x0000_s3152" name="" r:id="rId3" imgW="862965" imgH="850265" progId="Equation.3">
                  <p:embed/>
                </p:oleObj>
              </mc:Choice>
              <mc:Fallback>
                <p:oleObj name="" r:id="rId3" imgW="862965" imgH="850265" progId="Equation.3">
                  <p:embed/>
                  <p:pic>
                    <p:nvPicPr>
                      <p:cNvPr id="0" name="图片 3151"/>
                      <p:cNvPicPr/>
                      <p:nvPr/>
                    </p:nvPicPr>
                    <p:blipFill>
                      <a:blip r:embed="rId4">
                        <a:clrChange>
                          <a:clrFrom>
                            <a:srgbClr val="000000"/>
                          </a:clrFrom>
                          <a:clrTo>
                            <a:srgbClr val="FFFFFF"/>
                          </a:clrTo>
                        </a:clrChange>
                      </a:blip>
                      <a:stretch>
                        <a:fillRect/>
                      </a:stretch>
                    </p:blipFill>
                    <p:spPr>
                      <a:xfrm>
                        <a:off x="3059113" y="4005263"/>
                        <a:ext cx="1722437" cy="1700212"/>
                      </a:xfrm>
                      <a:prstGeom prst="rect">
                        <a:avLst/>
                      </a:prstGeom>
                      <a:noFill/>
                      <a:ln w="38100">
                        <a:noFill/>
                        <a:miter/>
                      </a:ln>
                    </p:spPr>
                  </p:pic>
                </p:oleObj>
              </mc:Fallback>
            </mc:AlternateContent>
          </a:graphicData>
        </a:graphic>
      </p:graphicFrame>
      <p:sp>
        <p:nvSpPr>
          <p:cNvPr id="28680" name="AutoShape 8"/>
          <p:cNvSpPr/>
          <p:nvPr/>
        </p:nvSpPr>
        <p:spPr>
          <a:xfrm>
            <a:off x="2843213" y="4149725"/>
            <a:ext cx="176212" cy="1554163"/>
          </a:xfrm>
          <a:prstGeom prst="leftBrace">
            <a:avLst>
              <a:gd name="adj1" fmla="val 73498"/>
              <a:gd name="adj2" fmla="val 50000"/>
            </a:avLst>
          </a:prstGeom>
          <a:noFill/>
          <a:ln w="28575" cap="flat" cmpd="sng">
            <a:solidFill>
              <a:schemeClr val="bg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nvGrpSpPr>
          <p:cNvPr id="2" name="Group 26"/>
          <p:cNvGrpSpPr/>
          <p:nvPr/>
        </p:nvGrpSpPr>
        <p:grpSpPr>
          <a:xfrm>
            <a:off x="684213" y="404813"/>
            <a:ext cx="1644650" cy="850900"/>
            <a:chOff x="385" y="3022"/>
            <a:chExt cx="1036" cy="536"/>
          </a:xfrm>
        </p:grpSpPr>
        <p:pic>
          <p:nvPicPr>
            <p:cNvPr id="14355" name="Picture 27" descr="123"/>
            <p:cNvPicPr>
              <a:picLocks noChangeAspect="1"/>
            </p:cNvPicPr>
            <p:nvPr/>
          </p:nvPicPr>
          <p:blipFill>
            <a:blip r:embed="rId5"/>
            <a:stretch>
              <a:fillRect/>
            </a:stretch>
          </p:blipFill>
          <p:spPr>
            <a:xfrm>
              <a:off x="385" y="3022"/>
              <a:ext cx="590" cy="536"/>
            </a:xfrm>
            <a:prstGeom prst="rect">
              <a:avLst/>
            </a:prstGeom>
            <a:noFill/>
            <a:ln w="9525">
              <a:noFill/>
            </a:ln>
          </p:spPr>
        </p:pic>
        <p:sp>
          <p:nvSpPr>
            <p:cNvPr id="14356" name="Text Box 28"/>
            <p:cNvSpPr txBox="1"/>
            <p:nvPr/>
          </p:nvSpPr>
          <p:spPr>
            <a:xfrm>
              <a:off x="793" y="3125"/>
              <a:ext cx="628" cy="365"/>
            </a:xfrm>
            <a:prstGeom prst="rect">
              <a:avLst/>
            </a:prstGeom>
            <a:noFill/>
            <a:ln w="9525">
              <a:noFill/>
            </a:ln>
          </p:spPr>
          <p:txBody>
            <a:bodyPr wrap="none">
              <a:spAutoFit/>
            </a:bodyPr>
            <a:p>
              <a:r>
                <a:rPr lang="zh-CN" altLang="en-US" b="0" dirty="0">
                  <a:solidFill>
                    <a:srgbClr val="CC6600"/>
                  </a:solidFill>
                  <a:latin typeface="Arial" panose="020B0604020202020204" pitchFamily="34" charset="0"/>
                  <a:ea typeface="华文行楷" panose="02010800040101010101" pitchFamily="2" charset="-122"/>
                </a:rPr>
                <a:t>结论</a:t>
              </a:r>
              <a:endParaRPr lang="zh-CN" altLang="en-US" b="0" dirty="0">
                <a:solidFill>
                  <a:srgbClr val="CC6600"/>
                </a:solidFill>
                <a:latin typeface="Arial" panose="020B0604020202020204" pitchFamily="34" charset="0"/>
                <a:ea typeface="华文行楷" panose="02010800040101010101" pitchFamily="2" charset="-122"/>
              </a:endParaRPr>
            </a:p>
          </p:txBody>
        </p:sp>
      </p:grpSp>
      <p:grpSp>
        <p:nvGrpSpPr>
          <p:cNvPr id="14346" name="Group 38"/>
          <p:cNvGrpSpPr/>
          <p:nvPr/>
        </p:nvGrpSpPr>
        <p:grpSpPr>
          <a:xfrm>
            <a:off x="8316913" y="6445250"/>
            <a:ext cx="792162" cy="366713"/>
            <a:chOff x="5193" y="4020"/>
            <a:chExt cx="499" cy="231"/>
          </a:xfrm>
        </p:grpSpPr>
        <p:pic>
          <p:nvPicPr>
            <p:cNvPr id="14353" name="Picture 39" descr="78900"/>
            <p:cNvPicPr>
              <a:picLocks noChangeAspect="1"/>
            </p:cNvPicPr>
            <p:nvPr/>
          </p:nvPicPr>
          <p:blipFill>
            <a:blip r:embed="rId6"/>
            <a:stretch>
              <a:fillRect/>
            </a:stretch>
          </p:blipFill>
          <p:spPr>
            <a:xfrm>
              <a:off x="5193" y="4066"/>
              <a:ext cx="499" cy="181"/>
            </a:xfrm>
            <a:prstGeom prst="rect">
              <a:avLst/>
            </a:prstGeom>
            <a:noFill/>
            <a:ln w="9525">
              <a:noFill/>
            </a:ln>
          </p:spPr>
        </p:pic>
        <p:sp>
          <p:nvSpPr>
            <p:cNvPr id="14354" name="Text Box 40">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4347" name="Group 41"/>
          <p:cNvGrpSpPr/>
          <p:nvPr/>
        </p:nvGrpSpPr>
        <p:grpSpPr>
          <a:xfrm>
            <a:off x="7451725" y="6445250"/>
            <a:ext cx="792163" cy="366713"/>
            <a:chOff x="5193" y="4020"/>
            <a:chExt cx="499" cy="231"/>
          </a:xfrm>
        </p:grpSpPr>
        <p:pic>
          <p:nvPicPr>
            <p:cNvPr id="14351" name="Picture 42" descr="78900"/>
            <p:cNvPicPr>
              <a:picLocks noChangeAspect="1"/>
            </p:cNvPicPr>
            <p:nvPr/>
          </p:nvPicPr>
          <p:blipFill>
            <a:blip r:embed="rId6"/>
            <a:stretch>
              <a:fillRect/>
            </a:stretch>
          </p:blipFill>
          <p:spPr>
            <a:xfrm>
              <a:off x="5193" y="4066"/>
              <a:ext cx="499" cy="181"/>
            </a:xfrm>
            <a:prstGeom prst="rect">
              <a:avLst/>
            </a:prstGeom>
            <a:noFill/>
            <a:ln w="9525">
              <a:noFill/>
            </a:ln>
          </p:spPr>
        </p:pic>
        <p:sp>
          <p:nvSpPr>
            <p:cNvPr id="14352" name="Text Box 43">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4348" name="Group 44"/>
          <p:cNvGrpSpPr/>
          <p:nvPr/>
        </p:nvGrpSpPr>
        <p:grpSpPr>
          <a:xfrm>
            <a:off x="6588125" y="6446838"/>
            <a:ext cx="792163" cy="366712"/>
            <a:chOff x="4695" y="4061"/>
            <a:chExt cx="499" cy="231"/>
          </a:xfrm>
        </p:grpSpPr>
        <p:pic>
          <p:nvPicPr>
            <p:cNvPr id="14349" name="Picture 45" descr="78900"/>
            <p:cNvPicPr>
              <a:picLocks noChangeAspect="1"/>
            </p:cNvPicPr>
            <p:nvPr/>
          </p:nvPicPr>
          <p:blipFill>
            <a:blip r:embed="rId6"/>
            <a:stretch>
              <a:fillRect/>
            </a:stretch>
          </p:blipFill>
          <p:spPr>
            <a:xfrm>
              <a:off x="4695" y="4107"/>
              <a:ext cx="499" cy="181"/>
            </a:xfrm>
            <a:prstGeom prst="rect">
              <a:avLst/>
            </a:prstGeom>
            <a:noFill/>
            <a:ln w="9525">
              <a:noFill/>
            </a:ln>
          </p:spPr>
        </p:pic>
        <p:sp>
          <p:nvSpPr>
            <p:cNvPr id="14350" name="Text Box 46">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par>
                          <p:cTn id="8" fill="hold">
                            <p:stCondLst>
                              <p:cond delay="500"/>
                            </p:stCondLst>
                            <p:childTnLst>
                              <p:par>
                                <p:cTn id="9" presetID="55" presetClass="entr" presetSubtype="0" fill="hold" grpId="0" nodeType="afterEffect">
                                  <p:stCondLst>
                                    <p:cond delay="0"/>
                                  </p:stCondLst>
                                  <p:childTnLst>
                                    <p:set>
                                      <p:cBhvr>
                                        <p:cTn id="10" dur="1" fill="hold">
                                          <p:stCondLst>
                                            <p:cond delay="0"/>
                                          </p:stCondLst>
                                        </p:cTn>
                                        <p:tgtEl>
                                          <p:spTgt spid="28674"/>
                                        </p:tgtEl>
                                        <p:attrNameLst>
                                          <p:attrName>style.visibility</p:attrName>
                                        </p:attrNameLst>
                                      </p:cBhvr>
                                      <p:to>
                                        <p:strVal val="visible"/>
                                      </p:to>
                                    </p:set>
                                    <p:anim calcmode="lin" valueType="num">
                                      <p:cBhvr>
                                        <p:cTn id="11" dur="1000" fill="hold"/>
                                        <p:tgtEl>
                                          <p:spTgt spid="28674"/>
                                        </p:tgtEl>
                                        <p:attrNameLst>
                                          <p:attrName>ppt_w</p:attrName>
                                        </p:attrNameLst>
                                      </p:cBhvr>
                                      <p:tavLst>
                                        <p:tav tm="0">
                                          <p:val>
                                            <p:strVal val="#ppt_w*0.70"/>
                                          </p:val>
                                        </p:tav>
                                        <p:tav tm="100000">
                                          <p:val>
                                            <p:strVal val="#ppt_w"/>
                                          </p:val>
                                        </p:tav>
                                      </p:tavLst>
                                    </p:anim>
                                    <p:anim calcmode="lin" valueType="num">
                                      <p:cBhvr>
                                        <p:cTn id="12" dur="1000" fill="hold"/>
                                        <p:tgtEl>
                                          <p:spTgt spid="28674"/>
                                        </p:tgtEl>
                                        <p:attrNameLst>
                                          <p:attrName>ppt_h</p:attrName>
                                        </p:attrNameLst>
                                      </p:cBhvr>
                                      <p:tavLst>
                                        <p:tav tm="0">
                                          <p:val>
                                            <p:strVal val="#ppt_h"/>
                                          </p:val>
                                        </p:tav>
                                        <p:tav tm="100000">
                                          <p:val>
                                            <p:strVal val="#ppt_h"/>
                                          </p:val>
                                        </p:tav>
                                      </p:tavLst>
                                    </p:anim>
                                    <p:animEffect transition="in" filter="fade">
                                      <p:cBhvr>
                                        <p:cTn id="13" dur="1000"/>
                                        <p:tgtEl>
                                          <p:spTgt spid="2867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8676"/>
                                        </p:tgtEl>
                                        <p:attrNameLst>
                                          <p:attrName>style.visibility</p:attrName>
                                        </p:attrNameLst>
                                      </p:cBhvr>
                                      <p:to>
                                        <p:strVal val="visible"/>
                                      </p:to>
                                    </p:set>
                                    <p:animEffect transition="in" filter="wipe(left)">
                                      <p:cBhvr>
                                        <p:cTn id="18" dur="2000"/>
                                        <p:tgtEl>
                                          <p:spTgt spid="2867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8678"/>
                                        </p:tgtEl>
                                        <p:attrNameLst>
                                          <p:attrName>style.visibility</p:attrName>
                                        </p:attrNameLst>
                                      </p:cBhvr>
                                      <p:to>
                                        <p:strVal val="visible"/>
                                      </p:to>
                                    </p:set>
                                    <p:animEffect transition="in" filter="wipe(left)">
                                      <p:cBhvr>
                                        <p:cTn id="23" dur="2000"/>
                                        <p:tgtEl>
                                          <p:spTgt spid="2867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8677"/>
                                        </p:tgtEl>
                                        <p:attrNameLst>
                                          <p:attrName>style.visibility</p:attrName>
                                        </p:attrNameLst>
                                      </p:cBhvr>
                                      <p:to>
                                        <p:strVal val="visible"/>
                                      </p:to>
                                    </p:set>
                                    <p:animEffect transition="in" filter="wipe(left)">
                                      <p:cBhvr>
                                        <p:cTn id="28" dur="2000"/>
                                        <p:tgtEl>
                                          <p:spTgt spid="2867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28675"/>
                                        </p:tgtEl>
                                        <p:attrNameLst>
                                          <p:attrName>style.visibility</p:attrName>
                                        </p:attrNameLst>
                                      </p:cBhvr>
                                      <p:to>
                                        <p:strVal val="visible"/>
                                      </p:to>
                                    </p:set>
                                    <p:animEffect transition="in" filter="wipe(up)">
                                      <p:cBhvr>
                                        <p:cTn id="33" dur="2000"/>
                                        <p:tgtEl>
                                          <p:spTgt spid="2867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28679"/>
                                        </p:tgtEl>
                                        <p:attrNameLst>
                                          <p:attrName>style.visibility</p:attrName>
                                        </p:attrNameLst>
                                      </p:cBhvr>
                                      <p:to>
                                        <p:strVal val="visible"/>
                                      </p:to>
                                    </p:set>
                                    <p:animEffect transition="in" filter="wipe(up)">
                                      <p:cBhvr>
                                        <p:cTn id="38" dur="2000"/>
                                        <p:tgtEl>
                                          <p:spTgt spid="28679"/>
                                        </p:tgtEl>
                                      </p:cBhvr>
                                    </p:animEffect>
                                  </p:childTnLst>
                                </p:cTn>
                              </p:par>
                            </p:childTnLst>
                          </p:cTn>
                        </p:par>
                        <p:par>
                          <p:cTn id="39" fill="hold">
                            <p:stCondLst>
                              <p:cond delay="2000"/>
                            </p:stCondLst>
                            <p:childTnLst>
                              <p:par>
                                <p:cTn id="40" presetID="1" presetClass="entr" presetSubtype="0" fill="hold" grpId="0" nodeType="afterEffect">
                                  <p:stCondLst>
                                    <p:cond delay="0"/>
                                  </p:stCondLst>
                                  <p:childTnLst>
                                    <p:set>
                                      <p:cBhvr>
                                        <p:cTn id="41" dur="1" fill="hold">
                                          <p:stCondLst>
                                            <p:cond delay="499"/>
                                          </p:stCondLst>
                                        </p:cTn>
                                        <p:tgtEl>
                                          <p:spTgt spid="286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p:bldP spid="28675" grpId="0"/>
      <p:bldP spid="28676" grpId="0"/>
      <p:bldP spid="28677" grpId="0"/>
      <p:bldP spid="2868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Text Box 2"/>
          <p:cNvSpPr txBox="1"/>
          <p:nvPr/>
        </p:nvSpPr>
        <p:spPr>
          <a:xfrm>
            <a:off x="827088" y="549275"/>
            <a:ext cx="2736850" cy="519113"/>
          </a:xfrm>
          <a:prstGeom prst="rect">
            <a:avLst/>
          </a:prstGeom>
          <a:noFill/>
          <a:ln w="9525">
            <a:noFill/>
          </a:ln>
        </p:spPr>
        <p:txBody>
          <a:bodyPr>
            <a:spAutoFit/>
          </a:bodyPr>
          <a:p>
            <a:pPr marL="342900" indent="-342900">
              <a:buAutoNum type="circleNumDbPlain" startAt="2"/>
            </a:pPr>
            <a:r>
              <a:rPr lang="en-US" altLang="zh-CN" sz="2800" b="0" dirty="0">
                <a:latin typeface="楷体_GB2312" pitchFamily="49" charset="-122"/>
                <a:sym typeface="Symbol" panose="05050102010706020507" pitchFamily="18" charset="2"/>
              </a:rPr>
              <a:t></a:t>
            </a:r>
            <a:r>
              <a:rPr lang="zh-CN" altLang="en-US" sz="2800" b="0" dirty="0">
                <a:latin typeface="楷体_GB2312" pitchFamily="49" charset="-122"/>
                <a:sym typeface="Symbol" panose="05050102010706020507" pitchFamily="18" charset="2"/>
              </a:rPr>
              <a:t>形</a:t>
            </a:r>
            <a:r>
              <a:rPr lang="zh-CN" altLang="en-US" sz="2800" dirty="0">
                <a:latin typeface="楷体_GB2312" pitchFamily="49" charset="-122"/>
                <a:sym typeface="Symbol" panose="05050102010706020507" pitchFamily="18" charset="2"/>
              </a:rPr>
              <a:t>联</a:t>
            </a:r>
            <a:r>
              <a:rPr lang="zh-CN" altLang="en-US" sz="2800" dirty="0">
                <a:latin typeface="楷体_GB2312" pitchFamily="49" charset="-122"/>
              </a:rPr>
              <a:t>结</a:t>
            </a:r>
            <a:endParaRPr lang="zh-CN" altLang="en-US" sz="2800" dirty="0">
              <a:latin typeface="楷体_GB2312" pitchFamily="49" charset="-122"/>
            </a:endParaRPr>
          </a:p>
        </p:txBody>
      </p:sp>
      <p:sp>
        <p:nvSpPr>
          <p:cNvPr id="27700" name="Text Box 52"/>
          <p:cNvSpPr txBox="1"/>
          <p:nvPr/>
        </p:nvSpPr>
        <p:spPr>
          <a:xfrm>
            <a:off x="4356100" y="3933825"/>
            <a:ext cx="4787900" cy="519113"/>
          </a:xfrm>
          <a:prstGeom prst="rect">
            <a:avLst/>
          </a:prstGeom>
          <a:noFill/>
          <a:ln w="9525">
            <a:noFill/>
          </a:ln>
        </p:spPr>
        <p:txBody>
          <a:bodyPr>
            <a:spAutoFit/>
          </a:bodyPr>
          <a:p>
            <a:pPr>
              <a:spcBef>
                <a:spcPct val="50000"/>
              </a:spcBef>
            </a:pPr>
            <a:r>
              <a:rPr lang="zh-CN" altLang="en-US" sz="2800" dirty="0">
                <a:latin typeface="楷体_GB2312" pitchFamily="49" charset="-122"/>
              </a:rPr>
              <a:t>线电压等于对应的相电压</a:t>
            </a:r>
            <a:endParaRPr lang="zh-CN" altLang="en-US" sz="2800" dirty="0">
              <a:latin typeface="楷体_GB2312" pitchFamily="49" charset="-122"/>
            </a:endParaRPr>
          </a:p>
        </p:txBody>
      </p:sp>
      <p:sp>
        <p:nvSpPr>
          <p:cNvPr id="27799" name="Text Box 151"/>
          <p:cNvSpPr txBox="1"/>
          <p:nvPr/>
        </p:nvSpPr>
        <p:spPr>
          <a:xfrm>
            <a:off x="1979613" y="4797425"/>
            <a:ext cx="6516687" cy="1289050"/>
          </a:xfrm>
          <a:prstGeom prst="rect">
            <a:avLst/>
          </a:prstGeom>
          <a:noFill/>
          <a:ln w="9525">
            <a:noFill/>
          </a:ln>
        </p:spPr>
        <p:txBody>
          <a:bodyPr>
            <a:spAutoFit/>
          </a:bodyPr>
          <a:p>
            <a:pPr marL="342900" indent="-342900">
              <a:lnSpc>
                <a:spcPct val="140000"/>
              </a:lnSpc>
              <a:spcBef>
                <a:spcPct val="50000"/>
              </a:spcBef>
              <a:buAutoNum type="circleNumDbPlain"/>
            </a:pPr>
            <a:r>
              <a:rPr lang="zh-CN" altLang="en-US" sz="2800" dirty="0">
                <a:latin typeface="楷体_GB2312" pitchFamily="49" charset="-122"/>
              </a:rPr>
              <a:t>以上关于线电压和相电压的关系也适用于对称星形负载和三角形负载。</a:t>
            </a:r>
            <a:endParaRPr lang="zh-CN" altLang="en-US" sz="2800" dirty="0">
              <a:latin typeface="楷体_GB2312" pitchFamily="49" charset="-122"/>
            </a:endParaRPr>
          </a:p>
        </p:txBody>
      </p:sp>
      <p:grpSp>
        <p:nvGrpSpPr>
          <p:cNvPr id="2" name="Group 165"/>
          <p:cNvGrpSpPr/>
          <p:nvPr/>
        </p:nvGrpSpPr>
        <p:grpSpPr>
          <a:xfrm>
            <a:off x="468313" y="4868863"/>
            <a:ext cx="1644650" cy="850900"/>
            <a:chOff x="385" y="3022"/>
            <a:chExt cx="1036" cy="536"/>
          </a:xfrm>
        </p:grpSpPr>
        <p:pic>
          <p:nvPicPr>
            <p:cNvPr id="15431" name="Picture 166" descr="123"/>
            <p:cNvPicPr>
              <a:picLocks noChangeAspect="1"/>
            </p:cNvPicPr>
            <p:nvPr/>
          </p:nvPicPr>
          <p:blipFill>
            <a:blip r:embed="rId1"/>
            <a:stretch>
              <a:fillRect/>
            </a:stretch>
          </p:blipFill>
          <p:spPr>
            <a:xfrm>
              <a:off x="385" y="3022"/>
              <a:ext cx="590" cy="536"/>
            </a:xfrm>
            <a:prstGeom prst="rect">
              <a:avLst/>
            </a:prstGeom>
            <a:noFill/>
            <a:ln w="9525">
              <a:noFill/>
            </a:ln>
          </p:spPr>
        </p:pic>
        <p:sp>
          <p:nvSpPr>
            <p:cNvPr id="15432" name="Text Box 167"/>
            <p:cNvSpPr txBox="1"/>
            <p:nvPr/>
          </p:nvSpPr>
          <p:spPr>
            <a:xfrm>
              <a:off x="793" y="3125"/>
              <a:ext cx="628" cy="365"/>
            </a:xfrm>
            <a:prstGeom prst="rect">
              <a:avLst/>
            </a:prstGeom>
            <a:noFill/>
            <a:ln w="9525">
              <a:noFill/>
            </a:ln>
          </p:spPr>
          <p:txBody>
            <a:bodyPr wrap="none">
              <a:spAutoFit/>
            </a:bodyPr>
            <a:p>
              <a:r>
                <a:rPr lang="zh-CN" altLang="en-US" b="0" dirty="0">
                  <a:solidFill>
                    <a:srgbClr val="CC6600"/>
                  </a:solidFill>
                  <a:latin typeface="Arial" panose="020B0604020202020204" pitchFamily="34" charset="0"/>
                  <a:ea typeface="华文行楷" panose="02010800040101010101" pitchFamily="2" charset="-122"/>
                </a:rPr>
                <a:t>注意</a:t>
              </a:r>
              <a:endParaRPr lang="zh-CN" altLang="en-US" b="0" dirty="0">
                <a:solidFill>
                  <a:srgbClr val="CC6600"/>
                </a:solidFill>
                <a:latin typeface="Arial" panose="020B0604020202020204" pitchFamily="34" charset="0"/>
                <a:ea typeface="华文行楷" panose="02010800040101010101" pitchFamily="2" charset="-122"/>
              </a:endParaRPr>
            </a:p>
          </p:txBody>
        </p:sp>
      </p:grpSp>
      <p:grpSp>
        <p:nvGrpSpPr>
          <p:cNvPr id="15377" name="Group 224"/>
          <p:cNvGrpSpPr/>
          <p:nvPr/>
        </p:nvGrpSpPr>
        <p:grpSpPr>
          <a:xfrm>
            <a:off x="8316913" y="6445250"/>
            <a:ext cx="792162" cy="366713"/>
            <a:chOff x="5193" y="4020"/>
            <a:chExt cx="499" cy="231"/>
          </a:xfrm>
        </p:grpSpPr>
        <p:pic>
          <p:nvPicPr>
            <p:cNvPr id="15429" name="Picture 225" descr="78900"/>
            <p:cNvPicPr>
              <a:picLocks noChangeAspect="1"/>
            </p:cNvPicPr>
            <p:nvPr/>
          </p:nvPicPr>
          <p:blipFill>
            <a:blip r:embed="rId2"/>
            <a:stretch>
              <a:fillRect/>
            </a:stretch>
          </p:blipFill>
          <p:spPr>
            <a:xfrm>
              <a:off x="5193" y="4066"/>
              <a:ext cx="499" cy="181"/>
            </a:xfrm>
            <a:prstGeom prst="rect">
              <a:avLst/>
            </a:prstGeom>
            <a:noFill/>
            <a:ln w="9525">
              <a:noFill/>
            </a:ln>
          </p:spPr>
        </p:pic>
        <p:sp>
          <p:nvSpPr>
            <p:cNvPr id="15430" name="Text Box 226">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5378" name="Group 227"/>
          <p:cNvGrpSpPr/>
          <p:nvPr/>
        </p:nvGrpSpPr>
        <p:grpSpPr>
          <a:xfrm>
            <a:off x="7451725" y="6445250"/>
            <a:ext cx="792163" cy="366713"/>
            <a:chOff x="5193" y="4020"/>
            <a:chExt cx="499" cy="231"/>
          </a:xfrm>
        </p:grpSpPr>
        <p:pic>
          <p:nvPicPr>
            <p:cNvPr id="15427" name="Picture 228" descr="78900"/>
            <p:cNvPicPr>
              <a:picLocks noChangeAspect="1"/>
            </p:cNvPicPr>
            <p:nvPr/>
          </p:nvPicPr>
          <p:blipFill>
            <a:blip r:embed="rId2"/>
            <a:stretch>
              <a:fillRect/>
            </a:stretch>
          </p:blipFill>
          <p:spPr>
            <a:xfrm>
              <a:off x="5193" y="4066"/>
              <a:ext cx="499" cy="181"/>
            </a:xfrm>
            <a:prstGeom prst="rect">
              <a:avLst/>
            </a:prstGeom>
            <a:noFill/>
            <a:ln w="9525">
              <a:noFill/>
            </a:ln>
          </p:spPr>
        </p:pic>
        <p:sp>
          <p:nvSpPr>
            <p:cNvPr id="15428" name="Text Box 229">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5379" name="Group 230"/>
          <p:cNvGrpSpPr/>
          <p:nvPr/>
        </p:nvGrpSpPr>
        <p:grpSpPr>
          <a:xfrm>
            <a:off x="6588125" y="6446838"/>
            <a:ext cx="792163" cy="366712"/>
            <a:chOff x="4695" y="4061"/>
            <a:chExt cx="499" cy="231"/>
          </a:xfrm>
        </p:grpSpPr>
        <p:pic>
          <p:nvPicPr>
            <p:cNvPr id="15425" name="Picture 231" descr="78900"/>
            <p:cNvPicPr>
              <a:picLocks noChangeAspect="1"/>
            </p:cNvPicPr>
            <p:nvPr/>
          </p:nvPicPr>
          <p:blipFill>
            <a:blip r:embed="rId2"/>
            <a:stretch>
              <a:fillRect/>
            </a:stretch>
          </p:blipFill>
          <p:spPr>
            <a:xfrm>
              <a:off x="4695" y="4107"/>
              <a:ext cx="499" cy="181"/>
            </a:xfrm>
            <a:prstGeom prst="rect">
              <a:avLst/>
            </a:prstGeom>
            <a:noFill/>
            <a:ln w="9525">
              <a:noFill/>
            </a:ln>
          </p:spPr>
        </p:pic>
        <p:sp>
          <p:nvSpPr>
            <p:cNvPr id="15426" name="Text Box 232">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 name="Group 318"/>
          <p:cNvGrpSpPr/>
          <p:nvPr/>
        </p:nvGrpSpPr>
        <p:grpSpPr>
          <a:xfrm>
            <a:off x="323850" y="836613"/>
            <a:ext cx="3892550" cy="3644900"/>
            <a:chOff x="204" y="527"/>
            <a:chExt cx="2452" cy="2296"/>
          </a:xfrm>
        </p:grpSpPr>
        <p:graphicFrame>
          <p:nvGraphicFramePr>
            <p:cNvPr id="15364" name="Object 268"/>
            <p:cNvGraphicFramePr/>
            <p:nvPr/>
          </p:nvGraphicFramePr>
          <p:xfrm>
            <a:off x="1791" y="1117"/>
            <a:ext cx="398" cy="416"/>
          </p:xfrm>
          <a:graphic>
            <a:graphicData uri="http://schemas.openxmlformats.org/presentationml/2006/ole">
              <mc:AlternateContent xmlns:mc="http://schemas.openxmlformats.org/markup-compatibility/2006">
                <mc:Choice xmlns:v="urn:schemas-microsoft-com:vml" Requires="v">
                  <p:oleObj spid="_x0000_s3158" name="" r:id="rId3" imgW="292100" imgH="304800" progId="Equation.3">
                    <p:embed/>
                  </p:oleObj>
                </mc:Choice>
                <mc:Fallback>
                  <p:oleObj name="" r:id="rId3" imgW="292100" imgH="304800" progId="Equation.3">
                    <p:embed/>
                    <p:pic>
                      <p:nvPicPr>
                        <p:cNvPr id="0" name="图片 3157"/>
                        <p:cNvPicPr/>
                        <p:nvPr/>
                      </p:nvPicPr>
                      <p:blipFill>
                        <a:blip r:embed="rId4">
                          <a:clrChange>
                            <a:clrFrom>
                              <a:srgbClr val="000000"/>
                            </a:clrFrom>
                            <a:clrTo>
                              <a:srgbClr val="66FF33"/>
                            </a:clrTo>
                          </a:clrChange>
                        </a:blip>
                        <a:stretch>
                          <a:fillRect/>
                        </a:stretch>
                      </p:blipFill>
                      <p:spPr>
                        <a:xfrm>
                          <a:off x="1791" y="1117"/>
                          <a:ext cx="398" cy="416"/>
                        </a:xfrm>
                        <a:prstGeom prst="rect">
                          <a:avLst/>
                        </a:prstGeom>
                        <a:noFill/>
                        <a:ln w="38100">
                          <a:noFill/>
                          <a:miter/>
                        </a:ln>
                      </p:spPr>
                    </p:pic>
                  </p:oleObj>
                </mc:Fallback>
              </mc:AlternateContent>
            </a:graphicData>
          </a:graphic>
        </p:graphicFrame>
        <p:graphicFrame>
          <p:nvGraphicFramePr>
            <p:cNvPr id="15365" name="Object 271"/>
            <p:cNvGraphicFramePr/>
            <p:nvPr/>
          </p:nvGraphicFramePr>
          <p:xfrm>
            <a:off x="1791" y="2024"/>
            <a:ext cx="400" cy="416"/>
          </p:xfrm>
          <a:graphic>
            <a:graphicData uri="http://schemas.openxmlformats.org/presentationml/2006/ole">
              <mc:AlternateContent xmlns:mc="http://schemas.openxmlformats.org/markup-compatibility/2006">
                <mc:Choice xmlns:v="urn:schemas-microsoft-com:vml" Requires="v">
                  <p:oleObj spid="_x0000_s3159" name="" r:id="rId5" imgW="292100" imgH="304800" progId="Equation.3">
                    <p:embed/>
                  </p:oleObj>
                </mc:Choice>
                <mc:Fallback>
                  <p:oleObj name="" r:id="rId5" imgW="292100" imgH="304800" progId="Equation.3">
                    <p:embed/>
                    <p:pic>
                      <p:nvPicPr>
                        <p:cNvPr id="0" name="图片 3158"/>
                        <p:cNvPicPr/>
                        <p:nvPr/>
                      </p:nvPicPr>
                      <p:blipFill>
                        <a:blip r:embed="rId6">
                          <a:clrChange>
                            <a:clrFrom>
                              <a:srgbClr val="000000"/>
                            </a:clrFrom>
                            <a:clrTo>
                              <a:srgbClr val="66FF33"/>
                            </a:clrTo>
                          </a:clrChange>
                        </a:blip>
                        <a:stretch>
                          <a:fillRect/>
                        </a:stretch>
                      </p:blipFill>
                      <p:spPr>
                        <a:xfrm>
                          <a:off x="1791" y="2024"/>
                          <a:ext cx="400" cy="416"/>
                        </a:xfrm>
                        <a:prstGeom prst="rect">
                          <a:avLst/>
                        </a:prstGeom>
                        <a:noFill/>
                        <a:ln w="38100">
                          <a:noFill/>
                          <a:miter/>
                        </a:ln>
                      </p:spPr>
                    </p:pic>
                  </p:oleObj>
                </mc:Fallback>
              </mc:AlternateContent>
            </a:graphicData>
          </a:graphic>
        </p:graphicFrame>
        <p:graphicFrame>
          <p:nvGraphicFramePr>
            <p:cNvPr id="15366" name="Object 274"/>
            <p:cNvGraphicFramePr/>
            <p:nvPr/>
          </p:nvGraphicFramePr>
          <p:xfrm>
            <a:off x="2290" y="1344"/>
            <a:ext cx="366" cy="381"/>
          </p:xfrm>
          <a:graphic>
            <a:graphicData uri="http://schemas.openxmlformats.org/presentationml/2006/ole">
              <mc:AlternateContent xmlns:mc="http://schemas.openxmlformats.org/markup-compatibility/2006">
                <mc:Choice xmlns:v="urn:schemas-microsoft-com:vml" Requires="v">
                  <p:oleObj spid="_x0000_s3157" name="" r:id="rId7" imgW="292100" imgH="304800" progId="Equation.3">
                    <p:embed/>
                  </p:oleObj>
                </mc:Choice>
                <mc:Fallback>
                  <p:oleObj name="" r:id="rId7" imgW="292100" imgH="304800" progId="Equation.3">
                    <p:embed/>
                    <p:pic>
                      <p:nvPicPr>
                        <p:cNvPr id="0" name="图片 3156"/>
                        <p:cNvPicPr/>
                        <p:nvPr/>
                      </p:nvPicPr>
                      <p:blipFill>
                        <a:blip r:embed="rId8">
                          <a:clrChange>
                            <a:clrFrom>
                              <a:srgbClr val="000000"/>
                            </a:clrFrom>
                            <a:clrTo>
                              <a:srgbClr val="66FF33"/>
                            </a:clrTo>
                          </a:clrChange>
                        </a:blip>
                        <a:stretch>
                          <a:fillRect/>
                        </a:stretch>
                      </p:blipFill>
                      <p:spPr>
                        <a:xfrm>
                          <a:off x="2290" y="1344"/>
                          <a:ext cx="366" cy="381"/>
                        </a:xfrm>
                        <a:prstGeom prst="rect">
                          <a:avLst/>
                        </a:prstGeom>
                        <a:noFill/>
                        <a:ln w="38100">
                          <a:noFill/>
                          <a:miter/>
                        </a:ln>
                      </p:spPr>
                    </p:pic>
                  </p:oleObj>
                </mc:Fallback>
              </mc:AlternateContent>
            </a:graphicData>
          </a:graphic>
        </p:graphicFrame>
        <p:sp>
          <p:nvSpPr>
            <p:cNvPr id="15389" name="Oval 276"/>
            <p:cNvSpPr/>
            <p:nvPr/>
          </p:nvSpPr>
          <p:spPr>
            <a:xfrm>
              <a:off x="204" y="1543"/>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15390" name="Oval 277"/>
            <p:cNvSpPr/>
            <p:nvPr/>
          </p:nvSpPr>
          <p:spPr>
            <a:xfrm>
              <a:off x="929" y="1135"/>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15391" name="Oval 278"/>
            <p:cNvSpPr/>
            <p:nvPr/>
          </p:nvSpPr>
          <p:spPr>
            <a:xfrm>
              <a:off x="929" y="2042"/>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15392" name="Line 279"/>
            <p:cNvSpPr/>
            <p:nvPr/>
          </p:nvSpPr>
          <p:spPr>
            <a:xfrm rot="10800000">
              <a:off x="385" y="908"/>
              <a:ext cx="0" cy="1769"/>
            </a:xfrm>
            <a:prstGeom prst="line">
              <a:avLst/>
            </a:prstGeom>
            <a:ln w="28575" cap="flat" cmpd="sng">
              <a:solidFill>
                <a:srgbClr val="FFCC00"/>
              </a:solidFill>
              <a:prstDash val="solid"/>
              <a:headEnd type="none" w="med" len="med"/>
              <a:tailEnd type="none" w="med" len="med"/>
            </a:ln>
          </p:spPr>
        </p:sp>
        <p:sp>
          <p:nvSpPr>
            <p:cNvPr id="15393" name="Text Box 280"/>
            <p:cNvSpPr txBox="1"/>
            <p:nvPr/>
          </p:nvSpPr>
          <p:spPr>
            <a:xfrm rot="10800000">
              <a:off x="430" y="1906"/>
              <a:ext cx="172"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5394" name="Text Box 281"/>
            <p:cNvSpPr txBox="1"/>
            <p:nvPr/>
          </p:nvSpPr>
          <p:spPr>
            <a:xfrm>
              <a:off x="430" y="1181"/>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5395" name="Line 282"/>
            <p:cNvSpPr/>
            <p:nvPr/>
          </p:nvSpPr>
          <p:spPr>
            <a:xfrm>
              <a:off x="385" y="908"/>
              <a:ext cx="1838" cy="0"/>
            </a:xfrm>
            <a:prstGeom prst="line">
              <a:avLst/>
            </a:prstGeom>
            <a:ln w="28575" cap="flat" cmpd="sng">
              <a:solidFill>
                <a:srgbClr val="FFCC00"/>
              </a:solidFill>
              <a:prstDash val="solid"/>
              <a:headEnd type="none" w="med" len="med"/>
              <a:tailEnd type="none" w="med" len="med"/>
            </a:ln>
          </p:spPr>
        </p:sp>
        <p:sp>
          <p:nvSpPr>
            <p:cNvPr id="15396" name="Oval 283"/>
            <p:cNvSpPr/>
            <p:nvPr/>
          </p:nvSpPr>
          <p:spPr>
            <a:xfrm>
              <a:off x="2217" y="881"/>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5397" name="Text Box 284"/>
            <p:cNvSpPr txBox="1"/>
            <p:nvPr/>
          </p:nvSpPr>
          <p:spPr>
            <a:xfrm>
              <a:off x="2245" y="727"/>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5398" name="Text Box 285"/>
            <p:cNvSpPr txBox="1"/>
            <p:nvPr/>
          </p:nvSpPr>
          <p:spPr>
            <a:xfrm>
              <a:off x="839" y="1498"/>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X</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5399" name="Line 286"/>
            <p:cNvSpPr/>
            <p:nvPr/>
          </p:nvSpPr>
          <p:spPr>
            <a:xfrm flipV="1">
              <a:off x="1111" y="1816"/>
              <a:ext cx="1160" cy="0"/>
            </a:xfrm>
            <a:prstGeom prst="line">
              <a:avLst/>
            </a:prstGeom>
            <a:ln w="28575" cap="flat" cmpd="sng">
              <a:solidFill>
                <a:srgbClr val="FFCC00"/>
              </a:solidFill>
              <a:prstDash val="solid"/>
              <a:headEnd type="none" w="med" len="med"/>
              <a:tailEnd type="none" w="med" len="med"/>
            </a:ln>
          </p:spPr>
        </p:sp>
        <p:sp>
          <p:nvSpPr>
            <p:cNvPr id="15400" name="Oval 287"/>
            <p:cNvSpPr/>
            <p:nvPr/>
          </p:nvSpPr>
          <p:spPr>
            <a:xfrm>
              <a:off x="2263" y="1788"/>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5401" name="Text Box 288"/>
            <p:cNvSpPr txBox="1"/>
            <p:nvPr/>
          </p:nvSpPr>
          <p:spPr>
            <a:xfrm>
              <a:off x="2290" y="1680"/>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5402" name="Text Box 289"/>
            <p:cNvSpPr txBox="1"/>
            <p:nvPr/>
          </p:nvSpPr>
          <p:spPr>
            <a:xfrm>
              <a:off x="793" y="2360"/>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Y</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5403" name="Line 290"/>
            <p:cNvSpPr/>
            <p:nvPr/>
          </p:nvSpPr>
          <p:spPr>
            <a:xfrm>
              <a:off x="385" y="2677"/>
              <a:ext cx="1856" cy="0"/>
            </a:xfrm>
            <a:prstGeom prst="line">
              <a:avLst/>
            </a:prstGeom>
            <a:ln w="28575" cap="flat" cmpd="sng">
              <a:solidFill>
                <a:srgbClr val="FFCC00"/>
              </a:solidFill>
              <a:prstDash val="solid"/>
              <a:headEnd type="none" w="med" len="med"/>
              <a:tailEnd type="none" w="med" len="med"/>
            </a:ln>
          </p:spPr>
        </p:sp>
        <p:sp>
          <p:nvSpPr>
            <p:cNvPr id="15404" name="Oval 291"/>
            <p:cNvSpPr/>
            <p:nvPr/>
          </p:nvSpPr>
          <p:spPr>
            <a:xfrm>
              <a:off x="2228" y="2648"/>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15405" name="Text Box 292"/>
            <p:cNvSpPr txBox="1"/>
            <p:nvPr/>
          </p:nvSpPr>
          <p:spPr>
            <a:xfrm>
              <a:off x="2290" y="2496"/>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5406" name="Text Box 293"/>
            <p:cNvSpPr txBox="1"/>
            <p:nvPr/>
          </p:nvSpPr>
          <p:spPr>
            <a:xfrm>
              <a:off x="430" y="908"/>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Z</a:t>
              </a:r>
              <a:endParaRPr lang="en-US" altLang="zh-CN" sz="2800" b="0" dirty="0">
                <a:solidFill>
                  <a:schemeClr val="bg1"/>
                </a:solidFill>
                <a:latin typeface="Times New Roman" panose="02020603050405020304" pitchFamily="18" charset="0"/>
                <a:ea typeface="宋体" panose="02010600030101010101" pitchFamily="2" charset="-122"/>
              </a:endParaRPr>
            </a:p>
          </p:txBody>
        </p:sp>
        <p:graphicFrame>
          <p:nvGraphicFramePr>
            <p:cNvPr id="15367" name="Object 294"/>
            <p:cNvGraphicFramePr/>
            <p:nvPr/>
          </p:nvGraphicFramePr>
          <p:xfrm>
            <a:off x="1338" y="1090"/>
            <a:ext cx="285" cy="381"/>
          </p:xfrm>
          <a:graphic>
            <a:graphicData uri="http://schemas.openxmlformats.org/presentationml/2006/ole">
              <mc:AlternateContent xmlns:mc="http://schemas.openxmlformats.org/markup-compatibility/2006">
                <mc:Choice xmlns:v="urn:schemas-microsoft-com:vml" Requires="v">
                  <p:oleObj spid="_x0000_s3154" name="" r:id="rId9" imgW="228600" imgH="304800" progId="Equation.3">
                    <p:embed/>
                  </p:oleObj>
                </mc:Choice>
                <mc:Fallback>
                  <p:oleObj name="" r:id="rId9" imgW="228600" imgH="304800" progId="Equation.3">
                    <p:embed/>
                    <p:pic>
                      <p:nvPicPr>
                        <p:cNvPr id="0" name="图片 3153"/>
                        <p:cNvPicPr/>
                        <p:nvPr/>
                      </p:nvPicPr>
                      <p:blipFill>
                        <a:blip r:embed="rId10">
                          <a:clrChange>
                            <a:clrFrom>
                              <a:srgbClr val="000000"/>
                            </a:clrFrom>
                            <a:clrTo>
                              <a:srgbClr val="FFFFFF"/>
                            </a:clrTo>
                          </a:clrChange>
                        </a:blip>
                        <a:stretch>
                          <a:fillRect/>
                        </a:stretch>
                      </p:blipFill>
                      <p:spPr>
                        <a:xfrm>
                          <a:off x="1338" y="1090"/>
                          <a:ext cx="285" cy="381"/>
                        </a:xfrm>
                        <a:prstGeom prst="rect">
                          <a:avLst/>
                        </a:prstGeom>
                        <a:noFill/>
                        <a:ln w="38100">
                          <a:noFill/>
                          <a:miter/>
                        </a:ln>
                      </p:spPr>
                    </p:pic>
                  </p:oleObj>
                </mc:Fallback>
              </mc:AlternateContent>
            </a:graphicData>
          </a:graphic>
        </p:graphicFrame>
        <p:graphicFrame>
          <p:nvGraphicFramePr>
            <p:cNvPr id="15368" name="Object 295"/>
            <p:cNvGraphicFramePr/>
            <p:nvPr/>
          </p:nvGraphicFramePr>
          <p:xfrm>
            <a:off x="1383" y="1997"/>
            <a:ext cx="285" cy="397"/>
          </p:xfrm>
          <a:graphic>
            <a:graphicData uri="http://schemas.openxmlformats.org/presentationml/2006/ole">
              <mc:AlternateContent xmlns:mc="http://schemas.openxmlformats.org/markup-compatibility/2006">
                <mc:Choice xmlns:v="urn:schemas-microsoft-com:vml" Requires="v">
                  <p:oleObj spid="_x0000_s3155" name="" r:id="rId11" imgW="228600" imgH="317500" progId="Equation.3">
                    <p:embed/>
                  </p:oleObj>
                </mc:Choice>
                <mc:Fallback>
                  <p:oleObj name="" r:id="rId11" imgW="228600" imgH="317500" progId="Equation.3">
                    <p:embed/>
                    <p:pic>
                      <p:nvPicPr>
                        <p:cNvPr id="0" name="图片 3154"/>
                        <p:cNvPicPr/>
                        <p:nvPr/>
                      </p:nvPicPr>
                      <p:blipFill>
                        <a:blip r:embed="rId12">
                          <a:clrChange>
                            <a:clrFrom>
                              <a:srgbClr val="000000"/>
                            </a:clrFrom>
                            <a:clrTo>
                              <a:srgbClr val="FFFFFF"/>
                            </a:clrTo>
                          </a:clrChange>
                        </a:blip>
                        <a:stretch>
                          <a:fillRect/>
                        </a:stretch>
                      </p:blipFill>
                      <p:spPr>
                        <a:xfrm>
                          <a:off x="1383" y="1997"/>
                          <a:ext cx="285" cy="397"/>
                        </a:xfrm>
                        <a:prstGeom prst="rect">
                          <a:avLst/>
                        </a:prstGeom>
                        <a:noFill/>
                        <a:ln w="38100">
                          <a:noFill/>
                          <a:miter/>
                        </a:ln>
                      </p:spPr>
                    </p:pic>
                  </p:oleObj>
                </mc:Fallback>
              </mc:AlternateContent>
            </a:graphicData>
          </a:graphic>
        </p:graphicFrame>
        <p:graphicFrame>
          <p:nvGraphicFramePr>
            <p:cNvPr id="15369" name="Object 296"/>
            <p:cNvGraphicFramePr/>
            <p:nvPr/>
          </p:nvGraphicFramePr>
          <p:xfrm>
            <a:off x="604" y="1536"/>
            <a:ext cx="299" cy="416"/>
          </p:xfrm>
          <a:graphic>
            <a:graphicData uri="http://schemas.openxmlformats.org/presentationml/2006/ole">
              <mc:AlternateContent xmlns:mc="http://schemas.openxmlformats.org/markup-compatibility/2006">
                <mc:Choice xmlns:v="urn:schemas-microsoft-com:vml" Requires="v">
                  <p:oleObj spid="_x0000_s3156" name="" r:id="rId13" imgW="228600" imgH="317500" progId="Equation.3">
                    <p:embed/>
                  </p:oleObj>
                </mc:Choice>
                <mc:Fallback>
                  <p:oleObj name="" r:id="rId13" imgW="228600" imgH="317500" progId="Equation.3">
                    <p:embed/>
                    <p:pic>
                      <p:nvPicPr>
                        <p:cNvPr id="0" name="图片 3155"/>
                        <p:cNvPicPr/>
                        <p:nvPr/>
                      </p:nvPicPr>
                      <p:blipFill>
                        <a:blip r:embed="rId14">
                          <a:clrChange>
                            <a:clrFrom>
                              <a:srgbClr val="000000"/>
                            </a:clrFrom>
                            <a:clrTo>
                              <a:srgbClr val="FFFFFF"/>
                            </a:clrTo>
                          </a:clrChange>
                        </a:blip>
                        <a:stretch>
                          <a:fillRect/>
                        </a:stretch>
                      </p:blipFill>
                      <p:spPr>
                        <a:xfrm>
                          <a:off x="604" y="1536"/>
                          <a:ext cx="299" cy="416"/>
                        </a:xfrm>
                        <a:prstGeom prst="rect">
                          <a:avLst/>
                        </a:prstGeom>
                        <a:noFill/>
                        <a:ln w="38100">
                          <a:noFill/>
                          <a:miter/>
                        </a:ln>
                      </p:spPr>
                    </p:pic>
                  </p:oleObj>
                </mc:Fallback>
              </mc:AlternateContent>
            </a:graphicData>
          </a:graphic>
        </p:graphicFrame>
        <p:sp>
          <p:nvSpPr>
            <p:cNvPr id="15407" name="Line 297"/>
            <p:cNvSpPr/>
            <p:nvPr/>
          </p:nvSpPr>
          <p:spPr>
            <a:xfrm flipH="1">
              <a:off x="1111" y="908"/>
              <a:ext cx="0" cy="908"/>
            </a:xfrm>
            <a:prstGeom prst="line">
              <a:avLst/>
            </a:prstGeom>
            <a:ln w="28575" cap="flat" cmpd="sng">
              <a:solidFill>
                <a:srgbClr val="FFCC00"/>
              </a:solidFill>
              <a:prstDash val="solid"/>
              <a:headEnd type="oval" w="med" len="med"/>
              <a:tailEnd type="oval" w="med" len="med"/>
            </a:ln>
          </p:spPr>
        </p:sp>
        <p:sp>
          <p:nvSpPr>
            <p:cNvPr id="15408" name="Text Box 298"/>
            <p:cNvSpPr txBox="1"/>
            <p:nvPr/>
          </p:nvSpPr>
          <p:spPr>
            <a:xfrm>
              <a:off x="1247" y="908"/>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5409" name="Text Box 299"/>
            <p:cNvSpPr txBox="1"/>
            <p:nvPr/>
          </p:nvSpPr>
          <p:spPr>
            <a:xfrm rot="10800000">
              <a:off x="1247" y="1453"/>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5410" name="Line 300"/>
            <p:cNvSpPr/>
            <p:nvPr/>
          </p:nvSpPr>
          <p:spPr>
            <a:xfrm flipH="1">
              <a:off x="1111" y="1816"/>
              <a:ext cx="0" cy="861"/>
            </a:xfrm>
            <a:prstGeom prst="line">
              <a:avLst/>
            </a:prstGeom>
            <a:ln w="28575" cap="flat" cmpd="sng">
              <a:solidFill>
                <a:srgbClr val="FFCC00"/>
              </a:solidFill>
              <a:prstDash val="solid"/>
              <a:headEnd type="oval" w="med" len="med"/>
              <a:tailEnd type="oval" w="med" len="med"/>
            </a:ln>
          </p:spPr>
        </p:sp>
        <p:sp>
          <p:nvSpPr>
            <p:cNvPr id="15411" name="Text Box 301"/>
            <p:cNvSpPr txBox="1"/>
            <p:nvPr/>
          </p:nvSpPr>
          <p:spPr>
            <a:xfrm>
              <a:off x="1201" y="1770"/>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5412" name="Text Box 302"/>
            <p:cNvSpPr txBox="1"/>
            <p:nvPr/>
          </p:nvSpPr>
          <p:spPr>
            <a:xfrm rot="10800000">
              <a:off x="1292" y="2360"/>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grpSp>
          <p:nvGrpSpPr>
            <p:cNvPr id="15413" name="Group 303"/>
            <p:cNvGrpSpPr/>
            <p:nvPr/>
          </p:nvGrpSpPr>
          <p:grpSpPr>
            <a:xfrm>
              <a:off x="1427" y="527"/>
              <a:ext cx="384" cy="381"/>
              <a:chOff x="1655" y="191"/>
              <a:chExt cx="384" cy="381"/>
            </a:xfrm>
          </p:grpSpPr>
          <p:sp>
            <p:nvSpPr>
              <p:cNvPr id="15424" name="Line 304"/>
              <p:cNvSpPr/>
              <p:nvPr/>
            </p:nvSpPr>
            <p:spPr>
              <a:xfrm rot="-5400000">
                <a:off x="1847" y="380"/>
                <a:ext cx="0" cy="384"/>
              </a:xfrm>
              <a:prstGeom prst="line">
                <a:avLst/>
              </a:prstGeom>
              <a:ln w="28575" cap="flat" cmpd="sng">
                <a:solidFill>
                  <a:srgbClr val="00FFFF"/>
                </a:solidFill>
                <a:prstDash val="solid"/>
                <a:headEnd type="none" w="med" len="med"/>
                <a:tailEnd type="triangle" w="med" len="med"/>
              </a:ln>
            </p:spPr>
          </p:sp>
          <p:graphicFrame>
            <p:nvGraphicFramePr>
              <p:cNvPr id="15372" name="Object 305"/>
              <p:cNvGraphicFramePr/>
              <p:nvPr/>
            </p:nvGraphicFramePr>
            <p:xfrm>
              <a:off x="1746" y="191"/>
              <a:ext cx="221" cy="381"/>
            </p:xfrm>
            <a:graphic>
              <a:graphicData uri="http://schemas.openxmlformats.org/presentationml/2006/ole">
                <mc:AlternateContent xmlns:mc="http://schemas.openxmlformats.org/markup-compatibility/2006">
                  <mc:Choice xmlns:v="urn:schemas-microsoft-com:vml" Requires="v">
                    <p:oleObj spid="_x0000_s3162" name="" r:id="rId15" imgW="177800" imgH="304165" progId="Equation.3">
                      <p:embed/>
                    </p:oleObj>
                  </mc:Choice>
                  <mc:Fallback>
                    <p:oleObj name="" r:id="rId15" imgW="177800" imgH="304165" progId="Equation.3">
                      <p:embed/>
                      <p:pic>
                        <p:nvPicPr>
                          <p:cNvPr id="0" name="图片 3161"/>
                          <p:cNvPicPr/>
                          <p:nvPr/>
                        </p:nvPicPr>
                        <p:blipFill>
                          <a:blip r:embed="rId16">
                            <a:clrChange>
                              <a:clrFrom>
                                <a:srgbClr val="000000"/>
                              </a:clrFrom>
                              <a:clrTo>
                                <a:srgbClr val="FFFFFF"/>
                              </a:clrTo>
                            </a:clrChange>
                          </a:blip>
                          <a:stretch>
                            <a:fillRect/>
                          </a:stretch>
                        </p:blipFill>
                        <p:spPr>
                          <a:xfrm>
                            <a:off x="1746" y="191"/>
                            <a:ext cx="221" cy="381"/>
                          </a:xfrm>
                          <a:prstGeom prst="rect">
                            <a:avLst/>
                          </a:prstGeom>
                          <a:noFill/>
                          <a:ln w="38100">
                            <a:noFill/>
                            <a:miter/>
                          </a:ln>
                        </p:spPr>
                      </p:pic>
                    </p:oleObj>
                  </mc:Fallback>
                </mc:AlternateContent>
              </a:graphicData>
            </a:graphic>
          </p:graphicFrame>
        </p:grpSp>
        <p:grpSp>
          <p:nvGrpSpPr>
            <p:cNvPr id="15414" name="Group 306"/>
            <p:cNvGrpSpPr/>
            <p:nvPr/>
          </p:nvGrpSpPr>
          <p:grpSpPr>
            <a:xfrm>
              <a:off x="1463" y="1435"/>
              <a:ext cx="384" cy="381"/>
              <a:chOff x="1466" y="872"/>
              <a:chExt cx="384" cy="381"/>
            </a:xfrm>
          </p:grpSpPr>
          <p:sp>
            <p:nvSpPr>
              <p:cNvPr id="15423" name="Line 307"/>
              <p:cNvSpPr/>
              <p:nvPr/>
            </p:nvSpPr>
            <p:spPr>
              <a:xfrm rot="-5400000">
                <a:off x="1658" y="1061"/>
                <a:ext cx="0" cy="384"/>
              </a:xfrm>
              <a:prstGeom prst="line">
                <a:avLst/>
              </a:prstGeom>
              <a:ln w="28575" cap="flat" cmpd="sng">
                <a:solidFill>
                  <a:srgbClr val="00FFFF"/>
                </a:solidFill>
                <a:prstDash val="solid"/>
                <a:headEnd type="none" w="med" len="med"/>
                <a:tailEnd type="triangle" w="med" len="med"/>
              </a:ln>
            </p:spPr>
          </p:sp>
          <p:graphicFrame>
            <p:nvGraphicFramePr>
              <p:cNvPr id="15371" name="Object 308"/>
              <p:cNvGraphicFramePr/>
              <p:nvPr/>
            </p:nvGraphicFramePr>
            <p:xfrm>
              <a:off x="1538" y="872"/>
              <a:ext cx="223" cy="381"/>
            </p:xfrm>
            <a:graphic>
              <a:graphicData uri="http://schemas.openxmlformats.org/presentationml/2006/ole">
                <mc:AlternateContent xmlns:mc="http://schemas.openxmlformats.org/markup-compatibility/2006">
                  <mc:Choice xmlns:v="urn:schemas-microsoft-com:vml" Requires="v">
                    <p:oleObj spid="_x0000_s3160" name="" r:id="rId17" imgW="177800" imgH="304165" progId="Equation.3">
                      <p:embed/>
                    </p:oleObj>
                  </mc:Choice>
                  <mc:Fallback>
                    <p:oleObj name="" r:id="rId17" imgW="177800" imgH="304165" progId="Equation.3">
                      <p:embed/>
                      <p:pic>
                        <p:nvPicPr>
                          <p:cNvPr id="0" name="图片 3159"/>
                          <p:cNvPicPr/>
                          <p:nvPr/>
                        </p:nvPicPr>
                        <p:blipFill>
                          <a:blip r:embed="rId18">
                            <a:clrChange>
                              <a:clrFrom>
                                <a:srgbClr val="000000"/>
                              </a:clrFrom>
                              <a:clrTo>
                                <a:srgbClr val="FFFFFF"/>
                              </a:clrTo>
                            </a:clrChange>
                          </a:blip>
                          <a:stretch>
                            <a:fillRect/>
                          </a:stretch>
                        </p:blipFill>
                        <p:spPr>
                          <a:xfrm>
                            <a:off x="1538" y="872"/>
                            <a:ext cx="223" cy="381"/>
                          </a:xfrm>
                          <a:prstGeom prst="rect">
                            <a:avLst/>
                          </a:prstGeom>
                          <a:noFill/>
                          <a:ln w="38100">
                            <a:noFill/>
                            <a:miter/>
                          </a:ln>
                        </p:spPr>
                      </p:pic>
                    </p:oleObj>
                  </mc:Fallback>
                </mc:AlternateContent>
              </a:graphicData>
            </a:graphic>
          </p:graphicFrame>
        </p:grpSp>
        <p:grpSp>
          <p:nvGrpSpPr>
            <p:cNvPr id="15415" name="Group 309"/>
            <p:cNvGrpSpPr/>
            <p:nvPr/>
          </p:nvGrpSpPr>
          <p:grpSpPr>
            <a:xfrm>
              <a:off x="1455" y="2315"/>
              <a:ext cx="384" cy="381"/>
              <a:chOff x="1383" y="1525"/>
              <a:chExt cx="384" cy="381"/>
            </a:xfrm>
          </p:grpSpPr>
          <p:sp>
            <p:nvSpPr>
              <p:cNvPr id="15422" name="Line 310"/>
              <p:cNvSpPr/>
              <p:nvPr/>
            </p:nvSpPr>
            <p:spPr>
              <a:xfrm rot="-5400000">
                <a:off x="1575" y="1696"/>
                <a:ext cx="0" cy="384"/>
              </a:xfrm>
              <a:prstGeom prst="line">
                <a:avLst/>
              </a:prstGeom>
              <a:ln w="28575" cap="flat" cmpd="sng">
                <a:solidFill>
                  <a:srgbClr val="00FFFF"/>
                </a:solidFill>
                <a:prstDash val="solid"/>
                <a:headEnd type="none" w="med" len="med"/>
                <a:tailEnd type="triangle" w="med" len="med"/>
              </a:ln>
            </p:spPr>
          </p:sp>
          <p:graphicFrame>
            <p:nvGraphicFramePr>
              <p:cNvPr id="15370" name="Object 311"/>
              <p:cNvGraphicFramePr/>
              <p:nvPr/>
            </p:nvGraphicFramePr>
            <p:xfrm>
              <a:off x="1519" y="1525"/>
              <a:ext cx="223" cy="381"/>
            </p:xfrm>
            <a:graphic>
              <a:graphicData uri="http://schemas.openxmlformats.org/presentationml/2006/ole">
                <mc:AlternateContent xmlns:mc="http://schemas.openxmlformats.org/markup-compatibility/2006">
                  <mc:Choice xmlns:v="urn:schemas-microsoft-com:vml" Requires="v">
                    <p:oleObj spid="_x0000_s3161" name="" r:id="rId19" imgW="177800" imgH="304165" progId="Equation.3">
                      <p:embed/>
                    </p:oleObj>
                  </mc:Choice>
                  <mc:Fallback>
                    <p:oleObj name="" r:id="rId19" imgW="177800" imgH="304165" progId="Equation.3">
                      <p:embed/>
                      <p:pic>
                        <p:nvPicPr>
                          <p:cNvPr id="0" name="图片 3160"/>
                          <p:cNvPicPr/>
                          <p:nvPr/>
                        </p:nvPicPr>
                        <p:blipFill>
                          <a:blip r:embed="rId20">
                            <a:clrChange>
                              <a:clrFrom>
                                <a:srgbClr val="000000"/>
                              </a:clrFrom>
                              <a:clrTo>
                                <a:srgbClr val="FFFFFF"/>
                              </a:clrTo>
                            </a:clrChange>
                          </a:blip>
                          <a:stretch>
                            <a:fillRect/>
                          </a:stretch>
                        </p:blipFill>
                        <p:spPr>
                          <a:xfrm>
                            <a:off x="1519" y="1525"/>
                            <a:ext cx="223" cy="381"/>
                          </a:xfrm>
                          <a:prstGeom prst="rect">
                            <a:avLst/>
                          </a:prstGeom>
                          <a:noFill/>
                          <a:ln w="38100">
                            <a:noFill/>
                            <a:miter/>
                          </a:ln>
                        </p:spPr>
                      </p:pic>
                    </p:oleObj>
                  </mc:Fallback>
                </mc:AlternateContent>
              </a:graphicData>
            </a:graphic>
          </p:graphicFrame>
        </p:grpSp>
        <p:sp>
          <p:nvSpPr>
            <p:cNvPr id="15416" name="Text Box 312"/>
            <p:cNvSpPr txBox="1"/>
            <p:nvPr/>
          </p:nvSpPr>
          <p:spPr>
            <a:xfrm>
              <a:off x="2290" y="2251"/>
              <a:ext cx="171" cy="327"/>
            </a:xfrm>
            <a:prstGeom prst="rect">
              <a:avLst/>
            </a:prstGeom>
            <a:noFill/>
            <a:ln w="9525">
              <a:noFill/>
            </a:ln>
          </p:spPr>
          <p:txBody>
            <a:bodyPr>
              <a:spAutoFit/>
            </a:bodyPr>
            <a:p>
              <a:pPr>
                <a:spcBef>
                  <a:spcPct val="50000"/>
                </a:spcBef>
              </a:pPr>
              <a:r>
                <a:rPr lang="en-US" altLang="zh-CN" sz="2800" b="0" dirty="0">
                  <a:solidFill>
                    <a:srgbClr val="66FF33"/>
                  </a:solidFill>
                  <a:latin typeface="Times New Roman" panose="02020603050405020304" pitchFamily="18" charset="0"/>
                  <a:ea typeface="宋体" panose="02010600030101010101" pitchFamily="2" charset="-122"/>
                </a:rPr>
                <a:t>+</a:t>
              </a:r>
              <a:endParaRPr lang="en-US" altLang="zh-CN" sz="2800" b="0" dirty="0">
                <a:solidFill>
                  <a:srgbClr val="66FF33"/>
                </a:solidFill>
                <a:latin typeface="Times New Roman" panose="02020603050405020304" pitchFamily="18" charset="0"/>
                <a:ea typeface="宋体" panose="02010600030101010101" pitchFamily="2" charset="-122"/>
              </a:endParaRPr>
            </a:p>
          </p:txBody>
        </p:sp>
        <p:sp>
          <p:nvSpPr>
            <p:cNvPr id="15417" name="Text Box 313"/>
            <p:cNvSpPr txBox="1"/>
            <p:nvPr/>
          </p:nvSpPr>
          <p:spPr>
            <a:xfrm>
              <a:off x="1837" y="1752"/>
              <a:ext cx="171" cy="327"/>
            </a:xfrm>
            <a:prstGeom prst="rect">
              <a:avLst/>
            </a:prstGeom>
            <a:noFill/>
            <a:ln w="9525">
              <a:noFill/>
            </a:ln>
          </p:spPr>
          <p:txBody>
            <a:bodyPr>
              <a:spAutoFit/>
            </a:bodyPr>
            <a:p>
              <a:pPr>
                <a:spcBef>
                  <a:spcPct val="50000"/>
                </a:spcBef>
              </a:pPr>
              <a:r>
                <a:rPr lang="en-US" altLang="zh-CN" sz="2800" b="0" dirty="0">
                  <a:solidFill>
                    <a:srgbClr val="66FF33"/>
                  </a:solidFill>
                  <a:latin typeface="Times New Roman" panose="02020603050405020304" pitchFamily="18" charset="0"/>
                  <a:ea typeface="宋体" panose="02010600030101010101" pitchFamily="2" charset="-122"/>
                </a:rPr>
                <a:t>+</a:t>
              </a:r>
              <a:endParaRPr lang="en-US" altLang="zh-CN" sz="2800" b="0" dirty="0">
                <a:solidFill>
                  <a:srgbClr val="66FF33"/>
                </a:solidFill>
                <a:latin typeface="Times New Roman" panose="02020603050405020304" pitchFamily="18" charset="0"/>
                <a:ea typeface="宋体" panose="02010600030101010101" pitchFamily="2" charset="-122"/>
              </a:endParaRPr>
            </a:p>
          </p:txBody>
        </p:sp>
        <p:sp>
          <p:nvSpPr>
            <p:cNvPr id="15418" name="Text Box 314"/>
            <p:cNvSpPr txBox="1"/>
            <p:nvPr/>
          </p:nvSpPr>
          <p:spPr>
            <a:xfrm>
              <a:off x="1837" y="845"/>
              <a:ext cx="171" cy="327"/>
            </a:xfrm>
            <a:prstGeom prst="rect">
              <a:avLst/>
            </a:prstGeom>
            <a:noFill/>
            <a:ln w="9525">
              <a:noFill/>
            </a:ln>
          </p:spPr>
          <p:txBody>
            <a:bodyPr>
              <a:spAutoFit/>
            </a:bodyPr>
            <a:p>
              <a:pPr>
                <a:spcBef>
                  <a:spcPct val="50000"/>
                </a:spcBef>
              </a:pPr>
              <a:r>
                <a:rPr lang="en-US" altLang="zh-CN" sz="2800" b="0" dirty="0">
                  <a:solidFill>
                    <a:srgbClr val="66FF33"/>
                  </a:solidFill>
                  <a:latin typeface="Times New Roman" panose="02020603050405020304" pitchFamily="18" charset="0"/>
                  <a:ea typeface="宋体" panose="02010600030101010101" pitchFamily="2" charset="-122"/>
                </a:rPr>
                <a:t>+</a:t>
              </a:r>
              <a:endParaRPr lang="en-US" altLang="zh-CN" sz="2800" b="0" dirty="0">
                <a:solidFill>
                  <a:srgbClr val="66FF33"/>
                </a:solidFill>
                <a:latin typeface="Times New Roman" panose="02020603050405020304" pitchFamily="18" charset="0"/>
                <a:ea typeface="宋体" panose="02010600030101010101" pitchFamily="2" charset="-122"/>
              </a:endParaRPr>
            </a:p>
          </p:txBody>
        </p:sp>
        <p:sp>
          <p:nvSpPr>
            <p:cNvPr id="15419" name="Text Box 315"/>
            <p:cNvSpPr txBox="1"/>
            <p:nvPr/>
          </p:nvSpPr>
          <p:spPr>
            <a:xfrm>
              <a:off x="2245" y="935"/>
              <a:ext cx="171" cy="327"/>
            </a:xfrm>
            <a:prstGeom prst="rect">
              <a:avLst/>
            </a:prstGeom>
            <a:noFill/>
            <a:ln w="9525">
              <a:noFill/>
            </a:ln>
          </p:spPr>
          <p:txBody>
            <a:bodyPr>
              <a:spAutoFit/>
            </a:bodyPr>
            <a:p>
              <a:pPr>
                <a:spcBef>
                  <a:spcPct val="50000"/>
                </a:spcBef>
              </a:pPr>
              <a:r>
                <a:rPr lang="en-US" altLang="zh-CN" sz="2800" b="0" dirty="0">
                  <a:solidFill>
                    <a:srgbClr val="66FF33"/>
                  </a:solidFill>
                  <a:latin typeface="Times New Roman" panose="02020603050405020304" pitchFamily="18" charset="0"/>
                  <a:ea typeface="宋体" panose="02010600030101010101" pitchFamily="2" charset="-122"/>
                </a:rPr>
                <a:t>–</a:t>
              </a:r>
              <a:endParaRPr lang="en-US" altLang="zh-CN" sz="2800" b="0" dirty="0">
                <a:solidFill>
                  <a:srgbClr val="66FF33"/>
                </a:solidFill>
                <a:latin typeface="Times New Roman" panose="02020603050405020304" pitchFamily="18" charset="0"/>
                <a:ea typeface="宋体" panose="02010600030101010101" pitchFamily="2" charset="-122"/>
              </a:endParaRPr>
            </a:p>
          </p:txBody>
        </p:sp>
        <p:sp>
          <p:nvSpPr>
            <p:cNvPr id="15420" name="Text Box 316"/>
            <p:cNvSpPr txBox="1"/>
            <p:nvPr/>
          </p:nvSpPr>
          <p:spPr>
            <a:xfrm>
              <a:off x="1837" y="2423"/>
              <a:ext cx="171" cy="327"/>
            </a:xfrm>
            <a:prstGeom prst="rect">
              <a:avLst/>
            </a:prstGeom>
            <a:noFill/>
            <a:ln w="9525">
              <a:noFill/>
            </a:ln>
          </p:spPr>
          <p:txBody>
            <a:bodyPr>
              <a:spAutoFit/>
            </a:bodyPr>
            <a:p>
              <a:pPr>
                <a:spcBef>
                  <a:spcPct val="50000"/>
                </a:spcBef>
              </a:pPr>
              <a:r>
                <a:rPr lang="en-US" altLang="zh-CN" sz="2800" b="0" dirty="0">
                  <a:solidFill>
                    <a:srgbClr val="66FF33"/>
                  </a:solidFill>
                  <a:latin typeface="Times New Roman" panose="02020603050405020304" pitchFamily="18" charset="0"/>
                  <a:ea typeface="宋体" panose="02010600030101010101" pitchFamily="2" charset="-122"/>
                </a:rPr>
                <a:t>–</a:t>
              </a:r>
              <a:endParaRPr lang="en-US" altLang="zh-CN" sz="2800" b="0" dirty="0">
                <a:solidFill>
                  <a:srgbClr val="66FF33"/>
                </a:solidFill>
                <a:latin typeface="Times New Roman" panose="02020603050405020304" pitchFamily="18" charset="0"/>
                <a:ea typeface="宋体" panose="02010600030101010101" pitchFamily="2" charset="-122"/>
              </a:endParaRPr>
            </a:p>
          </p:txBody>
        </p:sp>
        <p:sp>
          <p:nvSpPr>
            <p:cNvPr id="15421" name="Text Box 317"/>
            <p:cNvSpPr txBox="1"/>
            <p:nvPr/>
          </p:nvSpPr>
          <p:spPr>
            <a:xfrm>
              <a:off x="1837" y="1515"/>
              <a:ext cx="171" cy="327"/>
            </a:xfrm>
            <a:prstGeom prst="rect">
              <a:avLst/>
            </a:prstGeom>
            <a:noFill/>
            <a:ln w="9525">
              <a:noFill/>
            </a:ln>
          </p:spPr>
          <p:txBody>
            <a:bodyPr>
              <a:spAutoFit/>
            </a:bodyPr>
            <a:p>
              <a:pPr>
                <a:spcBef>
                  <a:spcPct val="50000"/>
                </a:spcBef>
              </a:pPr>
              <a:r>
                <a:rPr lang="en-US" altLang="zh-CN" sz="2800" b="0" dirty="0">
                  <a:solidFill>
                    <a:srgbClr val="66FF33"/>
                  </a:solidFill>
                  <a:latin typeface="Times New Roman" panose="02020603050405020304" pitchFamily="18" charset="0"/>
                  <a:ea typeface="宋体" panose="02010600030101010101" pitchFamily="2" charset="-122"/>
                </a:rPr>
                <a:t>–</a:t>
              </a:r>
              <a:endParaRPr lang="en-US" altLang="zh-CN" sz="2800" b="0" dirty="0">
                <a:solidFill>
                  <a:srgbClr val="66FF33"/>
                </a:solidFill>
                <a:latin typeface="Times New Roman" panose="02020603050405020304" pitchFamily="18" charset="0"/>
                <a:ea typeface="宋体" panose="02010600030101010101" pitchFamily="2" charset="-122"/>
              </a:endParaRPr>
            </a:p>
          </p:txBody>
        </p:sp>
      </p:grpSp>
      <p:grpSp>
        <p:nvGrpSpPr>
          <p:cNvPr id="10" name="Group 323"/>
          <p:cNvGrpSpPr/>
          <p:nvPr/>
        </p:nvGrpSpPr>
        <p:grpSpPr>
          <a:xfrm>
            <a:off x="4787900" y="476250"/>
            <a:ext cx="2706688" cy="1731963"/>
            <a:chOff x="3016" y="300"/>
            <a:chExt cx="1705" cy="1091"/>
          </a:xfrm>
        </p:grpSpPr>
        <p:graphicFrame>
          <p:nvGraphicFramePr>
            <p:cNvPr id="15363" name="Object 3"/>
            <p:cNvGraphicFramePr/>
            <p:nvPr/>
          </p:nvGraphicFramePr>
          <p:xfrm>
            <a:off x="3016" y="300"/>
            <a:ext cx="1705" cy="1091"/>
          </p:xfrm>
          <a:graphic>
            <a:graphicData uri="http://schemas.openxmlformats.org/presentationml/2006/ole">
              <mc:AlternateContent xmlns:mc="http://schemas.openxmlformats.org/markup-compatibility/2006">
                <mc:Choice xmlns:v="urn:schemas-microsoft-com:vml" Requires="v">
                  <p:oleObj spid="_x0000_s3165" name="" r:id="rId21" imgW="1231265" imgH="786765" progId="Equation.3">
                    <p:embed/>
                  </p:oleObj>
                </mc:Choice>
                <mc:Fallback>
                  <p:oleObj name="" r:id="rId21" imgW="1231265" imgH="786765" progId="Equation.3">
                    <p:embed/>
                    <p:pic>
                      <p:nvPicPr>
                        <p:cNvPr id="0" name="图片 3164"/>
                        <p:cNvPicPr/>
                        <p:nvPr/>
                      </p:nvPicPr>
                      <p:blipFill>
                        <a:blip r:embed="rId22">
                          <a:clrChange>
                            <a:clrFrom>
                              <a:srgbClr val="000000"/>
                            </a:clrFrom>
                            <a:clrTo>
                              <a:srgbClr val="FFFFFF"/>
                            </a:clrTo>
                          </a:clrChange>
                        </a:blip>
                        <a:stretch>
                          <a:fillRect/>
                        </a:stretch>
                      </p:blipFill>
                      <p:spPr>
                        <a:xfrm>
                          <a:off x="3016" y="300"/>
                          <a:ext cx="1705" cy="1091"/>
                        </a:xfrm>
                        <a:prstGeom prst="rect">
                          <a:avLst/>
                        </a:prstGeom>
                        <a:noFill/>
                        <a:ln w="38100">
                          <a:noFill/>
                          <a:miter/>
                        </a:ln>
                      </p:spPr>
                    </p:pic>
                  </p:oleObj>
                </mc:Fallback>
              </mc:AlternateContent>
            </a:graphicData>
          </a:graphic>
        </p:graphicFrame>
        <p:sp>
          <p:nvSpPr>
            <p:cNvPr id="15386" name="Line 320"/>
            <p:cNvSpPr/>
            <p:nvPr/>
          </p:nvSpPr>
          <p:spPr>
            <a:xfrm>
              <a:off x="4005" y="1353"/>
              <a:ext cx="499" cy="0"/>
            </a:xfrm>
            <a:prstGeom prst="line">
              <a:avLst/>
            </a:prstGeom>
            <a:ln w="9525" cap="flat" cmpd="sng">
              <a:solidFill>
                <a:schemeClr val="bg1"/>
              </a:solidFill>
              <a:prstDash val="solid"/>
              <a:headEnd type="none" w="med" len="med"/>
              <a:tailEnd type="none" w="med" len="med"/>
            </a:ln>
          </p:spPr>
        </p:sp>
        <p:sp>
          <p:nvSpPr>
            <p:cNvPr id="15387" name="Line 321"/>
            <p:cNvSpPr/>
            <p:nvPr/>
          </p:nvSpPr>
          <p:spPr>
            <a:xfrm>
              <a:off x="4014" y="1008"/>
              <a:ext cx="635" cy="0"/>
            </a:xfrm>
            <a:prstGeom prst="line">
              <a:avLst/>
            </a:prstGeom>
            <a:ln w="9525" cap="flat" cmpd="sng">
              <a:solidFill>
                <a:schemeClr val="bg1"/>
              </a:solidFill>
              <a:prstDash val="solid"/>
              <a:headEnd type="none" w="med" len="med"/>
              <a:tailEnd type="none" w="med" len="med"/>
            </a:ln>
          </p:spPr>
        </p:sp>
        <p:sp>
          <p:nvSpPr>
            <p:cNvPr id="15388" name="Line 322"/>
            <p:cNvSpPr/>
            <p:nvPr/>
          </p:nvSpPr>
          <p:spPr>
            <a:xfrm>
              <a:off x="4059" y="663"/>
              <a:ext cx="272" cy="0"/>
            </a:xfrm>
            <a:prstGeom prst="line">
              <a:avLst/>
            </a:prstGeom>
            <a:ln w="9525" cap="flat" cmpd="sng">
              <a:solidFill>
                <a:schemeClr val="bg1"/>
              </a:solidFill>
              <a:prstDash val="solid"/>
              <a:headEnd type="none" w="med" len="med"/>
              <a:tailEnd type="none" w="med" len="med"/>
            </a:ln>
          </p:spPr>
        </p:sp>
      </p:grpSp>
      <p:grpSp>
        <p:nvGrpSpPr>
          <p:cNvPr id="11" name="Group 326"/>
          <p:cNvGrpSpPr/>
          <p:nvPr/>
        </p:nvGrpSpPr>
        <p:grpSpPr>
          <a:xfrm>
            <a:off x="5148263" y="2205038"/>
            <a:ext cx="2992437" cy="1725612"/>
            <a:chOff x="3243" y="1389"/>
            <a:chExt cx="1885" cy="1087"/>
          </a:xfrm>
        </p:grpSpPr>
        <p:graphicFrame>
          <p:nvGraphicFramePr>
            <p:cNvPr id="15362" name="Object 4"/>
            <p:cNvGraphicFramePr/>
            <p:nvPr/>
          </p:nvGraphicFramePr>
          <p:xfrm>
            <a:off x="3243" y="1389"/>
            <a:ext cx="1885" cy="1087"/>
          </p:xfrm>
          <a:graphic>
            <a:graphicData uri="http://schemas.openxmlformats.org/presentationml/2006/ole">
              <mc:AlternateContent xmlns:mc="http://schemas.openxmlformats.org/markup-compatibility/2006">
                <mc:Choice xmlns:v="urn:schemas-microsoft-com:vml" Requires="v">
                  <p:oleObj spid="_x0000_s3164" name="" r:id="rId23" imgW="1497965" imgH="862965" progId="Equation.3">
                    <p:embed/>
                  </p:oleObj>
                </mc:Choice>
                <mc:Fallback>
                  <p:oleObj name="" r:id="rId23" imgW="1497965" imgH="862965" progId="Equation.3">
                    <p:embed/>
                    <p:pic>
                      <p:nvPicPr>
                        <p:cNvPr id="0" name="图片 3163"/>
                        <p:cNvPicPr/>
                        <p:nvPr/>
                      </p:nvPicPr>
                      <p:blipFill>
                        <a:blip r:embed="rId24">
                          <a:clrChange>
                            <a:clrFrom>
                              <a:srgbClr val="000000"/>
                            </a:clrFrom>
                            <a:clrTo>
                              <a:srgbClr val="FFFFFF"/>
                            </a:clrTo>
                          </a:clrChange>
                        </a:blip>
                        <a:stretch>
                          <a:fillRect/>
                        </a:stretch>
                      </p:blipFill>
                      <p:spPr>
                        <a:xfrm>
                          <a:off x="3243" y="1389"/>
                          <a:ext cx="1885" cy="1087"/>
                        </a:xfrm>
                        <a:prstGeom prst="rect">
                          <a:avLst/>
                        </a:prstGeom>
                        <a:noFill/>
                        <a:ln w="38100">
                          <a:noFill/>
                          <a:miter/>
                        </a:ln>
                      </p:spPr>
                    </p:pic>
                  </p:oleObj>
                </mc:Fallback>
              </mc:AlternateContent>
            </a:graphicData>
          </a:graphic>
        </p:graphicFrame>
        <p:sp>
          <p:nvSpPr>
            <p:cNvPr id="15383" name="Line 319"/>
            <p:cNvSpPr/>
            <p:nvPr/>
          </p:nvSpPr>
          <p:spPr>
            <a:xfrm>
              <a:off x="4450" y="2441"/>
              <a:ext cx="408" cy="0"/>
            </a:xfrm>
            <a:prstGeom prst="line">
              <a:avLst/>
            </a:prstGeom>
            <a:ln w="9525" cap="flat" cmpd="sng">
              <a:solidFill>
                <a:schemeClr val="bg1"/>
              </a:solidFill>
              <a:prstDash val="solid"/>
              <a:headEnd type="none" w="med" len="med"/>
              <a:tailEnd type="none" w="med" len="med"/>
            </a:ln>
          </p:spPr>
        </p:sp>
        <p:sp>
          <p:nvSpPr>
            <p:cNvPr id="15384" name="Line 324"/>
            <p:cNvSpPr/>
            <p:nvPr/>
          </p:nvSpPr>
          <p:spPr>
            <a:xfrm>
              <a:off x="4477" y="2078"/>
              <a:ext cx="544" cy="0"/>
            </a:xfrm>
            <a:prstGeom prst="line">
              <a:avLst/>
            </a:prstGeom>
            <a:ln w="9525" cap="flat" cmpd="sng">
              <a:solidFill>
                <a:schemeClr val="bg1"/>
              </a:solidFill>
              <a:prstDash val="solid"/>
              <a:headEnd type="none" w="med" len="med"/>
              <a:tailEnd type="none" w="med" len="med"/>
            </a:ln>
          </p:spPr>
        </p:sp>
        <p:sp>
          <p:nvSpPr>
            <p:cNvPr id="15385" name="Line 325"/>
            <p:cNvSpPr/>
            <p:nvPr/>
          </p:nvSpPr>
          <p:spPr>
            <a:xfrm>
              <a:off x="4468" y="1724"/>
              <a:ext cx="272" cy="0"/>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7650"/>
                                        </p:tgtEl>
                                        <p:attrNameLst>
                                          <p:attrName>style.visibility</p:attrName>
                                        </p:attrNameLst>
                                      </p:cBhvr>
                                      <p:to>
                                        <p:strVal val="visible"/>
                                      </p:to>
                                    </p:set>
                                    <p:anim calcmode="lin" valueType="num">
                                      <p:cBhvr additive="base">
                                        <p:cTn id="7" dur="500" fill="hold"/>
                                        <p:tgtEl>
                                          <p:spTgt spid="27650"/>
                                        </p:tgtEl>
                                        <p:attrNameLst>
                                          <p:attrName>ppt_x</p:attrName>
                                        </p:attrNameLst>
                                      </p:cBhvr>
                                      <p:tavLst>
                                        <p:tav tm="0">
                                          <p:val>
                                            <p:strVal val="0-#ppt_w/2"/>
                                          </p:val>
                                        </p:tav>
                                        <p:tav tm="100000">
                                          <p:val>
                                            <p:strVal val="#ppt_x"/>
                                          </p:val>
                                        </p:tav>
                                      </p:tavLst>
                                    </p:anim>
                                    <p:anim calcmode="lin" valueType="num">
                                      <p:cBhvr additive="base">
                                        <p:cTn id="8" dur="500" fill="hold"/>
                                        <p:tgtEl>
                                          <p:spTgt spid="2765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linds(horizontal)">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linds(horizontal)">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slide(fromBottom)">
                                      <p:cBhvr>
                                        <p:cTn id="23" dur="10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27700"/>
                                        </p:tgtEl>
                                        <p:attrNameLst>
                                          <p:attrName>style.visibility</p:attrName>
                                        </p:attrNameLst>
                                      </p:cBhvr>
                                      <p:to>
                                        <p:strVal val="visible"/>
                                      </p:to>
                                    </p:set>
                                    <p:anim calcmode="lin" valueType="num">
                                      <p:cBhvr>
                                        <p:cTn id="28" dur="1000" fill="hold"/>
                                        <p:tgtEl>
                                          <p:spTgt spid="27700"/>
                                        </p:tgtEl>
                                        <p:attrNameLst>
                                          <p:attrName>ppt_w</p:attrName>
                                        </p:attrNameLst>
                                      </p:cBhvr>
                                      <p:tavLst>
                                        <p:tav tm="0">
                                          <p:val>
                                            <p:strVal val="#ppt_w*0.70"/>
                                          </p:val>
                                        </p:tav>
                                        <p:tav tm="100000">
                                          <p:val>
                                            <p:strVal val="#ppt_w"/>
                                          </p:val>
                                        </p:tav>
                                      </p:tavLst>
                                    </p:anim>
                                    <p:anim calcmode="lin" valueType="num">
                                      <p:cBhvr>
                                        <p:cTn id="29" dur="1000" fill="hold"/>
                                        <p:tgtEl>
                                          <p:spTgt spid="27700"/>
                                        </p:tgtEl>
                                        <p:attrNameLst>
                                          <p:attrName>ppt_h</p:attrName>
                                        </p:attrNameLst>
                                      </p:cBhvr>
                                      <p:tavLst>
                                        <p:tav tm="0">
                                          <p:val>
                                            <p:strVal val="#ppt_h"/>
                                          </p:val>
                                        </p:tav>
                                        <p:tav tm="100000">
                                          <p:val>
                                            <p:strVal val="#ppt_h"/>
                                          </p:val>
                                        </p:tav>
                                      </p:tavLst>
                                    </p:anim>
                                    <p:animEffect transition="in" filter="fade">
                                      <p:cBhvr>
                                        <p:cTn id="30" dur="1000"/>
                                        <p:tgtEl>
                                          <p:spTgt spid="27700"/>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blinds(horizontal)">
                                      <p:cBhvr>
                                        <p:cTn id="35" dur="500"/>
                                        <p:tgtEl>
                                          <p:spTgt spid="2"/>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4" fill="hold" grpId="0" nodeType="clickEffect">
                                  <p:stCondLst>
                                    <p:cond delay="0"/>
                                  </p:stCondLst>
                                  <p:childTnLst>
                                    <p:set>
                                      <p:cBhvr>
                                        <p:cTn id="39" dur="1" fill="hold">
                                          <p:stCondLst>
                                            <p:cond delay="0"/>
                                          </p:stCondLst>
                                        </p:cTn>
                                        <p:tgtEl>
                                          <p:spTgt spid="27799"/>
                                        </p:tgtEl>
                                        <p:attrNameLst>
                                          <p:attrName>style.visibility</p:attrName>
                                        </p:attrNameLst>
                                      </p:cBhvr>
                                      <p:to>
                                        <p:strVal val="visible"/>
                                      </p:to>
                                    </p:set>
                                    <p:animEffect transition="in" filter="slide(fromBottom)">
                                      <p:cBhvr>
                                        <p:cTn id="40" dur="2000"/>
                                        <p:tgtEl>
                                          <p:spTgt spid="277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p:bldP spid="27700" grpId="0"/>
      <p:bldP spid="2779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Text Box 2"/>
          <p:cNvSpPr txBox="1"/>
          <p:nvPr/>
        </p:nvSpPr>
        <p:spPr>
          <a:xfrm>
            <a:off x="755650" y="549275"/>
            <a:ext cx="7416800" cy="519113"/>
          </a:xfrm>
          <a:prstGeom prst="rect">
            <a:avLst/>
          </a:prstGeom>
          <a:noFill/>
          <a:ln w="9525">
            <a:noFill/>
          </a:ln>
        </p:spPr>
        <p:txBody>
          <a:bodyPr>
            <a:spAutoFit/>
          </a:bodyPr>
          <a:p>
            <a:pPr marL="342900" indent="-342900">
              <a:buAutoNum type="circleNumDbPlain" startAt="2"/>
            </a:pPr>
            <a:r>
              <a:rPr lang="en-US" altLang="zh-CN" sz="2800" b="0" dirty="0">
                <a:latin typeface="楷体_GB2312" pitchFamily="49" charset="-122"/>
                <a:sym typeface="Symbol" panose="05050102010706020507" pitchFamily="18" charset="2"/>
              </a:rPr>
              <a:t></a:t>
            </a:r>
            <a:r>
              <a:rPr lang="zh-CN" altLang="en-US" sz="2800" b="0" dirty="0">
                <a:latin typeface="楷体_GB2312" pitchFamily="49" charset="-122"/>
                <a:sym typeface="Symbol" panose="05050102010706020507" pitchFamily="18" charset="2"/>
              </a:rPr>
              <a:t>形</a:t>
            </a:r>
            <a:r>
              <a:rPr lang="zh-CN" altLang="en-US" sz="2800" dirty="0">
                <a:latin typeface="楷体_GB2312" pitchFamily="49" charset="-122"/>
                <a:sym typeface="Symbol" panose="05050102010706020507" pitchFamily="18" charset="2"/>
              </a:rPr>
              <a:t>联</a:t>
            </a:r>
            <a:r>
              <a:rPr lang="zh-CN" altLang="en-US" sz="2800" dirty="0">
                <a:latin typeface="楷体_GB2312" pitchFamily="49" charset="-122"/>
              </a:rPr>
              <a:t>结电源始端末端要依次相连。</a:t>
            </a:r>
            <a:endParaRPr lang="zh-CN" altLang="en-US" sz="2800" dirty="0">
              <a:latin typeface="楷体_GB2312" pitchFamily="49" charset="-122"/>
            </a:endParaRPr>
          </a:p>
        </p:txBody>
      </p:sp>
      <p:sp>
        <p:nvSpPr>
          <p:cNvPr id="26627" name="Rectangle 3"/>
          <p:cNvSpPr/>
          <p:nvPr/>
        </p:nvSpPr>
        <p:spPr>
          <a:xfrm>
            <a:off x="755650" y="1484313"/>
            <a:ext cx="1655763" cy="519112"/>
          </a:xfrm>
          <a:prstGeom prst="rect">
            <a:avLst/>
          </a:prstGeom>
          <a:solidFill>
            <a:schemeClr val="hlink"/>
          </a:solidFill>
          <a:ln w="9525">
            <a:noFill/>
          </a:ln>
        </p:spPr>
        <p:txBody>
          <a:bodyPr>
            <a:spAutoFit/>
          </a:bodyPr>
          <a:p>
            <a:pPr algn="ctr"/>
            <a:r>
              <a:rPr lang="zh-CN" altLang="en-US" sz="2800" dirty="0">
                <a:latin typeface="Times New Roman" panose="02020603050405020304" pitchFamily="18" charset="0"/>
              </a:rPr>
              <a:t>正确接法</a:t>
            </a:r>
            <a:endParaRPr lang="zh-CN" altLang="en-US" sz="2800" dirty="0">
              <a:latin typeface="Times New Roman" panose="02020603050405020304" pitchFamily="18" charset="0"/>
            </a:endParaRPr>
          </a:p>
        </p:txBody>
      </p:sp>
      <p:sp>
        <p:nvSpPr>
          <p:cNvPr id="26628" name="Rectangle 4"/>
          <p:cNvSpPr/>
          <p:nvPr/>
        </p:nvSpPr>
        <p:spPr>
          <a:xfrm>
            <a:off x="755650" y="2781300"/>
            <a:ext cx="1655763" cy="519113"/>
          </a:xfrm>
          <a:prstGeom prst="rect">
            <a:avLst/>
          </a:prstGeom>
          <a:solidFill>
            <a:schemeClr val="hlink"/>
          </a:solidFill>
          <a:ln w="9525">
            <a:noFill/>
          </a:ln>
        </p:spPr>
        <p:txBody>
          <a:bodyPr>
            <a:spAutoFit/>
          </a:bodyPr>
          <a:p>
            <a:pPr algn="ctr"/>
            <a:r>
              <a:rPr lang="zh-CN" altLang="en-US" sz="2800" dirty="0">
                <a:latin typeface="Times New Roman" panose="02020603050405020304" pitchFamily="18" charset="0"/>
              </a:rPr>
              <a:t>错误接法</a:t>
            </a:r>
            <a:endParaRPr lang="zh-CN" altLang="en-US" sz="2800" dirty="0">
              <a:latin typeface="Times New Roman" panose="02020603050405020304" pitchFamily="18" charset="0"/>
            </a:endParaRPr>
          </a:p>
        </p:txBody>
      </p:sp>
      <p:sp>
        <p:nvSpPr>
          <p:cNvPr id="26629" name="Text Box 5"/>
          <p:cNvSpPr txBox="1"/>
          <p:nvPr/>
        </p:nvSpPr>
        <p:spPr>
          <a:xfrm>
            <a:off x="4787900" y="1700213"/>
            <a:ext cx="3816350" cy="1189037"/>
          </a:xfrm>
          <a:prstGeom prst="rect">
            <a:avLst/>
          </a:prstGeom>
          <a:noFill/>
          <a:ln w="9525">
            <a:noFill/>
          </a:ln>
        </p:spPr>
        <p:txBody>
          <a:bodyPr>
            <a:spAutoFit/>
          </a:bodyPr>
          <a:p>
            <a:pPr>
              <a:lnSpc>
                <a:spcPct val="120000"/>
              </a:lnSpc>
            </a:pPr>
            <a:r>
              <a:rPr lang="en-US" altLang="zh-CN" sz="2400" i="1" dirty="0">
                <a:latin typeface="Times New Roman" panose="02020603050405020304" pitchFamily="18" charset="0"/>
                <a:ea typeface="宋体" panose="02010600030101010101" pitchFamily="2" charset="-122"/>
              </a:rPr>
              <a:t>     </a:t>
            </a:r>
            <a:r>
              <a:rPr lang="en-US" altLang="zh-CN" b="0" i="1" dirty="0">
                <a:solidFill>
                  <a:schemeClr val="bg1"/>
                </a:solidFill>
                <a:latin typeface="Times New Roman" panose="02020603050405020304" pitchFamily="18" charset="0"/>
                <a:ea typeface="宋体" panose="02010600030101010101" pitchFamily="2" charset="-122"/>
              </a:rPr>
              <a:t>I </a:t>
            </a:r>
            <a:r>
              <a:rPr lang="en-US" altLang="zh-CN" b="0" dirty="0">
                <a:solidFill>
                  <a:schemeClr val="bg1"/>
                </a:solidFill>
                <a:latin typeface="Times New Roman" panose="02020603050405020304" pitchFamily="18" charset="0"/>
                <a:ea typeface="宋体" panose="02010600030101010101" pitchFamily="2" charset="-122"/>
              </a:rPr>
              <a:t>=0 </a:t>
            </a:r>
            <a:r>
              <a:rPr lang="en-US" altLang="zh-CN" sz="2400" dirty="0">
                <a:latin typeface="Times New Roman" panose="02020603050405020304" pitchFamily="18" charset="0"/>
                <a:ea typeface="宋体" panose="02010600030101010101" pitchFamily="2" charset="-122"/>
              </a:rPr>
              <a:t>   </a:t>
            </a:r>
            <a:endParaRPr lang="en-US" altLang="zh-CN" sz="2400" dirty="0">
              <a:latin typeface="Times New Roman" panose="02020603050405020304" pitchFamily="18" charset="0"/>
              <a:ea typeface="宋体" panose="02010600030101010101" pitchFamily="2" charset="-122"/>
            </a:endParaRPr>
          </a:p>
          <a:p>
            <a:pPr>
              <a:lnSpc>
                <a:spcPct val="120000"/>
              </a:lnSpc>
            </a:pPr>
            <a:r>
              <a:rPr lang="zh-CN" altLang="zh-CN" sz="2800" dirty="0">
                <a:latin typeface="楷体_GB2312" pitchFamily="49" charset="-122"/>
                <a:sym typeface="Symbol" panose="05050102010706020507" pitchFamily="18" charset="2"/>
              </a:rPr>
              <a:t>电源</a:t>
            </a:r>
            <a:r>
              <a:rPr lang="zh-CN" altLang="zh-CN" sz="2800" dirty="0">
                <a:latin typeface="楷体_GB2312" pitchFamily="49" charset="-122"/>
              </a:rPr>
              <a:t>中不会产生环流</a:t>
            </a:r>
            <a:endParaRPr lang="zh-CN" altLang="en-US" sz="2800" dirty="0">
              <a:latin typeface="楷体_GB2312" pitchFamily="49" charset="-122"/>
            </a:endParaRPr>
          </a:p>
        </p:txBody>
      </p:sp>
      <p:grpSp>
        <p:nvGrpSpPr>
          <p:cNvPr id="2" name="Group 7"/>
          <p:cNvGrpSpPr/>
          <p:nvPr/>
        </p:nvGrpSpPr>
        <p:grpSpPr>
          <a:xfrm>
            <a:off x="2687638" y="1196975"/>
            <a:ext cx="1693862" cy="2001838"/>
            <a:chOff x="1332" y="796"/>
            <a:chExt cx="1067" cy="1261"/>
          </a:xfrm>
        </p:grpSpPr>
        <p:graphicFrame>
          <p:nvGraphicFramePr>
            <p:cNvPr id="16394" name="Object 8"/>
            <p:cNvGraphicFramePr/>
            <p:nvPr/>
          </p:nvGraphicFramePr>
          <p:xfrm>
            <a:off x="2095" y="796"/>
            <a:ext cx="304" cy="398"/>
          </p:xfrm>
          <a:graphic>
            <a:graphicData uri="http://schemas.openxmlformats.org/presentationml/2006/ole">
              <mc:AlternateContent xmlns:mc="http://schemas.openxmlformats.org/markup-compatibility/2006">
                <mc:Choice xmlns:v="urn:schemas-microsoft-com:vml" Requires="v">
                  <p:oleObj spid="_x0000_s3163" name="" r:id="rId1" imgW="241300" imgH="317500" progId="Equation.3">
                    <p:embed/>
                  </p:oleObj>
                </mc:Choice>
                <mc:Fallback>
                  <p:oleObj name="" r:id="rId1" imgW="241300" imgH="317500" progId="Equation.3">
                    <p:embed/>
                    <p:pic>
                      <p:nvPicPr>
                        <p:cNvPr id="0" name="图片 3162"/>
                        <p:cNvPicPr/>
                        <p:nvPr/>
                      </p:nvPicPr>
                      <p:blipFill>
                        <a:blip r:embed="rId2">
                          <a:clrChange>
                            <a:clrFrom>
                              <a:srgbClr val="000000"/>
                            </a:clrFrom>
                            <a:clrTo>
                              <a:srgbClr val="FFFFFF"/>
                            </a:clrTo>
                          </a:clrChange>
                        </a:blip>
                        <a:stretch>
                          <a:fillRect/>
                        </a:stretch>
                      </p:blipFill>
                      <p:spPr>
                        <a:xfrm>
                          <a:off x="2095" y="796"/>
                          <a:ext cx="304" cy="398"/>
                        </a:xfrm>
                        <a:prstGeom prst="rect">
                          <a:avLst/>
                        </a:prstGeom>
                        <a:noFill/>
                        <a:ln w="38100">
                          <a:noFill/>
                          <a:miter/>
                        </a:ln>
                      </p:spPr>
                    </p:pic>
                  </p:oleObj>
                </mc:Fallback>
              </mc:AlternateContent>
            </a:graphicData>
          </a:graphic>
        </p:graphicFrame>
        <p:graphicFrame>
          <p:nvGraphicFramePr>
            <p:cNvPr id="16395" name="Object 9"/>
            <p:cNvGraphicFramePr/>
            <p:nvPr/>
          </p:nvGraphicFramePr>
          <p:xfrm>
            <a:off x="2025" y="1659"/>
            <a:ext cx="286" cy="398"/>
          </p:xfrm>
          <a:graphic>
            <a:graphicData uri="http://schemas.openxmlformats.org/presentationml/2006/ole">
              <mc:AlternateContent xmlns:mc="http://schemas.openxmlformats.org/markup-compatibility/2006">
                <mc:Choice xmlns:v="urn:schemas-microsoft-com:vml" Requires="v">
                  <p:oleObj spid="_x0000_s3170" name="" r:id="rId3" imgW="228600" imgH="317500" progId="Equation.3">
                    <p:embed/>
                  </p:oleObj>
                </mc:Choice>
                <mc:Fallback>
                  <p:oleObj name="" r:id="rId3" imgW="228600" imgH="317500" progId="Equation.3">
                    <p:embed/>
                    <p:pic>
                      <p:nvPicPr>
                        <p:cNvPr id="0" name="图片 3169"/>
                        <p:cNvPicPr/>
                        <p:nvPr/>
                      </p:nvPicPr>
                      <p:blipFill>
                        <a:blip r:embed="rId4">
                          <a:clrChange>
                            <a:clrFrom>
                              <a:srgbClr val="000000"/>
                            </a:clrFrom>
                            <a:clrTo>
                              <a:srgbClr val="FFFFFF"/>
                            </a:clrTo>
                          </a:clrChange>
                        </a:blip>
                        <a:stretch>
                          <a:fillRect/>
                        </a:stretch>
                      </p:blipFill>
                      <p:spPr>
                        <a:xfrm>
                          <a:off x="2025" y="1659"/>
                          <a:ext cx="286" cy="398"/>
                        </a:xfrm>
                        <a:prstGeom prst="rect">
                          <a:avLst/>
                        </a:prstGeom>
                        <a:noFill/>
                        <a:ln w="38100">
                          <a:noFill/>
                          <a:miter/>
                        </a:ln>
                      </p:spPr>
                    </p:pic>
                  </p:oleObj>
                </mc:Fallback>
              </mc:AlternateContent>
            </a:graphicData>
          </a:graphic>
        </p:graphicFrame>
        <p:graphicFrame>
          <p:nvGraphicFramePr>
            <p:cNvPr id="16396" name="Object 10"/>
            <p:cNvGraphicFramePr/>
            <p:nvPr/>
          </p:nvGraphicFramePr>
          <p:xfrm>
            <a:off x="1332" y="1106"/>
            <a:ext cx="286" cy="398"/>
          </p:xfrm>
          <a:graphic>
            <a:graphicData uri="http://schemas.openxmlformats.org/presentationml/2006/ole">
              <mc:AlternateContent xmlns:mc="http://schemas.openxmlformats.org/markup-compatibility/2006">
                <mc:Choice xmlns:v="urn:schemas-microsoft-com:vml" Requires="v">
                  <p:oleObj spid="_x0000_s3172" name="" r:id="rId5" imgW="228600" imgH="317500" progId="Equation.3">
                    <p:embed/>
                  </p:oleObj>
                </mc:Choice>
                <mc:Fallback>
                  <p:oleObj name="" r:id="rId5" imgW="228600" imgH="317500" progId="Equation.3">
                    <p:embed/>
                    <p:pic>
                      <p:nvPicPr>
                        <p:cNvPr id="0" name="图片 3171"/>
                        <p:cNvPicPr/>
                        <p:nvPr/>
                      </p:nvPicPr>
                      <p:blipFill>
                        <a:blip r:embed="rId6">
                          <a:clrChange>
                            <a:clrFrom>
                              <a:srgbClr val="000000"/>
                            </a:clrFrom>
                            <a:clrTo>
                              <a:srgbClr val="FFFFFF"/>
                            </a:clrTo>
                          </a:clrChange>
                        </a:blip>
                        <a:stretch>
                          <a:fillRect/>
                        </a:stretch>
                      </p:blipFill>
                      <p:spPr>
                        <a:xfrm>
                          <a:off x="1332" y="1106"/>
                          <a:ext cx="286" cy="398"/>
                        </a:xfrm>
                        <a:prstGeom prst="rect">
                          <a:avLst/>
                        </a:prstGeom>
                        <a:noFill/>
                        <a:ln w="38100">
                          <a:noFill/>
                          <a:miter/>
                        </a:ln>
                      </p:spPr>
                    </p:pic>
                  </p:oleObj>
                </mc:Fallback>
              </mc:AlternateContent>
            </a:graphicData>
          </a:graphic>
        </p:graphicFrame>
        <p:sp>
          <p:nvSpPr>
            <p:cNvPr id="16420" name="Line 11"/>
            <p:cNvSpPr/>
            <p:nvPr/>
          </p:nvSpPr>
          <p:spPr>
            <a:xfrm>
              <a:off x="1530" y="1168"/>
              <a:ext cx="848" cy="0"/>
            </a:xfrm>
            <a:prstGeom prst="line">
              <a:avLst/>
            </a:prstGeom>
            <a:ln w="28575" cap="flat" cmpd="sng">
              <a:solidFill>
                <a:srgbClr val="FFCC00"/>
              </a:solidFill>
              <a:prstDash val="solid"/>
              <a:headEnd type="none" w="med" len="med"/>
              <a:tailEnd type="stealth" w="sm" len="med"/>
            </a:ln>
          </p:spPr>
        </p:sp>
        <p:sp>
          <p:nvSpPr>
            <p:cNvPr id="16421" name="Line 12"/>
            <p:cNvSpPr/>
            <p:nvPr/>
          </p:nvSpPr>
          <p:spPr>
            <a:xfrm rot="-7200000">
              <a:off x="1293" y="1535"/>
              <a:ext cx="864" cy="0"/>
            </a:xfrm>
            <a:prstGeom prst="line">
              <a:avLst/>
            </a:prstGeom>
            <a:ln w="28575" cap="flat" cmpd="sng">
              <a:solidFill>
                <a:srgbClr val="FFCC00"/>
              </a:solidFill>
              <a:prstDash val="solid"/>
              <a:headEnd type="none" w="med" len="med"/>
              <a:tailEnd type="stealth" w="sm" len="med"/>
            </a:ln>
          </p:spPr>
        </p:sp>
        <p:sp>
          <p:nvSpPr>
            <p:cNvPr id="16422" name="Line 13"/>
            <p:cNvSpPr/>
            <p:nvPr/>
          </p:nvSpPr>
          <p:spPr>
            <a:xfrm rot="7200000">
              <a:off x="1716" y="1547"/>
              <a:ext cx="864" cy="0"/>
            </a:xfrm>
            <a:prstGeom prst="line">
              <a:avLst/>
            </a:prstGeom>
            <a:ln w="28575" cap="flat" cmpd="sng">
              <a:solidFill>
                <a:srgbClr val="FFCC00"/>
              </a:solidFill>
              <a:prstDash val="solid"/>
              <a:headEnd type="none" w="med" len="med"/>
              <a:tailEnd type="stealth" w="sm" len="med"/>
            </a:ln>
          </p:spPr>
        </p:sp>
        <p:sp>
          <p:nvSpPr>
            <p:cNvPr id="16423" name="Arc 14"/>
            <p:cNvSpPr>
              <a:spLocks noChangeAspect="1"/>
            </p:cNvSpPr>
            <p:nvPr/>
          </p:nvSpPr>
          <p:spPr>
            <a:xfrm>
              <a:off x="1761" y="1258"/>
              <a:ext cx="357" cy="367"/>
            </a:xfrm>
            <a:custGeom>
              <a:avLst/>
              <a:gdLst>
                <a:gd name="txL" fmla="*/ 0 w 43200"/>
                <a:gd name="txT" fmla="*/ 0 h 43200"/>
                <a:gd name="txR" fmla="*/ 43200 w 43200"/>
                <a:gd name="txB" fmla="*/ 43200 h 43200"/>
              </a:gdLst>
              <a:ahLst/>
              <a:cxnLst>
                <a:cxn ang="0">
                  <a:pos x="1" y="0"/>
                </a:cxn>
                <a:cxn ang="0">
                  <a:pos x="1" y="0"/>
                </a:cxn>
                <a:cxn ang="0">
                  <a:pos x="1" y="2"/>
                </a:cxn>
              </a:cxnLst>
              <a:rect l="txL" t="txT" r="txR" b="txB"/>
              <a:pathLst>
                <a:path w="43200" h="43200" fill="none">
                  <a:moveTo>
                    <a:pt x="21599" y="0"/>
                  </a:moveTo>
                  <a:cubicBezTo>
                    <a:pt x="33529" y="0"/>
                    <a:pt x="43200" y="9670"/>
                    <a:pt x="43200" y="21600"/>
                  </a:cubicBezTo>
                  <a:cubicBezTo>
                    <a:pt x="43200" y="33529"/>
                    <a:pt x="33529" y="43200"/>
                    <a:pt x="21600" y="43200"/>
                  </a:cubicBezTo>
                  <a:cubicBezTo>
                    <a:pt x="9670" y="43200"/>
                    <a:pt x="0" y="33529"/>
                    <a:pt x="0" y="21600"/>
                  </a:cubicBezTo>
                  <a:cubicBezTo>
                    <a:pt x="-1" y="14701"/>
                    <a:pt x="3294" y="8218"/>
                    <a:pt x="8867" y="4152"/>
                  </a:cubicBezTo>
                </a:path>
                <a:path w="43200" h="43200" stroke="0">
                  <a:moveTo>
                    <a:pt x="21599" y="0"/>
                  </a:moveTo>
                  <a:cubicBezTo>
                    <a:pt x="33529" y="0"/>
                    <a:pt x="43200" y="9670"/>
                    <a:pt x="43200" y="21600"/>
                  </a:cubicBezTo>
                  <a:cubicBezTo>
                    <a:pt x="43200" y="33529"/>
                    <a:pt x="33529" y="43200"/>
                    <a:pt x="21600" y="43200"/>
                  </a:cubicBezTo>
                  <a:cubicBezTo>
                    <a:pt x="9670" y="43200"/>
                    <a:pt x="0" y="33529"/>
                    <a:pt x="0" y="21600"/>
                  </a:cubicBezTo>
                  <a:cubicBezTo>
                    <a:pt x="-1" y="14701"/>
                    <a:pt x="3294" y="8218"/>
                    <a:pt x="8867" y="4152"/>
                  </a:cubicBezTo>
                  <a:lnTo>
                    <a:pt x="21600" y="21600"/>
                  </a:lnTo>
                  <a:close/>
                </a:path>
              </a:pathLst>
            </a:custGeom>
            <a:noFill/>
            <a:ln w="28575" cap="flat" cmpd="sng">
              <a:solidFill>
                <a:srgbClr val="FF3300"/>
              </a:solidFill>
              <a:prstDash val="solid"/>
              <a:round/>
              <a:headEnd type="none" w="med" len="med"/>
              <a:tailEnd type="triangle" w="med" len="med"/>
            </a:ln>
          </p:spPr>
          <p:txBody>
            <a:bodyPr wrap="none" anchor="ctr" anchorCtr="0"/>
            <a:p>
              <a:endParaRPr lang="zh-CN" altLang="en-US" dirty="0">
                <a:latin typeface="Arial" panose="020B0604020202020204" pitchFamily="34" charset="0"/>
              </a:endParaRPr>
            </a:p>
          </p:txBody>
        </p:sp>
        <p:graphicFrame>
          <p:nvGraphicFramePr>
            <p:cNvPr id="16397" name="Object 15"/>
            <p:cNvGraphicFramePr/>
            <p:nvPr/>
          </p:nvGraphicFramePr>
          <p:xfrm>
            <a:off x="1853" y="1214"/>
            <a:ext cx="158" cy="350"/>
          </p:xfrm>
          <a:graphic>
            <a:graphicData uri="http://schemas.openxmlformats.org/presentationml/2006/ole">
              <mc:AlternateContent xmlns:mc="http://schemas.openxmlformats.org/markup-compatibility/2006">
                <mc:Choice xmlns:v="urn:schemas-microsoft-com:vml" Requires="v">
                  <p:oleObj spid="_x0000_s3174" name="" r:id="rId7" imgW="127000" imgH="278765" progId="Equation.3">
                    <p:embed/>
                  </p:oleObj>
                </mc:Choice>
                <mc:Fallback>
                  <p:oleObj name="" r:id="rId7" imgW="127000" imgH="278765" progId="Equation.3">
                    <p:embed/>
                    <p:pic>
                      <p:nvPicPr>
                        <p:cNvPr id="0" name="图片 3173"/>
                        <p:cNvPicPr/>
                        <p:nvPr/>
                      </p:nvPicPr>
                      <p:blipFill>
                        <a:blip r:embed="rId8">
                          <a:clrChange>
                            <a:clrFrom>
                              <a:srgbClr val="000000"/>
                            </a:clrFrom>
                            <a:clrTo>
                              <a:srgbClr val="FFFFFF"/>
                            </a:clrTo>
                          </a:clrChange>
                        </a:blip>
                        <a:stretch>
                          <a:fillRect/>
                        </a:stretch>
                      </p:blipFill>
                      <p:spPr>
                        <a:xfrm>
                          <a:off x="1853" y="1214"/>
                          <a:ext cx="158" cy="350"/>
                        </a:xfrm>
                        <a:prstGeom prst="rect">
                          <a:avLst/>
                        </a:prstGeom>
                        <a:noFill/>
                        <a:ln w="38100">
                          <a:noFill/>
                          <a:miter/>
                        </a:ln>
                      </p:spPr>
                    </p:pic>
                  </p:oleObj>
                </mc:Fallback>
              </mc:AlternateContent>
            </a:graphicData>
          </a:graphic>
        </p:graphicFrame>
      </p:grpSp>
      <p:graphicFrame>
        <p:nvGraphicFramePr>
          <p:cNvPr id="26640" name="Object 16"/>
          <p:cNvGraphicFramePr/>
          <p:nvPr/>
        </p:nvGraphicFramePr>
        <p:xfrm>
          <a:off x="5148263" y="1125538"/>
          <a:ext cx="2384425" cy="630237"/>
        </p:xfrm>
        <a:graphic>
          <a:graphicData uri="http://schemas.openxmlformats.org/presentationml/2006/ole">
            <mc:AlternateContent xmlns:mc="http://schemas.openxmlformats.org/markup-compatibility/2006">
              <mc:Choice xmlns:v="urn:schemas-microsoft-com:vml" Requires="v">
                <p:oleObj spid="_x0000_s3166" name="" r:id="rId9" imgW="1192530" imgH="317500" progId="Equation.3">
                  <p:embed/>
                </p:oleObj>
              </mc:Choice>
              <mc:Fallback>
                <p:oleObj name="" r:id="rId9" imgW="1192530" imgH="317500" progId="Equation.3">
                  <p:embed/>
                  <p:pic>
                    <p:nvPicPr>
                      <p:cNvPr id="0" name="图片 3165"/>
                      <p:cNvPicPr/>
                      <p:nvPr/>
                    </p:nvPicPr>
                    <p:blipFill>
                      <a:blip r:embed="rId10">
                        <a:clrChange>
                          <a:clrFrom>
                            <a:srgbClr val="000000"/>
                          </a:clrFrom>
                          <a:clrTo>
                            <a:srgbClr val="FFFFFF"/>
                          </a:clrTo>
                        </a:clrChange>
                      </a:blip>
                      <a:stretch>
                        <a:fillRect/>
                      </a:stretch>
                    </p:blipFill>
                    <p:spPr>
                      <a:xfrm>
                        <a:off x="5148263" y="1125538"/>
                        <a:ext cx="2384425" cy="630237"/>
                      </a:xfrm>
                      <a:prstGeom prst="rect">
                        <a:avLst/>
                      </a:prstGeom>
                      <a:noFill/>
                      <a:ln w="38100">
                        <a:noFill/>
                        <a:miter/>
                      </a:ln>
                    </p:spPr>
                  </p:pic>
                </p:oleObj>
              </mc:Fallback>
            </mc:AlternateContent>
          </a:graphicData>
        </a:graphic>
      </p:graphicFrame>
      <p:graphicFrame>
        <p:nvGraphicFramePr>
          <p:cNvPr id="26641" name="Object 17"/>
          <p:cNvGraphicFramePr/>
          <p:nvPr/>
        </p:nvGraphicFramePr>
        <p:xfrm>
          <a:off x="1042988" y="3573463"/>
          <a:ext cx="2967037" cy="630237"/>
        </p:xfrm>
        <a:graphic>
          <a:graphicData uri="http://schemas.openxmlformats.org/presentationml/2006/ole">
            <mc:AlternateContent xmlns:mc="http://schemas.openxmlformats.org/markup-compatibility/2006">
              <mc:Choice xmlns:v="urn:schemas-microsoft-com:vml" Requires="v">
                <p:oleObj spid="_x0000_s3167" name="" r:id="rId11" imgW="1484630" imgH="317500" progId="Equation.3">
                  <p:embed/>
                </p:oleObj>
              </mc:Choice>
              <mc:Fallback>
                <p:oleObj name="" r:id="rId11" imgW="1484630" imgH="317500" progId="Equation.3">
                  <p:embed/>
                  <p:pic>
                    <p:nvPicPr>
                      <p:cNvPr id="0" name="图片 3166"/>
                      <p:cNvPicPr/>
                      <p:nvPr/>
                    </p:nvPicPr>
                    <p:blipFill>
                      <a:blip r:embed="rId12">
                        <a:clrChange>
                          <a:clrFrom>
                            <a:srgbClr val="000000"/>
                          </a:clrFrom>
                          <a:clrTo>
                            <a:srgbClr val="FFFFFF"/>
                          </a:clrTo>
                        </a:clrChange>
                      </a:blip>
                      <a:stretch>
                        <a:fillRect/>
                      </a:stretch>
                    </p:blipFill>
                    <p:spPr>
                      <a:xfrm>
                        <a:off x="1042988" y="3573463"/>
                        <a:ext cx="2967037" cy="630237"/>
                      </a:xfrm>
                      <a:prstGeom prst="rect">
                        <a:avLst/>
                      </a:prstGeom>
                      <a:noFill/>
                      <a:ln w="38100">
                        <a:noFill/>
                        <a:miter/>
                      </a:ln>
                    </p:spPr>
                  </p:pic>
                </p:oleObj>
              </mc:Fallback>
            </mc:AlternateContent>
          </a:graphicData>
        </a:graphic>
      </p:graphicFrame>
      <p:grpSp>
        <p:nvGrpSpPr>
          <p:cNvPr id="3" name="Group 18"/>
          <p:cNvGrpSpPr/>
          <p:nvPr/>
        </p:nvGrpSpPr>
        <p:grpSpPr>
          <a:xfrm>
            <a:off x="5435600" y="3141663"/>
            <a:ext cx="2379663" cy="3127375"/>
            <a:chOff x="1002" y="2260"/>
            <a:chExt cx="1499" cy="1970"/>
          </a:xfrm>
        </p:grpSpPr>
        <p:graphicFrame>
          <p:nvGraphicFramePr>
            <p:cNvPr id="16388" name="Object 19"/>
            <p:cNvGraphicFramePr/>
            <p:nvPr/>
          </p:nvGraphicFramePr>
          <p:xfrm>
            <a:off x="1813" y="2260"/>
            <a:ext cx="304" cy="398"/>
          </p:xfrm>
          <a:graphic>
            <a:graphicData uri="http://schemas.openxmlformats.org/presentationml/2006/ole">
              <mc:AlternateContent xmlns:mc="http://schemas.openxmlformats.org/markup-compatibility/2006">
                <mc:Choice xmlns:v="urn:schemas-microsoft-com:vml" Requires="v">
                  <p:oleObj spid="_x0000_s3175" name="" r:id="rId13" imgW="241300" imgH="317500" progId="Equation.3">
                    <p:embed/>
                  </p:oleObj>
                </mc:Choice>
                <mc:Fallback>
                  <p:oleObj name="" r:id="rId13" imgW="241300" imgH="317500" progId="Equation.3">
                    <p:embed/>
                    <p:pic>
                      <p:nvPicPr>
                        <p:cNvPr id="0" name="图片 3174"/>
                        <p:cNvPicPr/>
                        <p:nvPr/>
                      </p:nvPicPr>
                      <p:blipFill>
                        <a:blip r:embed="rId14">
                          <a:clrChange>
                            <a:clrFrom>
                              <a:srgbClr val="000000"/>
                            </a:clrFrom>
                            <a:clrTo>
                              <a:srgbClr val="FFFFFF"/>
                            </a:clrTo>
                          </a:clrChange>
                        </a:blip>
                        <a:stretch>
                          <a:fillRect/>
                        </a:stretch>
                      </p:blipFill>
                      <p:spPr>
                        <a:xfrm>
                          <a:off x="1813" y="2260"/>
                          <a:ext cx="304" cy="398"/>
                        </a:xfrm>
                        <a:prstGeom prst="rect">
                          <a:avLst/>
                        </a:prstGeom>
                        <a:noFill/>
                        <a:ln w="38100">
                          <a:noFill/>
                          <a:miter/>
                        </a:ln>
                      </p:spPr>
                    </p:pic>
                  </p:oleObj>
                </mc:Fallback>
              </mc:AlternateContent>
            </a:graphicData>
          </a:graphic>
        </p:graphicFrame>
        <p:graphicFrame>
          <p:nvGraphicFramePr>
            <p:cNvPr id="16389" name="Object 20"/>
            <p:cNvGraphicFramePr/>
            <p:nvPr/>
          </p:nvGraphicFramePr>
          <p:xfrm>
            <a:off x="1744" y="3123"/>
            <a:ext cx="285" cy="398"/>
          </p:xfrm>
          <a:graphic>
            <a:graphicData uri="http://schemas.openxmlformats.org/presentationml/2006/ole">
              <mc:AlternateContent xmlns:mc="http://schemas.openxmlformats.org/markup-compatibility/2006">
                <mc:Choice xmlns:v="urn:schemas-microsoft-com:vml" Requires="v">
                  <p:oleObj spid="_x0000_s3169" name="" r:id="rId15" imgW="228600" imgH="317500" progId="Equation.3">
                    <p:embed/>
                  </p:oleObj>
                </mc:Choice>
                <mc:Fallback>
                  <p:oleObj name="" r:id="rId15" imgW="228600" imgH="317500" progId="Equation.3">
                    <p:embed/>
                    <p:pic>
                      <p:nvPicPr>
                        <p:cNvPr id="0" name="图片 3168"/>
                        <p:cNvPicPr/>
                        <p:nvPr/>
                      </p:nvPicPr>
                      <p:blipFill>
                        <a:blip r:embed="rId16">
                          <a:clrChange>
                            <a:clrFrom>
                              <a:srgbClr val="000000"/>
                            </a:clrFrom>
                            <a:clrTo>
                              <a:srgbClr val="FFFFFF"/>
                            </a:clrTo>
                          </a:clrChange>
                        </a:blip>
                        <a:stretch>
                          <a:fillRect/>
                        </a:stretch>
                      </p:blipFill>
                      <p:spPr>
                        <a:xfrm>
                          <a:off x="1744" y="3123"/>
                          <a:ext cx="285" cy="398"/>
                        </a:xfrm>
                        <a:prstGeom prst="rect">
                          <a:avLst/>
                        </a:prstGeom>
                        <a:noFill/>
                        <a:ln w="38100">
                          <a:noFill/>
                          <a:miter/>
                        </a:ln>
                      </p:spPr>
                    </p:pic>
                  </p:oleObj>
                </mc:Fallback>
              </mc:AlternateContent>
            </a:graphicData>
          </a:graphic>
        </p:graphicFrame>
        <p:graphicFrame>
          <p:nvGraphicFramePr>
            <p:cNvPr id="16390" name="Object 21"/>
            <p:cNvGraphicFramePr/>
            <p:nvPr/>
          </p:nvGraphicFramePr>
          <p:xfrm>
            <a:off x="1002" y="2260"/>
            <a:ext cx="286" cy="398"/>
          </p:xfrm>
          <a:graphic>
            <a:graphicData uri="http://schemas.openxmlformats.org/presentationml/2006/ole">
              <mc:AlternateContent xmlns:mc="http://schemas.openxmlformats.org/markup-compatibility/2006">
                <mc:Choice xmlns:v="urn:schemas-microsoft-com:vml" Requires="v">
                  <p:oleObj spid="_x0000_s3176" name="" r:id="rId17" imgW="228600" imgH="317500" progId="Equation.3">
                    <p:embed/>
                  </p:oleObj>
                </mc:Choice>
                <mc:Fallback>
                  <p:oleObj name="" r:id="rId17" imgW="228600" imgH="317500" progId="Equation.3">
                    <p:embed/>
                    <p:pic>
                      <p:nvPicPr>
                        <p:cNvPr id="0" name="图片 3175"/>
                        <p:cNvPicPr/>
                        <p:nvPr/>
                      </p:nvPicPr>
                      <p:blipFill>
                        <a:blip r:embed="rId18">
                          <a:clrChange>
                            <a:clrFrom>
                              <a:srgbClr val="000000"/>
                            </a:clrFrom>
                            <a:clrTo>
                              <a:srgbClr val="FFFFFF"/>
                            </a:clrTo>
                          </a:clrChange>
                        </a:blip>
                        <a:stretch>
                          <a:fillRect/>
                        </a:stretch>
                      </p:blipFill>
                      <p:spPr>
                        <a:xfrm>
                          <a:off x="1002" y="2260"/>
                          <a:ext cx="286" cy="398"/>
                        </a:xfrm>
                        <a:prstGeom prst="rect">
                          <a:avLst/>
                        </a:prstGeom>
                        <a:noFill/>
                        <a:ln w="38100">
                          <a:noFill/>
                          <a:miter/>
                        </a:ln>
                      </p:spPr>
                    </p:pic>
                  </p:oleObj>
                </mc:Fallback>
              </mc:AlternateContent>
            </a:graphicData>
          </a:graphic>
        </p:graphicFrame>
        <p:sp>
          <p:nvSpPr>
            <p:cNvPr id="16414" name="Line 22"/>
            <p:cNvSpPr/>
            <p:nvPr/>
          </p:nvSpPr>
          <p:spPr>
            <a:xfrm>
              <a:off x="1248" y="2632"/>
              <a:ext cx="848" cy="0"/>
            </a:xfrm>
            <a:prstGeom prst="line">
              <a:avLst/>
            </a:prstGeom>
            <a:ln w="28575" cap="flat" cmpd="sng">
              <a:solidFill>
                <a:srgbClr val="FFCC00"/>
              </a:solidFill>
              <a:prstDash val="solid"/>
              <a:headEnd type="none" w="med" len="med"/>
              <a:tailEnd type="triangle" w="med" len="med"/>
            </a:ln>
          </p:spPr>
        </p:sp>
        <p:sp>
          <p:nvSpPr>
            <p:cNvPr id="16415" name="Line 23"/>
            <p:cNvSpPr/>
            <p:nvPr/>
          </p:nvSpPr>
          <p:spPr>
            <a:xfrm rot="-7200000">
              <a:off x="1011" y="2999"/>
              <a:ext cx="864" cy="0"/>
            </a:xfrm>
            <a:prstGeom prst="line">
              <a:avLst/>
            </a:prstGeom>
            <a:ln w="38100" cap="flat" cmpd="sng">
              <a:solidFill>
                <a:srgbClr val="FFFF00"/>
              </a:solidFill>
              <a:prstDash val="dash"/>
              <a:headEnd type="triangle" w="lg" len="lg"/>
              <a:tailEnd type="none" w="med" len="med"/>
            </a:ln>
          </p:spPr>
        </p:sp>
        <p:sp>
          <p:nvSpPr>
            <p:cNvPr id="16416" name="Line 24"/>
            <p:cNvSpPr/>
            <p:nvPr/>
          </p:nvSpPr>
          <p:spPr>
            <a:xfrm rot="7200000">
              <a:off x="1434" y="3011"/>
              <a:ext cx="864" cy="0"/>
            </a:xfrm>
            <a:prstGeom prst="line">
              <a:avLst/>
            </a:prstGeom>
            <a:ln w="28575" cap="flat" cmpd="sng">
              <a:solidFill>
                <a:srgbClr val="FFCC00"/>
              </a:solidFill>
              <a:prstDash val="solid"/>
              <a:headEnd type="none" w="med" len="med"/>
              <a:tailEnd type="triangle" w="med" len="med"/>
            </a:ln>
          </p:spPr>
        </p:sp>
        <p:sp>
          <p:nvSpPr>
            <p:cNvPr id="16417" name="Arc 25"/>
            <p:cNvSpPr>
              <a:spLocks noChangeAspect="1"/>
            </p:cNvSpPr>
            <p:nvPr/>
          </p:nvSpPr>
          <p:spPr>
            <a:xfrm>
              <a:off x="1575" y="2686"/>
              <a:ext cx="284" cy="292"/>
            </a:xfrm>
            <a:custGeom>
              <a:avLst/>
              <a:gdLst>
                <a:gd name="txL" fmla="*/ 0 w 43200"/>
                <a:gd name="txT" fmla="*/ 0 h 43200"/>
                <a:gd name="txR" fmla="*/ 43200 w 43200"/>
                <a:gd name="txB" fmla="*/ 43200 h 43200"/>
              </a:gdLst>
              <a:ahLst/>
              <a:cxnLst>
                <a:cxn ang="0">
                  <a:pos x="1" y="0"/>
                </a:cxn>
                <a:cxn ang="0">
                  <a:pos x="0" y="0"/>
                </a:cxn>
                <a:cxn ang="0">
                  <a:pos x="1" y="1"/>
                </a:cxn>
              </a:cxnLst>
              <a:rect l="txL" t="txT" r="txR" b="txB"/>
              <a:pathLst>
                <a:path w="43200" h="43200" fill="none">
                  <a:moveTo>
                    <a:pt x="21599" y="0"/>
                  </a:moveTo>
                  <a:cubicBezTo>
                    <a:pt x="33529" y="0"/>
                    <a:pt x="43200" y="9670"/>
                    <a:pt x="43200" y="21600"/>
                  </a:cubicBezTo>
                  <a:cubicBezTo>
                    <a:pt x="43200" y="33529"/>
                    <a:pt x="33529" y="43200"/>
                    <a:pt x="21600" y="43200"/>
                  </a:cubicBezTo>
                  <a:cubicBezTo>
                    <a:pt x="9670" y="43200"/>
                    <a:pt x="0" y="33529"/>
                    <a:pt x="0" y="21600"/>
                  </a:cubicBezTo>
                  <a:cubicBezTo>
                    <a:pt x="-1" y="14701"/>
                    <a:pt x="3294" y="8218"/>
                    <a:pt x="8867" y="4152"/>
                  </a:cubicBezTo>
                </a:path>
                <a:path w="43200" h="43200" stroke="0">
                  <a:moveTo>
                    <a:pt x="21599" y="0"/>
                  </a:moveTo>
                  <a:cubicBezTo>
                    <a:pt x="33529" y="0"/>
                    <a:pt x="43200" y="9670"/>
                    <a:pt x="43200" y="21600"/>
                  </a:cubicBezTo>
                  <a:cubicBezTo>
                    <a:pt x="43200" y="33529"/>
                    <a:pt x="33529" y="43200"/>
                    <a:pt x="21600" y="43200"/>
                  </a:cubicBezTo>
                  <a:cubicBezTo>
                    <a:pt x="9670" y="43200"/>
                    <a:pt x="0" y="33529"/>
                    <a:pt x="0" y="21600"/>
                  </a:cubicBezTo>
                  <a:cubicBezTo>
                    <a:pt x="-1" y="14701"/>
                    <a:pt x="3294" y="8218"/>
                    <a:pt x="8867" y="4152"/>
                  </a:cubicBezTo>
                  <a:lnTo>
                    <a:pt x="21600" y="21600"/>
                  </a:lnTo>
                  <a:close/>
                </a:path>
              </a:pathLst>
            </a:custGeom>
            <a:noFill/>
            <a:ln w="28575" cap="flat" cmpd="sng">
              <a:solidFill>
                <a:srgbClr val="FF3300"/>
              </a:solidFill>
              <a:prstDash val="solid"/>
              <a:round/>
              <a:headEnd type="none" w="med" len="med"/>
              <a:tailEnd type="triangle" w="med" len="med"/>
            </a:ln>
          </p:spPr>
          <p:txBody>
            <a:bodyPr wrap="none" anchor="ctr" anchorCtr="0"/>
            <a:p>
              <a:endParaRPr lang="zh-CN" altLang="en-US" dirty="0">
                <a:latin typeface="Arial" panose="020B0604020202020204" pitchFamily="34" charset="0"/>
              </a:endParaRPr>
            </a:p>
          </p:txBody>
        </p:sp>
        <p:graphicFrame>
          <p:nvGraphicFramePr>
            <p:cNvPr id="16391" name="Object 26"/>
            <p:cNvGraphicFramePr/>
            <p:nvPr/>
          </p:nvGraphicFramePr>
          <p:xfrm>
            <a:off x="1625" y="2624"/>
            <a:ext cx="158" cy="350"/>
          </p:xfrm>
          <a:graphic>
            <a:graphicData uri="http://schemas.openxmlformats.org/presentationml/2006/ole">
              <mc:AlternateContent xmlns:mc="http://schemas.openxmlformats.org/markup-compatibility/2006">
                <mc:Choice xmlns:v="urn:schemas-microsoft-com:vml" Requires="v">
                  <p:oleObj spid="_x0000_s3171" name="" r:id="rId19" imgW="127000" imgH="278765" progId="Equation.3">
                    <p:embed/>
                  </p:oleObj>
                </mc:Choice>
                <mc:Fallback>
                  <p:oleObj name="" r:id="rId19" imgW="127000" imgH="278765" progId="Equation.3">
                    <p:embed/>
                    <p:pic>
                      <p:nvPicPr>
                        <p:cNvPr id="0" name="图片 3170"/>
                        <p:cNvPicPr/>
                        <p:nvPr/>
                      </p:nvPicPr>
                      <p:blipFill>
                        <a:blip r:embed="rId20">
                          <a:clrChange>
                            <a:clrFrom>
                              <a:srgbClr val="000000"/>
                            </a:clrFrom>
                            <a:clrTo>
                              <a:srgbClr val="FF3300"/>
                            </a:clrTo>
                          </a:clrChange>
                        </a:blip>
                        <a:stretch>
                          <a:fillRect/>
                        </a:stretch>
                      </p:blipFill>
                      <p:spPr>
                        <a:xfrm>
                          <a:off x="1625" y="2624"/>
                          <a:ext cx="158" cy="350"/>
                        </a:xfrm>
                        <a:prstGeom prst="rect">
                          <a:avLst/>
                        </a:prstGeom>
                        <a:noFill/>
                        <a:ln w="38100">
                          <a:noFill/>
                          <a:miter/>
                        </a:ln>
                      </p:spPr>
                    </p:pic>
                  </p:oleObj>
                </mc:Fallback>
              </mc:AlternateContent>
            </a:graphicData>
          </a:graphic>
        </p:graphicFrame>
        <p:sp>
          <p:nvSpPr>
            <p:cNvPr id="16418" name="Line 27"/>
            <p:cNvSpPr/>
            <p:nvPr/>
          </p:nvSpPr>
          <p:spPr>
            <a:xfrm rot="-7200000" flipH="1">
              <a:off x="1428" y="3731"/>
              <a:ext cx="864" cy="0"/>
            </a:xfrm>
            <a:prstGeom prst="line">
              <a:avLst/>
            </a:prstGeom>
            <a:ln w="19050" cap="flat" cmpd="sng">
              <a:solidFill>
                <a:schemeClr val="accent2"/>
              </a:solidFill>
              <a:prstDash val="solid"/>
              <a:headEnd type="none" w="med" len="med"/>
              <a:tailEnd type="stealth" w="sm" len="med"/>
            </a:ln>
          </p:spPr>
        </p:sp>
        <p:sp>
          <p:nvSpPr>
            <p:cNvPr id="16419" name="Line 28"/>
            <p:cNvSpPr/>
            <p:nvPr/>
          </p:nvSpPr>
          <p:spPr>
            <a:xfrm rot="-7200000" flipH="1">
              <a:off x="776" y="3380"/>
              <a:ext cx="1700" cy="0"/>
            </a:xfrm>
            <a:prstGeom prst="line">
              <a:avLst/>
            </a:prstGeom>
            <a:ln w="28575" cap="flat" cmpd="sng">
              <a:solidFill>
                <a:srgbClr val="00FFFF"/>
              </a:solidFill>
              <a:prstDash val="solid"/>
              <a:headEnd type="none" w="med" len="med"/>
              <a:tailEnd type="triangle" w="med" len="med"/>
            </a:ln>
          </p:spPr>
        </p:sp>
        <p:graphicFrame>
          <p:nvGraphicFramePr>
            <p:cNvPr id="16392" name="Object 29"/>
            <p:cNvGraphicFramePr/>
            <p:nvPr/>
          </p:nvGraphicFramePr>
          <p:xfrm>
            <a:off x="2005" y="3692"/>
            <a:ext cx="496" cy="398"/>
          </p:xfrm>
          <a:graphic>
            <a:graphicData uri="http://schemas.openxmlformats.org/presentationml/2006/ole">
              <mc:AlternateContent xmlns:mc="http://schemas.openxmlformats.org/markup-compatibility/2006">
                <mc:Choice xmlns:v="urn:schemas-microsoft-com:vml" Requires="v">
                  <p:oleObj spid="_x0000_s3168" name="" r:id="rId21" imgW="393065" imgH="317500" progId="Equation.3">
                    <p:embed/>
                  </p:oleObj>
                </mc:Choice>
                <mc:Fallback>
                  <p:oleObj name="" r:id="rId21" imgW="393065" imgH="317500" progId="Equation.3">
                    <p:embed/>
                    <p:pic>
                      <p:nvPicPr>
                        <p:cNvPr id="0" name="图片 3167"/>
                        <p:cNvPicPr/>
                        <p:nvPr/>
                      </p:nvPicPr>
                      <p:blipFill>
                        <a:blip r:embed="rId22">
                          <a:clrChange>
                            <a:clrFrom>
                              <a:srgbClr val="000000"/>
                            </a:clrFrom>
                            <a:clrTo>
                              <a:srgbClr val="FFFFFF"/>
                            </a:clrTo>
                          </a:clrChange>
                        </a:blip>
                        <a:stretch>
                          <a:fillRect/>
                        </a:stretch>
                      </p:blipFill>
                      <p:spPr>
                        <a:xfrm>
                          <a:off x="2005" y="3692"/>
                          <a:ext cx="496" cy="398"/>
                        </a:xfrm>
                        <a:prstGeom prst="rect">
                          <a:avLst/>
                        </a:prstGeom>
                        <a:noFill/>
                        <a:ln w="38100">
                          <a:noFill/>
                          <a:miter/>
                        </a:ln>
                      </p:spPr>
                    </p:pic>
                  </p:oleObj>
                </mc:Fallback>
              </mc:AlternateContent>
            </a:graphicData>
          </a:graphic>
        </p:graphicFrame>
        <p:graphicFrame>
          <p:nvGraphicFramePr>
            <p:cNvPr id="16393" name="Object 30"/>
            <p:cNvGraphicFramePr/>
            <p:nvPr/>
          </p:nvGraphicFramePr>
          <p:xfrm>
            <a:off x="1337" y="3175"/>
            <a:ext cx="318" cy="414"/>
          </p:xfrm>
          <a:graphic>
            <a:graphicData uri="http://schemas.openxmlformats.org/presentationml/2006/ole">
              <mc:AlternateContent xmlns:mc="http://schemas.openxmlformats.org/markup-compatibility/2006">
                <mc:Choice xmlns:v="urn:schemas-microsoft-com:vml" Requires="v">
                  <p:oleObj spid="_x0000_s3173" name="" r:id="rId23" imgW="254000" imgH="330200" progId="Equation.3">
                    <p:embed/>
                  </p:oleObj>
                </mc:Choice>
                <mc:Fallback>
                  <p:oleObj name="" r:id="rId23" imgW="254000" imgH="330200" progId="Equation.3">
                    <p:embed/>
                    <p:pic>
                      <p:nvPicPr>
                        <p:cNvPr id="0" name="图片 3172"/>
                        <p:cNvPicPr/>
                        <p:nvPr/>
                      </p:nvPicPr>
                      <p:blipFill>
                        <a:blip r:embed="rId24">
                          <a:clrChange>
                            <a:clrFrom>
                              <a:srgbClr val="000000"/>
                            </a:clrFrom>
                            <a:clrTo>
                              <a:srgbClr val="FFFFFF"/>
                            </a:clrTo>
                          </a:clrChange>
                        </a:blip>
                        <a:stretch>
                          <a:fillRect/>
                        </a:stretch>
                      </p:blipFill>
                      <p:spPr>
                        <a:xfrm>
                          <a:off x="1337" y="3175"/>
                          <a:ext cx="318" cy="414"/>
                        </a:xfrm>
                        <a:prstGeom prst="rect">
                          <a:avLst/>
                        </a:prstGeom>
                        <a:noFill/>
                        <a:ln w="38100">
                          <a:noFill/>
                          <a:miter/>
                        </a:ln>
                      </p:spPr>
                    </p:pic>
                  </p:oleObj>
                </mc:Fallback>
              </mc:AlternateContent>
            </a:graphicData>
          </a:graphic>
        </p:graphicFrame>
      </p:grpSp>
      <p:sp>
        <p:nvSpPr>
          <p:cNvPr id="26655" name="Text Box 31"/>
          <p:cNvSpPr txBox="1"/>
          <p:nvPr/>
        </p:nvSpPr>
        <p:spPr>
          <a:xfrm>
            <a:off x="1042988" y="4221163"/>
            <a:ext cx="4033837" cy="1189037"/>
          </a:xfrm>
          <a:prstGeom prst="rect">
            <a:avLst/>
          </a:prstGeom>
          <a:noFill/>
          <a:ln w="9525">
            <a:noFill/>
          </a:ln>
        </p:spPr>
        <p:txBody>
          <a:bodyPr>
            <a:spAutoFit/>
          </a:bodyPr>
          <a:p>
            <a:pPr>
              <a:lnSpc>
                <a:spcPct val="120000"/>
              </a:lnSpc>
            </a:pPr>
            <a:r>
              <a:rPr lang="en-US" altLang="zh-CN" b="0" i="1" dirty="0">
                <a:solidFill>
                  <a:schemeClr val="bg1"/>
                </a:solidFill>
                <a:latin typeface="Times New Roman" panose="02020603050405020304" pitchFamily="18" charset="0"/>
                <a:ea typeface="宋体" panose="02010600030101010101" pitchFamily="2" charset="-122"/>
              </a:rPr>
              <a:t>I </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0" dirty="0">
                <a:solidFill>
                  <a:schemeClr val="bg1"/>
                </a:solidFill>
                <a:latin typeface="Times New Roman" panose="02020603050405020304" pitchFamily="18" charset="0"/>
                <a:ea typeface="宋体" panose="02010600030101010101" pitchFamily="2" charset="-122"/>
              </a:rPr>
              <a:t>0 </a:t>
            </a:r>
            <a:r>
              <a:rPr lang="en-US" altLang="zh-CN" sz="2400" dirty="0">
                <a:latin typeface="Times New Roman" panose="02020603050405020304" pitchFamily="18" charset="0"/>
                <a:ea typeface="宋体" panose="02010600030101010101" pitchFamily="2" charset="-122"/>
              </a:rPr>
              <a:t>  </a:t>
            </a:r>
            <a:endParaRPr lang="en-US" altLang="zh-CN" sz="2400" dirty="0">
              <a:latin typeface="Times New Roman" panose="02020603050405020304" pitchFamily="18" charset="0"/>
              <a:ea typeface="宋体" panose="02010600030101010101" pitchFamily="2" charset="-122"/>
            </a:endParaRPr>
          </a:p>
          <a:p>
            <a:pPr>
              <a:lnSpc>
                <a:spcPct val="120000"/>
              </a:lnSpc>
            </a:pPr>
            <a:r>
              <a:rPr lang="zh-CN" altLang="zh-CN" sz="2800" dirty="0">
                <a:latin typeface="Times New Roman" panose="02020603050405020304" pitchFamily="18" charset="0"/>
                <a:sym typeface="Symbol" panose="05050102010706020507" pitchFamily="18" charset="2"/>
              </a:rPr>
              <a:t>电源</a:t>
            </a:r>
            <a:r>
              <a:rPr lang="zh-CN" altLang="zh-CN" sz="2800" dirty="0">
                <a:latin typeface="Times New Roman" panose="02020603050405020304" pitchFamily="18" charset="0"/>
              </a:rPr>
              <a:t>中将会产生环流</a:t>
            </a:r>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p:txBody>
      </p:sp>
      <p:grpSp>
        <p:nvGrpSpPr>
          <p:cNvPr id="16405" name="Group 56"/>
          <p:cNvGrpSpPr/>
          <p:nvPr/>
        </p:nvGrpSpPr>
        <p:grpSpPr>
          <a:xfrm>
            <a:off x="8316913" y="6445250"/>
            <a:ext cx="792162" cy="366713"/>
            <a:chOff x="5193" y="4020"/>
            <a:chExt cx="499" cy="231"/>
          </a:xfrm>
        </p:grpSpPr>
        <p:pic>
          <p:nvPicPr>
            <p:cNvPr id="16412" name="Picture 57" descr="78900"/>
            <p:cNvPicPr>
              <a:picLocks noChangeAspect="1"/>
            </p:cNvPicPr>
            <p:nvPr/>
          </p:nvPicPr>
          <p:blipFill>
            <a:blip r:embed="rId25"/>
            <a:stretch>
              <a:fillRect/>
            </a:stretch>
          </p:blipFill>
          <p:spPr>
            <a:xfrm>
              <a:off x="5193" y="4066"/>
              <a:ext cx="499" cy="181"/>
            </a:xfrm>
            <a:prstGeom prst="rect">
              <a:avLst/>
            </a:prstGeom>
            <a:noFill/>
            <a:ln w="9525">
              <a:noFill/>
            </a:ln>
          </p:spPr>
        </p:pic>
        <p:sp>
          <p:nvSpPr>
            <p:cNvPr id="16413" name="Text Box 58">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6406" name="Group 59"/>
          <p:cNvGrpSpPr/>
          <p:nvPr/>
        </p:nvGrpSpPr>
        <p:grpSpPr>
          <a:xfrm>
            <a:off x="7451725" y="6445250"/>
            <a:ext cx="792163" cy="366713"/>
            <a:chOff x="5193" y="4020"/>
            <a:chExt cx="499" cy="231"/>
          </a:xfrm>
        </p:grpSpPr>
        <p:pic>
          <p:nvPicPr>
            <p:cNvPr id="16410" name="Picture 60" descr="78900"/>
            <p:cNvPicPr>
              <a:picLocks noChangeAspect="1"/>
            </p:cNvPicPr>
            <p:nvPr/>
          </p:nvPicPr>
          <p:blipFill>
            <a:blip r:embed="rId25"/>
            <a:stretch>
              <a:fillRect/>
            </a:stretch>
          </p:blipFill>
          <p:spPr>
            <a:xfrm>
              <a:off x="5193" y="4066"/>
              <a:ext cx="499" cy="181"/>
            </a:xfrm>
            <a:prstGeom prst="rect">
              <a:avLst/>
            </a:prstGeom>
            <a:noFill/>
            <a:ln w="9525">
              <a:noFill/>
            </a:ln>
          </p:spPr>
        </p:pic>
        <p:sp>
          <p:nvSpPr>
            <p:cNvPr id="16411" name="Text Box 61">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6407" name="Group 62"/>
          <p:cNvGrpSpPr/>
          <p:nvPr/>
        </p:nvGrpSpPr>
        <p:grpSpPr>
          <a:xfrm>
            <a:off x="6588125" y="6446838"/>
            <a:ext cx="792163" cy="366712"/>
            <a:chOff x="4695" y="4061"/>
            <a:chExt cx="499" cy="231"/>
          </a:xfrm>
        </p:grpSpPr>
        <p:pic>
          <p:nvPicPr>
            <p:cNvPr id="16408" name="Picture 63" descr="78900"/>
            <p:cNvPicPr>
              <a:picLocks noChangeAspect="1"/>
            </p:cNvPicPr>
            <p:nvPr/>
          </p:nvPicPr>
          <p:blipFill>
            <a:blip r:embed="rId25"/>
            <a:stretch>
              <a:fillRect/>
            </a:stretch>
          </p:blipFill>
          <p:spPr>
            <a:xfrm>
              <a:off x="4695" y="4107"/>
              <a:ext cx="499" cy="181"/>
            </a:xfrm>
            <a:prstGeom prst="rect">
              <a:avLst/>
            </a:prstGeom>
            <a:noFill/>
            <a:ln w="9525">
              <a:noFill/>
            </a:ln>
          </p:spPr>
        </p:pic>
        <p:sp>
          <p:nvSpPr>
            <p:cNvPr id="16409" name="Text Box 64">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wipe(left)">
                                      <p:cBhvr>
                                        <p:cTn id="7" dur="2000"/>
                                        <p:tgtEl>
                                          <p:spTgt spid="2662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26627"/>
                                        </p:tgtEl>
                                        <p:attrNameLst>
                                          <p:attrName>style.visibility</p:attrName>
                                        </p:attrNameLst>
                                      </p:cBhvr>
                                      <p:to>
                                        <p:strVal val="visible"/>
                                      </p:to>
                                    </p:set>
                                    <p:anim calcmode="lin" valueType="num">
                                      <p:cBhvr additive="base">
                                        <p:cTn id="12" dur="500" fill="hold"/>
                                        <p:tgtEl>
                                          <p:spTgt spid="26627"/>
                                        </p:tgtEl>
                                        <p:attrNameLst>
                                          <p:attrName>ppt_x</p:attrName>
                                        </p:attrNameLst>
                                      </p:cBhvr>
                                      <p:tavLst>
                                        <p:tav tm="0">
                                          <p:val>
                                            <p:strVal val="0-#ppt_w/2"/>
                                          </p:val>
                                        </p:tav>
                                        <p:tav tm="100000">
                                          <p:val>
                                            <p:strVal val="#ppt_x"/>
                                          </p:val>
                                        </p:tav>
                                      </p:tavLst>
                                    </p:anim>
                                    <p:anim calcmode="lin" valueType="num">
                                      <p:cBhvr additive="base">
                                        <p:cTn id="13" dur="500" fill="hold"/>
                                        <p:tgtEl>
                                          <p:spTgt spid="26627"/>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nodeType="clickEffect">
                                  <p:stCondLst>
                                    <p:cond delay="0"/>
                                  </p:stCondLst>
                                  <p:childTnLst>
                                    <p:set>
                                      <p:cBhvr>
                                        <p:cTn id="21" dur="1" fill="hold">
                                          <p:stCondLst>
                                            <p:cond delay="0"/>
                                          </p:stCondLst>
                                        </p:cTn>
                                        <p:tgtEl>
                                          <p:spTgt spid="26640"/>
                                        </p:tgtEl>
                                        <p:attrNameLst>
                                          <p:attrName>style.visibility</p:attrName>
                                        </p:attrNameLst>
                                      </p:cBhvr>
                                      <p:to>
                                        <p:strVal val="visible"/>
                                      </p:to>
                                    </p:set>
                                    <p:animEffect transition="in" filter="slide(fromLeft)">
                                      <p:cBhvr>
                                        <p:cTn id="22" dur="500"/>
                                        <p:tgtEl>
                                          <p:spTgt spid="26640"/>
                                        </p:tgtEl>
                                      </p:cBhvr>
                                    </p:animEffect>
                                  </p:childTnLst>
                                </p:cTn>
                              </p:par>
                            </p:childTnLst>
                          </p:cTn>
                        </p:par>
                        <p:par>
                          <p:cTn id="23" fill="hold">
                            <p:stCondLst>
                              <p:cond delay="500"/>
                            </p:stCondLst>
                            <p:childTnLst>
                              <p:par>
                                <p:cTn id="24" presetID="55" presetClass="entr" presetSubtype="0" fill="hold" grpId="0" nodeType="afterEffect">
                                  <p:stCondLst>
                                    <p:cond delay="0"/>
                                  </p:stCondLst>
                                  <p:childTnLst>
                                    <p:set>
                                      <p:cBhvr>
                                        <p:cTn id="25" dur="1" fill="hold">
                                          <p:stCondLst>
                                            <p:cond delay="0"/>
                                          </p:stCondLst>
                                        </p:cTn>
                                        <p:tgtEl>
                                          <p:spTgt spid="26629"/>
                                        </p:tgtEl>
                                        <p:attrNameLst>
                                          <p:attrName>style.visibility</p:attrName>
                                        </p:attrNameLst>
                                      </p:cBhvr>
                                      <p:to>
                                        <p:strVal val="visible"/>
                                      </p:to>
                                    </p:set>
                                    <p:anim calcmode="lin" valueType="num">
                                      <p:cBhvr>
                                        <p:cTn id="26" dur="1000" fill="hold"/>
                                        <p:tgtEl>
                                          <p:spTgt spid="26629"/>
                                        </p:tgtEl>
                                        <p:attrNameLst>
                                          <p:attrName>ppt_w</p:attrName>
                                        </p:attrNameLst>
                                      </p:cBhvr>
                                      <p:tavLst>
                                        <p:tav tm="0">
                                          <p:val>
                                            <p:strVal val="#ppt_w*0.70"/>
                                          </p:val>
                                        </p:tav>
                                        <p:tav tm="100000">
                                          <p:val>
                                            <p:strVal val="#ppt_w"/>
                                          </p:val>
                                        </p:tav>
                                      </p:tavLst>
                                    </p:anim>
                                    <p:anim calcmode="lin" valueType="num">
                                      <p:cBhvr>
                                        <p:cTn id="27" dur="1000" fill="hold"/>
                                        <p:tgtEl>
                                          <p:spTgt spid="26629"/>
                                        </p:tgtEl>
                                        <p:attrNameLst>
                                          <p:attrName>ppt_h</p:attrName>
                                        </p:attrNameLst>
                                      </p:cBhvr>
                                      <p:tavLst>
                                        <p:tav tm="0">
                                          <p:val>
                                            <p:strVal val="#ppt_h"/>
                                          </p:val>
                                        </p:tav>
                                        <p:tav tm="100000">
                                          <p:val>
                                            <p:strVal val="#ppt_h"/>
                                          </p:val>
                                        </p:tav>
                                      </p:tavLst>
                                    </p:anim>
                                    <p:animEffect transition="in" filter="fade">
                                      <p:cBhvr>
                                        <p:cTn id="28" dur="1000"/>
                                        <p:tgtEl>
                                          <p:spTgt spid="26629"/>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26628"/>
                                        </p:tgtEl>
                                        <p:attrNameLst>
                                          <p:attrName>style.visibility</p:attrName>
                                        </p:attrNameLst>
                                      </p:cBhvr>
                                      <p:to>
                                        <p:strVal val="visible"/>
                                      </p:to>
                                    </p:set>
                                    <p:anim calcmode="lin" valueType="num">
                                      <p:cBhvr additive="base">
                                        <p:cTn id="33" dur="500" fill="hold"/>
                                        <p:tgtEl>
                                          <p:spTgt spid="26628"/>
                                        </p:tgtEl>
                                        <p:attrNameLst>
                                          <p:attrName>ppt_x</p:attrName>
                                        </p:attrNameLst>
                                      </p:cBhvr>
                                      <p:tavLst>
                                        <p:tav tm="0">
                                          <p:val>
                                            <p:strVal val="0-#ppt_w/2"/>
                                          </p:val>
                                        </p:tav>
                                        <p:tav tm="100000">
                                          <p:val>
                                            <p:strVal val="#ppt_x"/>
                                          </p:val>
                                        </p:tav>
                                      </p:tavLst>
                                    </p:anim>
                                    <p:anim calcmode="lin" valueType="num">
                                      <p:cBhvr additive="base">
                                        <p:cTn id="34" dur="500" fill="hold"/>
                                        <p:tgtEl>
                                          <p:spTgt spid="26628"/>
                                        </p:tgtEl>
                                        <p:attrNameLst>
                                          <p:attrName>ppt_y</p:attrName>
                                        </p:attrNameLst>
                                      </p:cBhvr>
                                      <p:tavLst>
                                        <p:tav tm="0">
                                          <p:val>
                                            <p:strVal val="#ppt_y"/>
                                          </p:val>
                                        </p:tav>
                                        <p:tav tm="100000">
                                          <p:val>
                                            <p:strVal val="#ppt_y"/>
                                          </p:val>
                                        </p:tav>
                                      </p:tavLst>
                                    </p:anim>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wipe(left)">
                                      <p:cBhvr>
                                        <p:cTn id="38" dur="500"/>
                                        <p:tgtEl>
                                          <p:spTgt spid="3"/>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8" fill="hold" nodeType="clickEffect">
                                  <p:stCondLst>
                                    <p:cond delay="0"/>
                                  </p:stCondLst>
                                  <p:childTnLst>
                                    <p:set>
                                      <p:cBhvr>
                                        <p:cTn id="42" dur="1" fill="hold">
                                          <p:stCondLst>
                                            <p:cond delay="0"/>
                                          </p:stCondLst>
                                        </p:cTn>
                                        <p:tgtEl>
                                          <p:spTgt spid="26641"/>
                                        </p:tgtEl>
                                        <p:attrNameLst>
                                          <p:attrName>style.visibility</p:attrName>
                                        </p:attrNameLst>
                                      </p:cBhvr>
                                      <p:to>
                                        <p:strVal val="visible"/>
                                      </p:to>
                                    </p:set>
                                    <p:animEffect transition="in" filter="slide(fromLeft)">
                                      <p:cBhvr>
                                        <p:cTn id="43" dur="500"/>
                                        <p:tgtEl>
                                          <p:spTgt spid="26641"/>
                                        </p:tgtEl>
                                      </p:cBhvr>
                                    </p:animEffect>
                                  </p:childTnLst>
                                </p:cTn>
                              </p:par>
                            </p:childTnLst>
                          </p:cTn>
                        </p:par>
                        <p:par>
                          <p:cTn id="44" fill="hold">
                            <p:stCondLst>
                              <p:cond delay="500"/>
                            </p:stCondLst>
                            <p:childTnLst>
                              <p:par>
                                <p:cTn id="45" presetID="55" presetClass="entr" presetSubtype="0" fill="hold" grpId="0" nodeType="afterEffect">
                                  <p:stCondLst>
                                    <p:cond delay="0"/>
                                  </p:stCondLst>
                                  <p:childTnLst>
                                    <p:set>
                                      <p:cBhvr>
                                        <p:cTn id="46" dur="1" fill="hold">
                                          <p:stCondLst>
                                            <p:cond delay="0"/>
                                          </p:stCondLst>
                                        </p:cTn>
                                        <p:tgtEl>
                                          <p:spTgt spid="26655"/>
                                        </p:tgtEl>
                                        <p:attrNameLst>
                                          <p:attrName>style.visibility</p:attrName>
                                        </p:attrNameLst>
                                      </p:cBhvr>
                                      <p:to>
                                        <p:strVal val="visible"/>
                                      </p:to>
                                    </p:set>
                                    <p:anim calcmode="lin" valueType="num">
                                      <p:cBhvr>
                                        <p:cTn id="47" dur="1000" fill="hold"/>
                                        <p:tgtEl>
                                          <p:spTgt spid="26655"/>
                                        </p:tgtEl>
                                        <p:attrNameLst>
                                          <p:attrName>ppt_w</p:attrName>
                                        </p:attrNameLst>
                                      </p:cBhvr>
                                      <p:tavLst>
                                        <p:tav tm="0">
                                          <p:val>
                                            <p:strVal val="#ppt_w*0.70"/>
                                          </p:val>
                                        </p:tav>
                                        <p:tav tm="100000">
                                          <p:val>
                                            <p:strVal val="#ppt_w"/>
                                          </p:val>
                                        </p:tav>
                                      </p:tavLst>
                                    </p:anim>
                                    <p:anim calcmode="lin" valueType="num">
                                      <p:cBhvr>
                                        <p:cTn id="48" dur="1000" fill="hold"/>
                                        <p:tgtEl>
                                          <p:spTgt spid="26655"/>
                                        </p:tgtEl>
                                        <p:attrNameLst>
                                          <p:attrName>ppt_h</p:attrName>
                                        </p:attrNameLst>
                                      </p:cBhvr>
                                      <p:tavLst>
                                        <p:tav tm="0">
                                          <p:val>
                                            <p:strVal val="#ppt_h"/>
                                          </p:val>
                                        </p:tav>
                                        <p:tav tm="100000">
                                          <p:val>
                                            <p:strVal val="#ppt_h"/>
                                          </p:val>
                                        </p:tav>
                                      </p:tavLst>
                                    </p:anim>
                                    <p:animEffect transition="in" filter="fade">
                                      <p:cBhvr>
                                        <p:cTn id="49" dur="1000"/>
                                        <p:tgtEl>
                                          <p:spTgt spid="266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p:bldP spid="26627" grpId="0" animBg="1"/>
      <p:bldP spid="26628" grpId="0" animBg="1"/>
      <p:bldP spid="26629" grpId="0"/>
      <p:bldP spid="2665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Text Box 2"/>
          <p:cNvSpPr txBox="1"/>
          <p:nvPr/>
        </p:nvSpPr>
        <p:spPr>
          <a:xfrm>
            <a:off x="611188" y="620713"/>
            <a:ext cx="5111750" cy="579437"/>
          </a:xfrm>
          <a:prstGeom prst="rect">
            <a:avLst/>
          </a:prstGeom>
          <a:noFill/>
          <a:ln w="9525">
            <a:noFill/>
          </a:ln>
        </p:spPr>
        <p:txBody>
          <a:bodyPr>
            <a:spAutoFit/>
          </a:bodyPr>
          <a:p>
            <a:r>
              <a:rPr lang="en-US" altLang="zh-CN" b="0" dirty="0">
                <a:solidFill>
                  <a:schemeClr val="bg1"/>
                </a:solidFill>
                <a:latin typeface="Times New Roman" panose="02020603050405020304" pitchFamily="18" charset="0"/>
              </a:rPr>
              <a:t>2.</a:t>
            </a:r>
            <a:r>
              <a:rPr lang="en-US" altLang="zh-CN" dirty="0">
                <a:solidFill>
                  <a:schemeClr val="bg1"/>
                </a:solidFill>
                <a:latin typeface="楷体_GB2312" pitchFamily="49" charset="-122"/>
              </a:rPr>
              <a:t> </a:t>
            </a:r>
            <a:r>
              <a:rPr lang="zh-CN" altLang="en-US" dirty="0">
                <a:solidFill>
                  <a:schemeClr val="bg1"/>
                </a:solidFill>
                <a:latin typeface="楷体_GB2312" pitchFamily="49" charset="-122"/>
              </a:rPr>
              <a:t>相电流和线电流的关系</a:t>
            </a:r>
            <a:endParaRPr lang="zh-CN" altLang="en-US" dirty="0">
              <a:solidFill>
                <a:schemeClr val="bg1"/>
              </a:solidFill>
              <a:latin typeface="楷体_GB2312" pitchFamily="49" charset="-122"/>
            </a:endParaRPr>
          </a:p>
        </p:txBody>
      </p:sp>
      <p:sp>
        <p:nvSpPr>
          <p:cNvPr id="19550" name="Text Box 94"/>
          <p:cNvSpPr txBox="1"/>
          <p:nvPr/>
        </p:nvSpPr>
        <p:spPr>
          <a:xfrm>
            <a:off x="2195513" y="4941888"/>
            <a:ext cx="5761037" cy="519112"/>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rPr>
              <a:t>Y</a:t>
            </a:r>
            <a:r>
              <a:rPr lang="zh-CN" altLang="en-US" sz="2800" b="0" dirty="0">
                <a:solidFill>
                  <a:schemeClr val="bg1"/>
                </a:solidFill>
                <a:latin typeface="Times New Roman" panose="02020603050405020304" pitchFamily="18" charset="0"/>
              </a:rPr>
              <a:t>形</a:t>
            </a:r>
            <a:r>
              <a:rPr lang="zh-CN" altLang="en-US" sz="2800" dirty="0">
                <a:latin typeface="Arial" panose="020B0604020202020204" pitchFamily="34" charset="0"/>
              </a:rPr>
              <a:t>联结时，线电流等于相电流。</a:t>
            </a:r>
            <a:endParaRPr lang="zh-CN" altLang="en-US" sz="2800" dirty="0">
              <a:latin typeface="Arial" panose="020B0604020202020204" pitchFamily="34" charset="0"/>
            </a:endParaRPr>
          </a:p>
        </p:txBody>
      </p:sp>
      <p:grpSp>
        <p:nvGrpSpPr>
          <p:cNvPr id="2" name="Group 170"/>
          <p:cNvGrpSpPr/>
          <p:nvPr/>
        </p:nvGrpSpPr>
        <p:grpSpPr>
          <a:xfrm>
            <a:off x="2627313" y="1196975"/>
            <a:ext cx="4500562" cy="3529013"/>
            <a:chOff x="1655" y="754"/>
            <a:chExt cx="2835" cy="2223"/>
          </a:xfrm>
        </p:grpSpPr>
        <p:sp>
          <p:nvSpPr>
            <p:cNvPr id="17433" name="Text Box 110"/>
            <p:cNvSpPr txBox="1"/>
            <p:nvPr/>
          </p:nvSpPr>
          <p:spPr>
            <a:xfrm>
              <a:off x="3379" y="1163"/>
              <a:ext cx="298"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i="1" dirty="0">
                <a:solidFill>
                  <a:schemeClr val="bg1"/>
                </a:solidFill>
                <a:latin typeface="Times New Roman" panose="02020603050405020304" pitchFamily="18" charset="0"/>
                <a:ea typeface="宋体" panose="02010600030101010101" pitchFamily="2" charset="-122"/>
              </a:endParaRPr>
            </a:p>
          </p:txBody>
        </p:sp>
        <p:sp>
          <p:nvSpPr>
            <p:cNvPr id="17434" name="Line 111"/>
            <p:cNvSpPr/>
            <p:nvPr/>
          </p:nvSpPr>
          <p:spPr>
            <a:xfrm>
              <a:off x="3969" y="1118"/>
              <a:ext cx="0" cy="1315"/>
            </a:xfrm>
            <a:prstGeom prst="line">
              <a:avLst/>
            </a:prstGeom>
            <a:ln w="28575" cap="flat" cmpd="sng">
              <a:solidFill>
                <a:srgbClr val="FFCC00"/>
              </a:solidFill>
              <a:prstDash val="solid"/>
              <a:headEnd type="none" w="med" len="med"/>
              <a:tailEnd type="none" w="med" len="med"/>
            </a:ln>
          </p:spPr>
        </p:sp>
        <p:sp>
          <p:nvSpPr>
            <p:cNvPr id="17435" name="Line 112"/>
            <p:cNvSpPr/>
            <p:nvPr/>
          </p:nvSpPr>
          <p:spPr>
            <a:xfrm>
              <a:off x="4332" y="1798"/>
              <a:ext cx="0" cy="1179"/>
            </a:xfrm>
            <a:prstGeom prst="line">
              <a:avLst/>
            </a:prstGeom>
            <a:ln w="28575" cap="flat" cmpd="sng">
              <a:solidFill>
                <a:srgbClr val="FFCC00"/>
              </a:solidFill>
              <a:prstDash val="solid"/>
              <a:headEnd type="none" w="med" len="med"/>
              <a:tailEnd type="none" w="med" len="med"/>
            </a:ln>
          </p:spPr>
        </p:sp>
        <p:sp>
          <p:nvSpPr>
            <p:cNvPr id="17436" name="Text Box 113"/>
            <p:cNvSpPr txBox="1"/>
            <p:nvPr/>
          </p:nvSpPr>
          <p:spPr>
            <a:xfrm>
              <a:off x="3424" y="1843"/>
              <a:ext cx="298"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i="1" dirty="0">
                <a:solidFill>
                  <a:schemeClr val="bg1"/>
                </a:solidFill>
                <a:latin typeface="Times New Roman" panose="02020603050405020304" pitchFamily="18" charset="0"/>
                <a:ea typeface="宋体" panose="02010600030101010101" pitchFamily="2" charset="-122"/>
              </a:endParaRPr>
            </a:p>
          </p:txBody>
        </p:sp>
        <p:sp>
          <p:nvSpPr>
            <p:cNvPr id="17437" name="Text Box 114"/>
            <p:cNvSpPr txBox="1"/>
            <p:nvPr/>
          </p:nvSpPr>
          <p:spPr>
            <a:xfrm>
              <a:off x="3424" y="2478"/>
              <a:ext cx="298"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i="1" dirty="0">
                <a:solidFill>
                  <a:schemeClr val="bg1"/>
                </a:solidFill>
                <a:latin typeface="Times New Roman" panose="02020603050405020304" pitchFamily="18" charset="0"/>
                <a:ea typeface="宋体" panose="02010600030101010101" pitchFamily="2" charset="-122"/>
              </a:endParaRPr>
            </a:p>
          </p:txBody>
        </p:sp>
        <p:sp>
          <p:nvSpPr>
            <p:cNvPr id="17438" name="Text Box 115"/>
            <p:cNvSpPr txBox="1"/>
            <p:nvPr/>
          </p:nvSpPr>
          <p:spPr>
            <a:xfrm>
              <a:off x="3969" y="1798"/>
              <a:ext cx="521" cy="327"/>
            </a:xfrm>
            <a:prstGeom prst="rect">
              <a:avLst/>
            </a:prstGeom>
            <a:noFill/>
            <a:ln w="9525">
              <a:noFill/>
            </a:ln>
          </p:spPr>
          <p:txBody>
            <a:bodyPr>
              <a:spAutoFit/>
            </a:bodyPr>
            <a:p>
              <a:pPr>
                <a:spcBef>
                  <a:spcPct val="50000"/>
                </a:spcBef>
                <a:buNone/>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7439" name="Oval 116"/>
            <p:cNvSpPr/>
            <p:nvPr/>
          </p:nvSpPr>
          <p:spPr>
            <a:xfrm>
              <a:off x="2245" y="936"/>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17440" name="Oval 117"/>
            <p:cNvSpPr/>
            <p:nvPr/>
          </p:nvSpPr>
          <p:spPr>
            <a:xfrm>
              <a:off x="2200" y="1617"/>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17441" name="Oval 118"/>
            <p:cNvSpPr/>
            <p:nvPr/>
          </p:nvSpPr>
          <p:spPr>
            <a:xfrm>
              <a:off x="2200" y="2252"/>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17442" name="Line 119"/>
            <p:cNvSpPr/>
            <p:nvPr/>
          </p:nvSpPr>
          <p:spPr>
            <a:xfrm rot="5400000" flipH="1">
              <a:off x="2993" y="142"/>
              <a:ext cx="0" cy="1951"/>
            </a:xfrm>
            <a:prstGeom prst="line">
              <a:avLst/>
            </a:prstGeom>
            <a:ln w="28575" cap="flat" cmpd="sng">
              <a:solidFill>
                <a:srgbClr val="FFCC00"/>
              </a:solidFill>
              <a:prstDash val="solid"/>
              <a:headEnd type="none" w="med" len="med"/>
              <a:tailEnd type="none" w="med" len="med"/>
            </a:ln>
          </p:spPr>
        </p:sp>
        <p:sp>
          <p:nvSpPr>
            <p:cNvPr id="17443" name="Text Box 120"/>
            <p:cNvSpPr txBox="1"/>
            <p:nvPr/>
          </p:nvSpPr>
          <p:spPr>
            <a:xfrm rot="5400000">
              <a:off x="2641" y="1085"/>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7444" name="Text Box 121"/>
            <p:cNvSpPr txBox="1"/>
            <p:nvPr/>
          </p:nvSpPr>
          <p:spPr>
            <a:xfrm>
              <a:off x="2018" y="1072"/>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7445" name="Text Box 122"/>
            <p:cNvSpPr txBox="1"/>
            <p:nvPr/>
          </p:nvSpPr>
          <p:spPr>
            <a:xfrm>
              <a:off x="1701" y="1798"/>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7446" name="Line 123"/>
            <p:cNvSpPr/>
            <p:nvPr/>
          </p:nvSpPr>
          <p:spPr>
            <a:xfrm rot="5400000" flipH="1">
              <a:off x="2993" y="822"/>
              <a:ext cx="0" cy="1951"/>
            </a:xfrm>
            <a:prstGeom prst="line">
              <a:avLst/>
            </a:prstGeom>
            <a:ln w="28575" cap="flat" cmpd="sng">
              <a:solidFill>
                <a:srgbClr val="FFCC00"/>
              </a:solidFill>
              <a:prstDash val="solid"/>
              <a:headEnd type="oval" w="med" len="med"/>
              <a:tailEnd type="oval" w="med" len="med"/>
            </a:ln>
          </p:spPr>
        </p:sp>
        <p:sp>
          <p:nvSpPr>
            <p:cNvPr id="17447" name="Text Box 124"/>
            <p:cNvSpPr txBox="1"/>
            <p:nvPr/>
          </p:nvSpPr>
          <p:spPr>
            <a:xfrm rot="5400000">
              <a:off x="2641" y="1766"/>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7448" name="Text Box 125"/>
            <p:cNvSpPr txBox="1"/>
            <p:nvPr/>
          </p:nvSpPr>
          <p:spPr>
            <a:xfrm>
              <a:off x="2018" y="1753"/>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7449" name="Line 126"/>
            <p:cNvSpPr/>
            <p:nvPr/>
          </p:nvSpPr>
          <p:spPr>
            <a:xfrm rot="5400000" flipH="1">
              <a:off x="2993" y="1457"/>
              <a:ext cx="0" cy="1951"/>
            </a:xfrm>
            <a:prstGeom prst="line">
              <a:avLst/>
            </a:prstGeom>
            <a:ln w="28575" cap="flat" cmpd="sng">
              <a:solidFill>
                <a:srgbClr val="FFCC00"/>
              </a:solidFill>
              <a:prstDash val="solid"/>
              <a:headEnd type="none" w="med" len="med"/>
              <a:tailEnd type="none" w="med" len="med"/>
            </a:ln>
          </p:spPr>
        </p:sp>
        <p:sp>
          <p:nvSpPr>
            <p:cNvPr id="17450" name="Text Box 127"/>
            <p:cNvSpPr txBox="1"/>
            <p:nvPr/>
          </p:nvSpPr>
          <p:spPr>
            <a:xfrm rot="5400000">
              <a:off x="2641" y="2355"/>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7451" name="Text Box 128"/>
            <p:cNvSpPr txBox="1"/>
            <p:nvPr/>
          </p:nvSpPr>
          <p:spPr>
            <a:xfrm>
              <a:off x="1973" y="2388"/>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7452" name="Line 129"/>
            <p:cNvSpPr/>
            <p:nvPr/>
          </p:nvSpPr>
          <p:spPr>
            <a:xfrm>
              <a:off x="2018" y="1118"/>
              <a:ext cx="0" cy="1312"/>
            </a:xfrm>
            <a:prstGeom prst="line">
              <a:avLst/>
            </a:prstGeom>
            <a:ln w="28575" cap="flat" cmpd="sng">
              <a:solidFill>
                <a:srgbClr val="FFCC00"/>
              </a:solidFill>
              <a:prstDash val="solid"/>
              <a:headEnd type="none" w="med" len="med"/>
              <a:tailEnd type="none" w="med" len="med"/>
            </a:ln>
          </p:spPr>
        </p:sp>
        <p:sp>
          <p:nvSpPr>
            <p:cNvPr id="17453" name="Freeform 130"/>
            <p:cNvSpPr/>
            <p:nvPr/>
          </p:nvSpPr>
          <p:spPr>
            <a:xfrm>
              <a:off x="1655" y="1798"/>
              <a:ext cx="2540" cy="1179"/>
            </a:xfrm>
            <a:custGeom>
              <a:avLst/>
              <a:gdLst>
                <a:gd name="txL" fmla="*/ 0 w 1680"/>
                <a:gd name="txT" fmla="*/ 0 h 996"/>
                <a:gd name="txR" fmla="*/ 1680 w 1680"/>
                <a:gd name="txB" fmla="*/ 996 h 996"/>
              </a:gdLst>
              <a:ahLst/>
              <a:cxnLst>
                <a:cxn ang="0">
                  <a:pos x="363" y="0"/>
                </a:cxn>
                <a:cxn ang="0">
                  <a:pos x="0" y="0"/>
                </a:cxn>
                <a:cxn ang="0">
                  <a:pos x="0" y="1179"/>
                </a:cxn>
                <a:cxn ang="0">
                  <a:pos x="2540" y="1179"/>
                </a:cxn>
              </a:cxnLst>
              <a:rect l="txL" t="txT" r="txR" b="txB"/>
              <a:pathLst>
                <a:path w="1680" h="996">
                  <a:moveTo>
                    <a:pt x="240" y="0"/>
                  </a:moveTo>
                  <a:lnTo>
                    <a:pt x="0" y="0"/>
                  </a:lnTo>
                  <a:lnTo>
                    <a:pt x="0" y="996"/>
                  </a:lnTo>
                  <a:lnTo>
                    <a:pt x="1680" y="996"/>
                  </a:lnTo>
                </a:path>
              </a:pathLst>
            </a:custGeom>
            <a:noFill/>
            <a:ln w="28575" cap="flat" cmpd="sng">
              <a:solidFill>
                <a:srgbClr val="FFCC00"/>
              </a:solidFill>
              <a:prstDash val="solid"/>
              <a:round/>
              <a:headEnd type="oval" w="med" len="med"/>
              <a:tailEnd type="none" w="med" len="med"/>
            </a:ln>
          </p:spPr>
          <p:txBody>
            <a:bodyPr wrap="none" anchor="ctr" anchorCtr="0"/>
            <a:p>
              <a:endParaRPr lang="zh-CN" altLang="en-US" dirty="0">
                <a:latin typeface="Arial" panose="020B0604020202020204" pitchFamily="34" charset="0"/>
              </a:endParaRPr>
            </a:p>
          </p:txBody>
        </p:sp>
        <p:graphicFrame>
          <p:nvGraphicFramePr>
            <p:cNvPr id="17410" name="Object 131"/>
            <p:cNvGraphicFramePr/>
            <p:nvPr/>
          </p:nvGraphicFramePr>
          <p:xfrm>
            <a:off x="2336" y="1254"/>
            <a:ext cx="284" cy="381"/>
          </p:xfrm>
          <a:graphic>
            <a:graphicData uri="http://schemas.openxmlformats.org/presentationml/2006/ole">
              <mc:AlternateContent xmlns:mc="http://schemas.openxmlformats.org/markup-compatibility/2006">
                <mc:Choice xmlns:v="urn:schemas-microsoft-com:vml" Requires="v">
                  <p:oleObj spid="_x0000_s3178" name="" r:id="rId1" imgW="228600" imgH="304800" progId="Equation.3">
                    <p:embed/>
                  </p:oleObj>
                </mc:Choice>
                <mc:Fallback>
                  <p:oleObj name="" r:id="rId1" imgW="228600" imgH="304800" progId="Equation.3">
                    <p:embed/>
                    <p:pic>
                      <p:nvPicPr>
                        <p:cNvPr id="0" name="图片 3177"/>
                        <p:cNvPicPr/>
                        <p:nvPr/>
                      </p:nvPicPr>
                      <p:blipFill>
                        <a:blip r:embed="rId2">
                          <a:clrChange>
                            <a:clrFrom>
                              <a:srgbClr val="000000"/>
                            </a:clrFrom>
                            <a:clrTo>
                              <a:srgbClr val="FFFFFF"/>
                            </a:clrTo>
                          </a:clrChange>
                        </a:blip>
                        <a:stretch>
                          <a:fillRect/>
                        </a:stretch>
                      </p:blipFill>
                      <p:spPr>
                        <a:xfrm>
                          <a:off x="2336" y="1254"/>
                          <a:ext cx="284" cy="381"/>
                        </a:xfrm>
                        <a:prstGeom prst="rect">
                          <a:avLst/>
                        </a:prstGeom>
                        <a:noFill/>
                        <a:ln w="38100">
                          <a:noFill/>
                          <a:miter/>
                        </a:ln>
                      </p:spPr>
                    </p:pic>
                  </p:oleObj>
                </mc:Fallback>
              </mc:AlternateContent>
            </a:graphicData>
          </a:graphic>
        </p:graphicFrame>
        <p:graphicFrame>
          <p:nvGraphicFramePr>
            <p:cNvPr id="17411" name="Object 132"/>
            <p:cNvGraphicFramePr/>
            <p:nvPr/>
          </p:nvGraphicFramePr>
          <p:xfrm>
            <a:off x="2245" y="1889"/>
            <a:ext cx="285" cy="397"/>
          </p:xfrm>
          <a:graphic>
            <a:graphicData uri="http://schemas.openxmlformats.org/presentationml/2006/ole">
              <mc:AlternateContent xmlns:mc="http://schemas.openxmlformats.org/markup-compatibility/2006">
                <mc:Choice xmlns:v="urn:schemas-microsoft-com:vml" Requires="v">
                  <p:oleObj spid="_x0000_s3177" name="" r:id="rId3" imgW="228600" imgH="317500" progId="Equation.3">
                    <p:embed/>
                  </p:oleObj>
                </mc:Choice>
                <mc:Fallback>
                  <p:oleObj name="" r:id="rId3" imgW="228600" imgH="317500" progId="Equation.3">
                    <p:embed/>
                    <p:pic>
                      <p:nvPicPr>
                        <p:cNvPr id="0" name="图片 3176"/>
                        <p:cNvPicPr/>
                        <p:nvPr/>
                      </p:nvPicPr>
                      <p:blipFill>
                        <a:blip r:embed="rId4">
                          <a:clrChange>
                            <a:clrFrom>
                              <a:srgbClr val="000000"/>
                            </a:clrFrom>
                            <a:clrTo>
                              <a:srgbClr val="FFFFFF"/>
                            </a:clrTo>
                          </a:clrChange>
                        </a:blip>
                        <a:stretch>
                          <a:fillRect/>
                        </a:stretch>
                      </p:blipFill>
                      <p:spPr>
                        <a:xfrm>
                          <a:off x="2245" y="1889"/>
                          <a:ext cx="285" cy="397"/>
                        </a:xfrm>
                        <a:prstGeom prst="rect">
                          <a:avLst/>
                        </a:prstGeom>
                        <a:noFill/>
                        <a:ln w="38100">
                          <a:noFill/>
                          <a:miter/>
                        </a:ln>
                      </p:spPr>
                    </p:pic>
                  </p:oleObj>
                </mc:Fallback>
              </mc:AlternateContent>
            </a:graphicData>
          </a:graphic>
        </p:graphicFrame>
        <p:graphicFrame>
          <p:nvGraphicFramePr>
            <p:cNvPr id="17412" name="Object 133"/>
            <p:cNvGraphicFramePr/>
            <p:nvPr/>
          </p:nvGraphicFramePr>
          <p:xfrm>
            <a:off x="2291" y="2569"/>
            <a:ext cx="285" cy="397"/>
          </p:xfrm>
          <a:graphic>
            <a:graphicData uri="http://schemas.openxmlformats.org/presentationml/2006/ole">
              <mc:AlternateContent xmlns:mc="http://schemas.openxmlformats.org/markup-compatibility/2006">
                <mc:Choice xmlns:v="urn:schemas-microsoft-com:vml" Requires="v">
                  <p:oleObj spid="_x0000_s3179" name="" r:id="rId5" imgW="228600" imgH="317500" progId="Equation.3">
                    <p:embed/>
                  </p:oleObj>
                </mc:Choice>
                <mc:Fallback>
                  <p:oleObj name="" r:id="rId5" imgW="228600" imgH="317500" progId="Equation.3">
                    <p:embed/>
                    <p:pic>
                      <p:nvPicPr>
                        <p:cNvPr id="0" name="图片 3178"/>
                        <p:cNvPicPr/>
                        <p:nvPr/>
                      </p:nvPicPr>
                      <p:blipFill>
                        <a:blip r:embed="rId6">
                          <a:clrChange>
                            <a:clrFrom>
                              <a:srgbClr val="000000"/>
                            </a:clrFrom>
                            <a:clrTo>
                              <a:srgbClr val="FFFFFF"/>
                            </a:clrTo>
                          </a:clrChange>
                        </a:blip>
                        <a:stretch>
                          <a:fillRect/>
                        </a:stretch>
                      </p:blipFill>
                      <p:spPr>
                        <a:xfrm>
                          <a:off x="2291" y="2569"/>
                          <a:ext cx="285" cy="397"/>
                        </a:xfrm>
                        <a:prstGeom prst="rect">
                          <a:avLst/>
                        </a:prstGeom>
                        <a:noFill/>
                        <a:ln w="38100">
                          <a:noFill/>
                          <a:miter/>
                        </a:ln>
                      </p:spPr>
                    </p:pic>
                  </p:oleObj>
                </mc:Fallback>
              </mc:AlternateContent>
            </a:graphicData>
          </a:graphic>
        </p:graphicFrame>
        <p:sp>
          <p:nvSpPr>
            <p:cNvPr id="17454" name="Rectangle 134"/>
            <p:cNvSpPr/>
            <p:nvPr/>
          </p:nvSpPr>
          <p:spPr>
            <a:xfrm>
              <a:off x="3424" y="238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17455" name="Rectangle 135"/>
            <p:cNvSpPr/>
            <p:nvPr/>
          </p:nvSpPr>
          <p:spPr>
            <a:xfrm>
              <a:off x="3424" y="1753"/>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17456" name="Rectangle 136"/>
            <p:cNvSpPr/>
            <p:nvPr/>
          </p:nvSpPr>
          <p:spPr>
            <a:xfrm>
              <a:off x="3379" y="1072"/>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17457" name="Line 137"/>
            <p:cNvSpPr/>
            <p:nvPr/>
          </p:nvSpPr>
          <p:spPr>
            <a:xfrm>
              <a:off x="3969" y="1798"/>
              <a:ext cx="363" cy="0"/>
            </a:xfrm>
            <a:prstGeom prst="line">
              <a:avLst/>
            </a:prstGeom>
            <a:ln w="28575" cap="flat" cmpd="sng">
              <a:solidFill>
                <a:srgbClr val="FFCC00"/>
              </a:solidFill>
              <a:prstDash val="solid"/>
              <a:headEnd type="none" w="med" len="med"/>
              <a:tailEnd type="none" w="med" len="med"/>
            </a:ln>
          </p:spPr>
        </p:sp>
        <p:sp>
          <p:nvSpPr>
            <p:cNvPr id="17458" name="Line 138"/>
            <p:cNvSpPr/>
            <p:nvPr/>
          </p:nvSpPr>
          <p:spPr>
            <a:xfrm>
              <a:off x="4195" y="2977"/>
              <a:ext cx="137" cy="0"/>
            </a:xfrm>
            <a:prstGeom prst="line">
              <a:avLst/>
            </a:prstGeom>
            <a:ln w="28575" cap="flat" cmpd="sng">
              <a:solidFill>
                <a:srgbClr val="FFCC00"/>
              </a:solidFill>
              <a:prstDash val="solid"/>
              <a:headEnd type="none" w="med" len="med"/>
              <a:tailEnd type="none" w="med" len="med"/>
            </a:ln>
          </p:spPr>
        </p:sp>
        <p:sp>
          <p:nvSpPr>
            <p:cNvPr id="17459" name="Line 139"/>
            <p:cNvSpPr/>
            <p:nvPr/>
          </p:nvSpPr>
          <p:spPr>
            <a:xfrm rot="-5400000">
              <a:off x="3117" y="925"/>
              <a:ext cx="0" cy="384"/>
            </a:xfrm>
            <a:prstGeom prst="line">
              <a:avLst/>
            </a:prstGeom>
            <a:ln w="28575" cap="flat" cmpd="sng">
              <a:solidFill>
                <a:srgbClr val="00FFFF"/>
              </a:solidFill>
              <a:prstDash val="solid"/>
              <a:headEnd type="none" w="med" len="med"/>
              <a:tailEnd type="triangle" w="med" len="med"/>
            </a:ln>
          </p:spPr>
        </p:sp>
        <p:graphicFrame>
          <p:nvGraphicFramePr>
            <p:cNvPr id="17413" name="Object 140"/>
            <p:cNvGraphicFramePr/>
            <p:nvPr/>
          </p:nvGraphicFramePr>
          <p:xfrm>
            <a:off x="2971" y="754"/>
            <a:ext cx="221" cy="381"/>
          </p:xfrm>
          <a:graphic>
            <a:graphicData uri="http://schemas.openxmlformats.org/presentationml/2006/ole">
              <mc:AlternateContent xmlns:mc="http://schemas.openxmlformats.org/markup-compatibility/2006">
                <mc:Choice xmlns:v="urn:schemas-microsoft-com:vml" Requires="v">
                  <p:oleObj spid="_x0000_s3180" name="" r:id="rId7" imgW="177800" imgH="304165" progId="Equation.3">
                    <p:embed/>
                  </p:oleObj>
                </mc:Choice>
                <mc:Fallback>
                  <p:oleObj name="" r:id="rId7" imgW="177800" imgH="304165" progId="Equation.3">
                    <p:embed/>
                    <p:pic>
                      <p:nvPicPr>
                        <p:cNvPr id="0" name="图片 3179"/>
                        <p:cNvPicPr/>
                        <p:nvPr/>
                      </p:nvPicPr>
                      <p:blipFill>
                        <a:blip r:embed="rId8">
                          <a:clrChange>
                            <a:clrFrom>
                              <a:srgbClr val="000000"/>
                            </a:clrFrom>
                            <a:clrTo>
                              <a:srgbClr val="FFFFFF"/>
                            </a:clrTo>
                          </a:clrChange>
                        </a:blip>
                        <a:stretch>
                          <a:fillRect/>
                        </a:stretch>
                      </p:blipFill>
                      <p:spPr>
                        <a:xfrm>
                          <a:off x="2971" y="754"/>
                          <a:ext cx="221" cy="381"/>
                        </a:xfrm>
                        <a:prstGeom prst="rect">
                          <a:avLst/>
                        </a:prstGeom>
                        <a:noFill/>
                        <a:ln w="38100">
                          <a:noFill/>
                          <a:miter/>
                        </a:ln>
                      </p:spPr>
                    </p:pic>
                  </p:oleObj>
                </mc:Fallback>
              </mc:AlternateContent>
            </a:graphicData>
          </a:graphic>
        </p:graphicFrame>
        <p:sp>
          <p:nvSpPr>
            <p:cNvPr id="17460" name="Line 141"/>
            <p:cNvSpPr/>
            <p:nvPr/>
          </p:nvSpPr>
          <p:spPr>
            <a:xfrm rot="5400000" flipH="1">
              <a:off x="3072" y="2784"/>
              <a:ext cx="0" cy="384"/>
            </a:xfrm>
            <a:prstGeom prst="line">
              <a:avLst/>
            </a:prstGeom>
            <a:ln w="28575" cap="flat" cmpd="sng">
              <a:solidFill>
                <a:srgbClr val="00FFFF"/>
              </a:solidFill>
              <a:prstDash val="solid"/>
              <a:headEnd type="none" w="med" len="med"/>
              <a:tailEnd type="triangle" w="med" len="med"/>
            </a:ln>
          </p:spPr>
        </p:sp>
        <p:graphicFrame>
          <p:nvGraphicFramePr>
            <p:cNvPr id="17414" name="Object 142"/>
            <p:cNvGraphicFramePr/>
            <p:nvPr/>
          </p:nvGraphicFramePr>
          <p:xfrm>
            <a:off x="3016" y="1416"/>
            <a:ext cx="224" cy="381"/>
          </p:xfrm>
          <a:graphic>
            <a:graphicData uri="http://schemas.openxmlformats.org/presentationml/2006/ole">
              <mc:AlternateContent xmlns:mc="http://schemas.openxmlformats.org/markup-compatibility/2006">
                <mc:Choice xmlns:v="urn:schemas-microsoft-com:vml" Requires="v">
                  <p:oleObj spid="_x0000_s3182" name="" r:id="rId9" imgW="177800" imgH="304165" progId="Equation.3">
                    <p:embed/>
                  </p:oleObj>
                </mc:Choice>
                <mc:Fallback>
                  <p:oleObj name="" r:id="rId9" imgW="177800" imgH="304165" progId="Equation.3">
                    <p:embed/>
                    <p:pic>
                      <p:nvPicPr>
                        <p:cNvPr id="0" name="图片 3181"/>
                        <p:cNvPicPr/>
                        <p:nvPr/>
                      </p:nvPicPr>
                      <p:blipFill>
                        <a:blip r:embed="rId10">
                          <a:clrChange>
                            <a:clrFrom>
                              <a:srgbClr val="000000"/>
                            </a:clrFrom>
                            <a:clrTo>
                              <a:srgbClr val="FFFFFF"/>
                            </a:clrTo>
                          </a:clrChange>
                        </a:blip>
                        <a:stretch>
                          <a:fillRect/>
                        </a:stretch>
                      </p:blipFill>
                      <p:spPr>
                        <a:xfrm>
                          <a:off x="3016" y="1416"/>
                          <a:ext cx="224" cy="381"/>
                        </a:xfrm>
                        <a:prstGeom prst="rect">
                          <a:avLst/>
                        </a:prstGeom>
                        <a:noFill/>
                        <a:ln w="38100">
                          <a:noFill/>
                          <a:miter/>
                        </a:ln>
                      </p:spPr>
                    </p:pic>
                  </p:oleObj>
                </mc:Fallback>
              </mc:AlternateContent>
            </a:graphicData>
          </a:graphic>
        </p:graphicFrame>
        <p:sp>
          <p:nvSpPr>
            <p:cNvPr id="17461" name="Line 143"/>
            <p:cNvSpPr/>
            <p:nvPr/>
          </p:nvSpPr>
          <p:spPr>
            <a:xfrm rot="-5400000">
              <a:off x="3115" y="2241"/>
              <a:ext cx="0" cy="381"/>
            </a:xfrm>
            <a:prstGeom prst="line">
              <a:avLst/>
            </a:prstGeom>
            <a:ln w="28575" cap="flat" cmpd="sng">
              <a:solidFill>
                <a:srgbClr val="00FFFF"/>
              </a:solidFill>
              <a:prstDash val="solid"/>
              <a:headEnd type="none" w="med" len="med"/>
              <a:tailEnd type="triangle" w="med" len="med"/>
            </a:ln>
          </p:spPr>
        </p:sp>
        <p:graphicFrame>
          <p:nvGraphicFramePr>
            <p:cNvPr id="17415" name="Object 144"/>
            <p:cNvGraphicFramePr/>
            <p:nvPr/>
          </p:nvGraphicFramePr>
          <p:xfrm>
            <a:off x="2971" y="2051"/>
            <a:ext cx="223" cy="381"/>
          </p:xfrm>
          <a:graphic>
            <a:graphicData uri="http://schemas.openxmlformats.org/presentationml/2006/ole">
              <mc:AlternateContent xmlns:mc="http://schemas.openxmlformats.org/markup-compatibility/2006">
                <mc:Choice xmlns:v="urn:schemas-microsoft-com:vml" Requires="v">
                  <p:oleObj spid="_x0000_s3184" name="" r:id="rId11" imgW="177800" imgH="304165" progId="Equation.3">
                    <p:embed/>
                  </p:oleObj>
                </mc:Choice>
                <mc:Fallback>
                  <p:oleObj name="" r:id="rId11" imgW="177800" imgH="304165" progId="Equation.3">
                    <p:embed/>
                    <p:pic>
                      <p:nvPicPr>
                        <p:cNvPr id="0" name="图片 3183"/>
                        <p:cNvPicPr/>
                        <p:nvPr/>
                      </p:nvPicPr>
                      <p:blipFill>
                        <a:blip r:embed="rId12">
                          <a:clrChange>
                            <a:clrFrom>
                              <a:srgbClr val="000000"/>
                            </a:clrFrom>
                            <a:clrTo>
                              <a:srgbClr val="FFFFFF"/>
                            </a:clrTo>
                          </a:clrChange>
                        </a:blip>
                        <a:stretch>
                          <a:fillRect/>
                        </a:stretch>
                      </p:blipFill>
                      <p:spPr>
                        <a:xfrm>
                          <a:off x="2971" y="2051"/>
                          <a:ext cx="223" cy="381"/>
                        </a:xfrm>
                        <a:prstGeom prst="rect">
                          <a:avLst/>
                        </a:prstGeom>
                        <a:noFill/>
                        <a:ln w="38100">
                          <a:noFill/>
                          <a:miter/>
                        </a:ln>
                      </p:spPr>
                    </p:pic>
                  </p:oleObj>
                </mc:Fallback>
              </mc:AlternateContent>
            </a:graphicData>
          </a:graphic>
        </p:graphicFrame>
        <p:sp>
          <p:nvSpPr>
            <p:cNvPr id="17462" name="Line 145"/>
            <p:cNvSpPr/>
            <p:nvPr/>
          </p:nvSpPr>
          <p:spPr>
            <a:xfrm rot="-5400000">
              <a:off x="3117" y="1605"/>
              <a:ext cx="0" cy="384"/>
            </a:xfrm>
            <a:prstGeom prst="line">
              <a:avLst/>
            </a:prstGeom>
            <a:ln w="28575" cap="flat" cmpd="sng">
              <a:solidFill>
                <a:srgbClr val="00FFFF"/>
              </a:solidFill>
              <a:prstDash val="solid"/>
              <a:headEnd type="none" w="med" len="med"/>
              <a:tailEnd type="triangle" w="med" len="med"/>
            </a:ln>
          </p:spPr>
        </p:sp>
        <p:graphicFrame>
          <p:nvGraphicFramePr>
            <p:cNvPr id="17416" name="Object 146"/>
            <p:cNvGraphicFramePr/>
            <p:nvPr/>
          </p:nvGraphicFramePr>
          <p:xfrm>
            <a:off x="2971" y="2596"/>
            <a:ext cx="239" cy="381"/>
          </p:xfrm>
          <a:graphic>
            <a:graphicData uri="http://schemas.openxmlformats.org/presentationml/2006/ole">
              <mc:AlternateContent xmlns:mc="http://schemas.openxmlformats.org/markup-compatibility/2006">
                <mc:Choice xmlns:v="urn:schemas-microsoft-com:vml" Requires="v">
                  <p:oleObj spid="_x0000_s3181" name="" r:id="rId13" imgW="190500" imgH="304800" progId="Equation.3">
                    <p:embed/>
                  </p:oleObj>
                </mc:Choice>
                <mc:Fallback>
                  <p:oleObj name="" r:id="rId13" imgW="190500" imgH="304800" progId="Equation.3">
                    <p:embed/>
                    <p:pic>
                      <p:nvPicPr>
                        <p:cNvPr id="0" name="图片 3180"/>
                        <p:cNvPicPr/>
                        <p:nvPr/>
                      </p:nvPicPr>
                      <p:blipFill>
                        <a:blip r:embed="rId14">
                          <a:clrChange>
                            <a:clrFrom>
                              <a:srgbClr val="000000"/>
                            </a:clrFrom>
                            <a:clrTo>
                              <a:srgbClr val="FFFFFF"/>
                            </a:clrTo>
                          </a:clrChange>
                        </a:blip>
                        <a:stretch>
                          <a:fillRect/>
                        </a:stretch>
                      </p:blipFill>
                      <p:spPr>
                        <a:xfrm>
                          <a:off x="2971" y="2596"/>
                          <a:ext cx="239" cy="381"/>
                        </a:xfrm>
                        <a:prstGeom prst="rect">
                          <a:avLst/>
                        </a:prstGeom>
                        <a:noFill/>
                        <a:ln w="38100">
                          <a:noFill/>
                          <a:miter/>
                        </a:ln>
                      </p:spPr>
                    </p:pic>
                  </p:oleObj>
                </mc:Fallback>
              </mc:AlternateContent>
            </a:graphicData>
          </a:graphic>
        </p:graphicFrame>
      </p:grpSp>
      <p:sp>
        <p:nvSpPr>
          <p:cNvPr id="19603" name="Text Box 147"/>
          <p:cNvSpPr txBox="1"/>
          <p:nvPr/>
        </p:nvSpPr>
        <p:spPr>
          <a:xfrm>
            <a:off x="827088" y="1412875"/>
            <a:ext cx="2016125" cy="519113"/>
          </a:xfrm>
          <a:prstGeom prst="rect">
            <a:avLst/>
          </a:prstGeom>
          <a:noFill/>
          <a:ln w="9525">
            <a:noFill/>
          </a:ln>
        </p:spPr>
        <p:txBody>
          <a:bodyPr>
            <a:spAutoFit/>
          </a:bodyPr>
          <a:p>
            <a:pPr marL="342900" indent="-342900">
              <a:buAutoNum type="circleNumDbPlain"/>
            </a:pPr>
            <a:r>
              <a:rPr lang="en-US" altLang="zh-CN" sz="2800" b="0" dirty="0">
                <a:latin typeface="Times New Roman" panose="02020603050405020304" pitchFamily="18" charset="0"/>
              </a:rPr>
              <a:t>Y</a:t>
            </a:r>
            <a:r>
              <a:rPr lang="zh-CN" altLang="en-US" sz="2800" dirty="0">
                <a:latin typeface="Times New Roman" panose="02020603050405020304" pitchFamily="18" charset="0"/>
              </a:rPr>
              <a:t>形</a:t>
            </a:r>
            <a:r>
              <a:rPr lang="zh-CN" altLang="en-US" sz="2800" dirty="0">
                <a:latin typeface="楷体_GB2312" pitchFamily="49" charset="-122"/>
              </a:rPr>
              <a:t>联结</a:t>
            </a:r>
            <a:endParaRPr lang="zh-CN" altLang="en-US" sz="2800" dirty="0">
              <a:latin typeface="楷体_GB2312" pitchFamily="49" charset="-122"/>
            </a:endParaRPr>
          </a:p>
        </p:txBody>
      </p:sp>
      <p:grpSp>
        <p:nvGrpSpPr>
          <p:cNvPr id="3" name="Group 148"/>
          <p:cNvGrpSpPr/>
          <p:nvPr/>
        </p:nvGrpSpPr>
        <p:grpSpPr>
          <a:xfrm>
            <a:off x="468313" y="4797425"/>
            <a:ext cx="1644650" cy="850900"/>
            <a:chOff x="385" y="3022"/>
            <a:chExt cx="1036" cy="536"/>
          </a:xfrm>
        </p:grpSpPr>
        <p:pic>
          <p:nvPicPr>
            <p:cNvPr id="17431" name="Picture 149" descr="123"/>
            <p:cNvPicPr>
              <a:picLocks noChangeAspect="1"/>
            </p:cNvPicPr>
            <p:nvPr/>
          </p:nvPicPr>
          <p:blipFill>
            <a:blip r:embed="rId15"/>
            <a:stretch>
              <a:fillRect/>
            </a:stretch>
          </p:blipFill>
          <p:spPr>
            <a:xfrm>
              <a:off x="385" y="3022"/>
              <a:ext cx="590" cy="536"/>
            </a:xfrm>
            <a:prstGeom prst="rect">
              <a:avLst/>
            </a:prstGeom>
            <a:noFill/>
            <a:ln w="9525">
              <a:noFill/>
            </a:ln>
          </p:spPr>
        </p:pic>
        <p:sp>
          <p:nvSpPr>
            <p:cNvPr id="17432" name="Text Box 150"/>
            <p:cNvSpPr txBox="1"/>
            <p:nvPr/>
          </p:nvSpPr>
          <p:spPr>
            <a:xfrm>
              <a:off x="793" y="3125"/>
              <a:ext cx="628" cy="365"/>
            </a:xfrm>
            <a:prstGeom prst="rect">
              <a:avLst/>
            </a:prstGeom>
            <a:noFill/>
            <a:ln w="9525">
              <a:noFill/>
            </a:ln>
          </p:spPr>
          <p:txBody>
            <a:bodyPr wrap="none">
              <a:spAutoFit/>
            </a:bodyPr>
            <a:p>
              <a:r>
                <a:rPr lang="zh-CN" altLang="en-US" b="0" dirty="0">
                  <a:solidFill>
                    <a:srgbClr val="CC6600"/>
                  </a:solidFill>
                  <a:latin typeface="Arial" panose="020B0604020202020204" pitchFamily="34" charset="0"/>
                  <a:ea typeface="华文行楷" panose="02010800040101010101" pitchFamily="2" charset="-122"/>
                </a:rPr>
                <a:t>结论</a:t>
              </a:r>
              <a:endParaRPr lang="zh-CN" altLang="en-US" b="0" dirty="0">
                <a:solidFill>
                  <a:srgbClr val="CC6600"/>
                </a:solidFill>
                <a:latin typeface="Arial" panose="020B0604020202020204" pitchFamily="34" charset="0"/>
                <a:ea typeface="华文行楷" panose="02010800040101010101" pitchFamily="2" charset="-122"/>
              </a:endParaRPr>
            </a:p>
          </p:txBody>
        </p:sp>
      </p:grpSp>
      <p:grpSp>
        <p:nvGrpSpPr>
          <p:cNvPr id="17422" name="Group 161"/>
          <p:cNvGrpSpPr/>
          <p:nvPr/>
        </p:nvGrpSpPr>
        <p:grpSpPr>
          <a:xfrm>
            <a:off x="8316913" y="6445250"/>
            <a:ext cx="792162" cy="366713"/>
            <a:chOff x="5193" y="4020"/>
            <a:chExt cx="499" cy="231"/>
          </a:xfrm>
        </p:grpSpPr>
        <p:pic>
          <p:nvPicPr>
            <p:cNvPr id="17429" name="Picture 162" descr="78900"/>
            <p:cNvPicPr>
              <a:picLocks noChangeAspect="1"/>
            </p:cNvPicPr>
            <p:nvPr/>
          </p:nvPicPr>
          <p:blipFill>
            <a:blip r:embed="rId16"/>
            <a:stretch>
              <a:fillRect/>
            </a:stretch>
          </p:blipFill>
          <p:spPr>
            <a:xfrm>
              <a:off x="5193" y="4066"/>
              <a:ext cx="499" cy="181"/>
            </a:xfrm>
            <a:prstGeom prst="rect">
              <a:avLst/>
            </a:prstGeom>
            <a:noFill/>
            <a:ln w="9525">
              <a:noFill/>
            </a:ln>
          </p:spPr>
        </p:pic>
        <p:sp>
          <p:nvSpPr>
            <p:cNvPr id="17430" name="Text Box 163">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7423" name="Group 164"/>
          <p:cNvGrpSpPr/>
          <p:nvPr/>
        </p:nvGrpSpPr>
        <p:grpSpPr>
          <a:xfrm>
            <a:off x="7451725" y="6445250"/>
            <a:ext cx="792163" cy="366713"/>
            <a:chOff x="5193" y="4020"/>
            <a:chExt cx="499" cy="231"/>
          </a:xfrm>
        </p:grpSpPr>
        <p:pic>
          <p:nvPicPr>
            <p:cNvPr id="17427" name="Picture 165" descr="78900"/>
            <p:cNvPicPr>
              <a:picLocks noChangeAspect="1"/>
            </p:cNvPicPr>
            <p:nvPr/>
          </p:nvPicPr>
          <p:blipFill>
            <a:blip r:embed="rId16"/>
            <a:stretch>
              <a:fillRect/>
            </a:stretch>
          </p:blipFill>
          <p:spPr>
            <a:xfrm>
              <a:off x="5193" y="4066"/>
              <a:ext cx="499" cy="181"/>
            </a:xfrm>
            <a:prstGeom prst="rect">
              <a:avLst/>
            </a:prstGeom>
            <a:noFill/>
            <a:ln w="9525">
              <a:noFill/>
            </a:ln>
          </p:spPr>
        </p:pic>
        <p:sp>
          <p:nvSpPr>
            <p:cNvPr id="17428" name="Text Box 166">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7424" name="Group 167"/>
          <p:cNvGrpSpPr/>
          <p:nvPr/>
        </p:nvGrpSpPr>
        <p:grpSpPr>
          <a:xfrm>
            <a:off x="6588125" y="6446838"/>
            <a:ext cx="792163" cy="366712"/>
            <a:chOff x="4695" y="4061"/>
            <a:chExt cx="499" cy="231"/>
          </a:xfrm>
        </p:grpSpPr>
        <p:pic>
          <p:nvPicPr>
            <p:cNvPr id="17425" name="Picture 168" descr="78900"/>
            <p:cNvPicPr>
              <a:picLocks noChangeAspect="1"/>
            </p:cNvPicPr>
            <p:nvPr/>
          </p:nvPicPr>
          <p:blipFill>
            <a:blip r:embed="rId16"/>
            <a:stretch>
              <a:fillRect/>
            </a:stretch>
          </p:blipFill>
          <p:spPr>
            <a:xfrm>
              <a:off x="4695" y="4107"/>
              <a:ext cx="499" cy="181"/>
            </a:xfrm>
            <a:prstGeom prst="rect">
              <a:avLst/>
            </a:prstGeom>
            <a:noFill/>
            <a:ln w="9525">
              <a:noFill/>
            </a:ln>
          </p:spPr>
        </p:pic>
        <p:sp>
          <p:nvSpPr>
            <p:cNvPr id="17426" name="Text Box 169">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9458"/>
                                        </p:tgtEl>
                                        <p:attrNameLst>
                                          <p:attrName>style.visibility</p:attrName>
                                        </p:attrNameLst>
                                      </p:cBhvr>
                                      <p:to>
                                        <p:strVal val="visible"/>
                                      </p:to>
                                    </p:set>
                                    <p:anim calcmode="lin" valueType="num">
                                      <p:cBhvr additive="base">
                                        <p:cTn id="7" dur="500" fill="hold"/>
                                        <p:tgtEl>
                                          <p:spTgt spid="19458"/>
                                        </p:tgtEl>
                                        <p:attrNameLst>
                                          <p:attrName>ppt_x</p:attrName>
                                        </p:attrNameLst>
                                      </p:cBhvr>
                                      <p:tavLst>
                                        <p:tav tm="0">
                                          <p:val>
                                            <p:strVal val="0-#ppt_w/2"/>
                                          </p:val>
                                        </p:tav>
                                        <p:tav tm="100000">
                                          <p:val>
                                            <p:strVal val="#ppt_x"/>
                                          </p:val>
                                        </p:tav>
                                      </p:tavLst>
                                    </p:anim>
                                    <p:anim calcmode="lin" valueType="num">
                                      <p:cBhvr additive="base">
                                        <p:cTn id="8" dur="500" fill="hold"/>
                                        <p:tgtEl>
                                          <p:spTgt spid="1945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603"/>
                                        </p:tgtEl>
                                        <p:attrNameLst>
                                          <p:attrName>style.visibility</p:attrName>
                                        </p:attrNameLst>
                                      </p:cBhvr>
                                      <p:to>
                                        <p:strVal val="visible"/>
                                      </p:to>
                                    </p:set>
                                    <p:anim calcmode="lin" valueType="num">
                                      <p:cBhvr additive="base">
                                        <p:cTn id="13" dur="500" fill="hold"/>
                                        <p:tgtEl>
                                          <p:spTgt spid="19603"/>
                                        </p:tgtEl>
                                        <p:attrNameLst>
                                          <p:attrName>ppt_x</p:attrName>
                                        </p:attrNameLst>
                                      </p:cBhvr>
                                      <p:tavLst>
                                        <p:tav tm="0">
                                          <p:val>
                                            <p:strVal val="0-#ppt_w/2"/>
                                          </p:val>
                                        </p:tav>
                                        <p:tav tm="100000">
                                          <p:val>
                                            <p:strVal val="#ppt_x"/>
                                          </p:val>
                                        </p:tav>
                                      </p:tavLst>
                                    </p:anim>
                                    <p:anim calcmode="lin" valueType="num">
                                      <p:cBhvr additive="base">
                                        <p:cTn id="14" dur="500" fill="hold"/>
                                        <p:tgtEl>
                                          <p:spTgt spid="19603"/>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3" presetClass="entr" presetSubtype="10"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linds(horizontal)">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blinds(horizontal)">
                                      <p:cBhvr>
                                        <p:cTn id="23" dur="5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19550"/>
                                        </p:tgtEl>
                                        <p:attrNameLst>
                                          <p:attrName>style.visibility</p:attrName>
                                        </p:attrNameLst>
                                      </p:cBhvr>
                                      <p:to>
                                        <p:strVal val="visible"/>
                                      </p:to>
                                    </p:set>
                                    <p:anim calcmode="lin" valueType="num">
                                      <p:cBhvr>
                                        <p:cTn id="28" dur="1000" fill="hold"/>
                                        <p:tgtEl>
                                          <p:spTgt spid="19550"/>
                                        </p:tgtEl>
                                        <p:attrNameLst>
                                          <p:attrName>ppt_w</p:attrName>
                                        </p:attrNameLst>
                                      </p:cBhvr>
                                      <p:tavLst>
                                        <p:tav tm="0">
                                          <p:val>
                                            <p:strVal val="#ppt_w*0.70"/>
                                          </p:val>
                                        </p:tav>
                                        <p:tav tm="100000">
                                          <p:val>
                                            <p:strVal val="#ppt_w"/>
                                          </p:val>
                                        </p:tav>
                                      </p:tavLst>
                                    </p:anim>
                                    <p:anim calcmode="lin" valueType="num">
                                      <p:cBhvr>
                                        <p:cTn id="29" dur="1000" fill="hold"/>
                                        <p:tgtEl>
                                          <p:spTgt spid="19550"/>
                                        </p:tgtEl>
                                        <p:attrNameLst>
                                          <p:attrName>ppt_h</p:attrName>
                                        </p:attrNameLst>
                                      </p:cBhvr>
                                      <p:tavLst>
                                        <p:tav tm="0">
                                          <p:val>
                                            <p:strVal val="#ppt_h"/>
                                          </p:val>
                                        </p:tav>
                                        <p:tav tm="100000">
                                          <p:val>
                                            <p:strVal val="#ppt_h"/>
                                          </p:val>
                                        </p:tav>
                                      </p:tavLst>
                                    </p:anim>
                                    <p:animEffect transition="in" filter="fade">
                                      <p:cBhvr>
                                        <p:cTn id="30" dur="1000"/>
                                        <p:tgtEl>
                                          <p:spTgt spid="195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p:bldP spid="19550" grpId="0"/>
      <p:bldP spid="1960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186"/>
          <p:cNvGrpSpPr/>
          <p:nvPr/>
        </p:nvGrpSpPr>
        <p:grpSpPr>
          <a:xfrm>
            <a:off x="323850" y="1484313"/>
            <a:ext cx="4949825" cy="2824162"/>
            <a:chOff x="204" y="925"/>
            <a:chExt cx="3118" cy="1779"/>
          </a:xfrm>
        </p:grpSpPr>
        <p:sp>
          <p:nvSpPr>
            <p:cNvPr id="18489" name="Oval 82"/>
            <p:cNvSpPr/>
            <p:nvPr/>
          </p:nvSpPr>
          <p:spPr>
            <a:xfrm>
              <a:off x="204" y="1560"/>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18490" name="Oval 83"/>
            <p:cNvSpPr/>
            <p:nvPr/>
          </p:nvSpPr>
          <p:spPr>
            <a:xfrm>
              <a:off x="929" y="1152"/>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18491" name="Oval 84"/>
            <p:cNvSpPr/>
            <p:nvPr/>
          </p:nvSpPr>
          <p:spPr>
            <a:xfrm>
              <a:off x="929" y="205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18492" name="Line 85"/>
            <p:cNvSpPr/>
            <p:nvPr/>
          </p:nvSpPr>
          <p:spPr>
            <a:xfrm rot="10800000">
              <a:off x="385" y="925"/>
              <a:ext cx="0" cy="1769"/>
            </a:xfrm>
            <a:prstGeom prst="line">
              <a:avLst/>
            </a:prstGeom>
            <a:ln w="28575" cap="flat" cmpd="sng">
              <a:solidFill>
                <a:srgbClr val="FFCC00"/>
              </a:solidFill>
              <a:prstDash val="solid"/>
              <a:headEnd type="none" w="med" len="med"/>
              <a:tailEnd type="none" w="med" len="med"/>
            </a:ln>
          </p:spPr>
        </p:sp>
        <p:sp>
          <p:nvSpPr>
            <p:cNvPr id="18493" name="Text Box 86"/>
            <p:cNvSpPr txBox="1"/>
            <p:nvPr/>
          </p:nvSpPr>
          <p:spPr>
            <a:xfrm rot="10800000">
              <a:off x="430" y="1923"/>
              <a:ext cx="172"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8494" name="Text Box 87"/>
            <p:cNvSpPr txBox="1"/>
            <p:nvPr/>
          </p:nvSpPr>
          <p:spPr>
            <a:xfrm>
              <a:off x="430" y="1198"/>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8495" name="Line 88"/>
            <p:cNvSpPr/>
            <p:nvPr/>
          </p:nvSpPr>
          <p:spPr>
            <a:xfrm>
              <a:off x="385" y="925"/>
              <a:ext cx="2768" cy="1"/>
            </a:xfrm>
            <a:prstGeom prst="line">
              <a:avLst/>
            </a:prstGeom>
            <a:ln w="28575" cap="flat" cmpd="sng">
              <a:solidFill>
                <a:srgbClr val="FFCC00"/>
              </a:solidFill>
              <a:prstDash val="solid"/>
              <a:headEnd type="none" w="med" len="med"/>
              <a:tailEnd type="none" w="med" len="med"/>
            </a:ln>
          </p:spPr>
        </p:sp>
        <p:sp>
          <p:nvSpPr>
            <p:cNvPr id="18496" name="Line 89"/>
            <p:cNvSpPr/>
            <p:nvPr/>
          </p:nvSpPr>
          <p:spPr>
            <a:xfrm flipV="1">
              <a:off x="1111" y="1833"/>
              <a:ext cx="1134" cy="0"/>
            </a:xfrm>
            <a:prstGeom prst="line">
              <a:avLst/>
            </a:prstGeom>
            <a:ln w="28575" cap="flat" cmpd="sng">
              <a:solidFill>
                <a:srgbClr val="FFCC00"/>
              </a:solidFill>
              <a:prstDash val="solid"/>
              <a:headEnd type="oval" w="med" len="med"/>
              <a:tailEnd type="oval" w="med" len="med"/>
            </a:ln>
          </p:spPr>
        </p:sp>
        <p:sp>
          <p:nvSpPr>
            <p:cNvPr id="18497" name="Line 90"/>
            <p:cNvSpPr/>
            <p:nvPr/>
          </p:nvSpPr>
          <p:spPr>
            <a:xfrm>
              <a:off x="385" y="2694"/>
              <a:ext cx="2768" cy="1"/>
            </a:xfrm>
            <a:prstGeom prst="line">
              <a:avLst/>
            </a:prstGeom>
            <a:ln w="28575" cap="flat" cmpd="sng">
              <a:solidFill>
                <a:srgbClr val="FFCC00"/>
              </a:solidFill>
              <a:prstDash val="solid"/>
              <a:headEnd type="none" w="med" len="med"/>
              <a:tailEnd type="none" w="med" len="med"/>
            </a:ln>
          </p:spPr>
        </p:sp>
        <p:graphicFrame>
          <p:nvGraphicFramePr>
            <p:cNvPr id="18440" name="Object 91"/>
            <p:cNvGraphicFramePr/>
            <p:nvPr/>
          </p:nvGraphicFramePr>
          <p:xfrm>
            <a:off x="1338" y="1107"/>
            <a:ext cx="285" cy="381"/>
          </p:xfrm>
          <a:graphic>
            <a:graphicData uri="http://schemas.openxmlformats.org/presentationml/2006/ole">
              <mc:AlternateContent xmlns:mc="http://schemas.openxmlformats.org/markup-compatibility/2006">
                <mc:Choice xmlns:v="urn:schemas-microsoft-com:vml" Requires="v">
                  <p:oleObj spid="_x0000_s3185" name="" r:id="rId1" imgW="228600" imgH="304800" progId="Equation.3">
                    <p:embed/>
                  </p:oleObj>
                </mc:Choice>
                <mc:Fallback>
                  <p:oleObj name="" r:id="rId1" imgW="228600" imgH="304800" progId="Equation.3">
                    <p:embed/>
                    <p:pic>
                      <p:nvPicPr>
                        <p:cNvPr id="0" name="图片 3184"/>
                        <p:cNvPicPr/>
                        <p:nvPr/>
                      </p:nvPicPr>
                      <p:blipFill>
                        <a:blip r:embed="rId2">
                          <a:clrChange>
                            <a:clrFrom>
                              <a:srgbClr val="000000"/>
                            </a:clrFrom>
                            <a:clrTo>
                              <a:srgbClr val="FFFFFF"/>
                            </a:clrTo>
                          </a:clrChange>
                        </a:blip>
                        <a:stretch>
                          <a:fillRect/>
                        </a:stretch>
                      </p:blipFill>
                      <p:spPr>
                        <a:xfrm>
                          <a:off x="1338" y="1107"/>
                          <a:ext cx="285" cy="381"/>
                        </a:xfrm>
                        <a:prstGeom prst="rect">
                          <a:avLst/>
                        </a:prstGeom>
                        <a:noFill/>
                        <a:ln w="38100">
                          <a:noFill/>
                          <a:miter/>
                        </a:ln>
                      </p:spPr>
                    </p:pic>
                  </p:oleObj>
                </mc:Fallback>
              </mc:AlternateContent>
            </a:graphicData>
          </a:graphic>
        </p:graphicFrame>
        <p:graphicFrame>
          <p:nvGraphicFramePr>
            <p:cNvPr id="18441" name="Object 92"/>
            <p:cNvGraphicFramePr/>
            <p:nvPr/>
          </p:nvGraphicFramePr>
          <p:xfrm>
            <a:off x="1383" y="2014"/>
            <a:ext cx="285" cy="397"/>
          </p:xfrm>
          <a:graphic>
            <a:graphicData uri="http://schemas.openxmlformats.org/presentationml/2006/ole">
              <mc:AlternateContent xmlns:mc="http://schemas.openxmlformats.org/markup-compatibility/2006">
                <mc:Choice xmlns:v="urn:schemas-microsoft-com:vml" Requires="v">
                  <p:oleObj spid="_x0000_s3186" name="" r:id="rId3" imgW="228600" imgH="317500" progId="Equation.3">
                    <p:embed/>
                  </p:oleObj>
                </mc:Choice>
                <mc:Fallback>
                  <p:oleObj name="" r:id="rId3" imgW="228600" imgH="317500" progId="Equation.3">
                    <p:embed/>
                    <p:pic>
                      <p:nvPicPr>
                        <p:cNvPr id="0" name="图片 3185"/>
                        <p:cNvPicPr/>
                        <p:nvPr/>
                      </p:nvPicPr>
                      <p:blipFill>
                        <a:blip r:embed="rId4">
                          <a:clrChange>
                            <a:clrFrom>
                              <a:srgbClr val="000000"/>
                            </a:clrFrom>
                            <a:clrTo>
                              <a:srgbClr val="FFFFFF"/>
                            </a:clrTo>
                          </a:clrChange>
                        </a:blip>
                        <a:stretch>
                          <a:fillRect/>
                        </a:stretch>
                      </p:blipFill>
                      <p:spPr>
                        <a:xfrm>
                          <a:off x="1383" y="2014"/>
                          <a:ext cx="285" cy="397"/>
                        </a:xfrm>
                        <a:prstGeom prst="rect">
                          <a:avLst/>
                        </a:prstGeom>
                        <a:noFill/>
                        <a:ln w="38100">
                          <a:noFill/>
                          <a:miter/>
                        </a:ln>
                      </p:spPr>
                    </p:pic>
                  </p:oleObj>
                </mc:Fallback>
              </mc:AlternateContent>
            </a:graphicData>
          </a:graphic>
        </p:graphicFrame>
        <p:graphicFrame>
          <p:nvGraphicFramePr>
            <p:cNvPr id="18442" name="Object 93"/>
            <p:cNvGraphicFramePr/>
            <p:nvPr/>
          </p:nvGraphicFramePr>
          <p:xfrm>
            <a:off x="604" y="1553"/>
            <a:ext cx="299" cy="416"/>
          </p:xfrm>
          <a:graphic>
            <a:graphicData uri="http://schemas.openxmlformats.org/presentationml/2006/ole">
              <mc:AlternateContent xmlns:mc="http://schemas.openxmlformats.org/markup-compatibility/2006">
                <mc:Choice xmlns:v="urn:schemas-microsoft-com:vml" Requires="v">
                  <p:oleObj spid="_x0000_s3183" name="" r:id="rId5" imgW="228600" imgH="317500" progId="Equation.3">
                    <p:embed/>
                  </p:oleObj>
                </mc:Choice>
                <mc:Fallback>
                  <p:oleObj name="" r:id="rId5" imgW="228600" imgH="317500" progId="Equation.3">
                    <p:embed/>
                    <p:pic>
                      <p:nvPicPr>
                        <p:cNvPr id="0" name="图片 3182"/>
                        <p:cNvPicPr/>
                        <p:nvPr/>
                      </p:nvPicPr>
                      <p:blipFill>
                        <a:blip r:embed="rId6">
                          <a:clrChange>
                            <a:clrFrom>
                              <a:srgbClr val="000000"/>
                            </a:clrFrom>
                            <a:clrTo>
                              <a:srgbClr val="FFFFFF"/>
                            </a:clrTo>
                          </a:clrChange>
                        </a:blip>
                        <a:stretch>
                          <a:fillRect/>
                        </a:stretch>
                      </p:blipFill>
                      <p:spPr>
                        <a:xfrm>
                          <a:off x="604" y="1553"/>
                          <a:ext cx="299" cy="416"/>
                        </a:xfrm>
                        <a:prstGeom prst="rect">
                          <a:avLst/>
                        </a:prstGeom>
                        <a:noFill/>
                        <a:ln w="38100">
                          <a:noFill/>
                          <a:miter/>
                        </a:ln>
                      </p:spPr>
                    </p:pic>
                  </p:oleObj>
                </mc:Fallback>
              </mc:AlternateContent>
            </a:graphicData>
          </a:graphic>
        </p:graphicFrame>
        <p:sp>
          <p:nvSpPr>
            <p:cNvPr id="18498" name="Line 94"/>
            <p:cNvSpPr/>
            <p:nvPr/>
          </p:nvSpPr>
          <p:spPr>
            <a:xfrm flipH="1">
              <a:off x="1111" y="925"/>
              <a:ext cx="0" cy="908"/>
            </a:xfrm>
            <a:prstGeom prst="line">
              <a:avLst/>
            </a:prstGeom>
            <a:ln w="28575" cap="flat" cmpd="sng">
              <a:solidFill>
                <a:srgbClr val="FFCC00"/>
              </a:solidFill>
              <a:prstDash val="solid"/>
              <a:headEnd type="oval" w="med" len="med"/>
              <a:tailEnd type="oval" w="med" len="med"/>
            </a:ln>
          </p:spPr>
        </p:sp>
        <p:sp>
          <p:nvSpPr>
            <p:cNvPr id="18499" name="Text Box 95"/>
            <p:cNvSpPr txBox="1"/>
            <p:nvPr/>
          </p:nvSpPr>
          <p:spPr>
            <a:xfrm>
              <a:off x="1247" y="925"/>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8500" name="Text Box 96"/>
            <p:cNvSpPr txBox="1"/>
            <p:nvPr/>
          </p:nvSpPr>
          <p:spPr>
            <a:xfrm rot="10800000">
              <a:off x="1247" y="1470"/>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8501" name="Line 97"/>
            <p:cNvSpPr/>
            <p:nvPr/>
          </p:nvSpPr>
          <p:spPr>
            <a:xfrm flipH="1">
              <a:off x="1111" y="1833"/>
              <a:ext cx="0" cy="861"/>
            </a:xfrm>
            <a:prstGeom prst="line">
              <a:avLst/>
            </a:prstGeom>
            <a:ln w="28575" cap="flat" cmpd="sng">
              <a:solidFill>
                <a:srgbClr val="FFCC00"/>
              </a:solidFill>
              <a:prstDash val="solid"/>
              <a:headEnd type="oval" w="med" len="med"/>
              <a:tailEnd type="oval" w="med" len="med"/>
            </a:ln>
          </p:spPr>
        </p:sp>
        <p:sp>
          <p:nvSpPr>
            <p:cNvPr id="18502" name="Text Box 98"/>
            <p:cNvSpPr txBox="1"/>
            <p:nvPr/>
          </p:nvSpPr>
          <p:spPr>
            <a:xfrm>
              <a:off x="1201" y="1787"/>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8503" name="Text Box 99"/>
            <p:cNvSpPr txBox="1"/>
            <p:nvPr/>
          </p:nvSpPr>
          <p:spPr>
            <a:xfrm rot="10800000">
              <a:off x="1292" y="2377"/>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8504" name="Line 100"/>
            <p:cNvSpPr/>
            <p:nvPr/>
          </p:nvSpPr>
          <p:spPr>
            <a:xfrm>
              <a:off x="2245" y="926"/>
              <a:ext cx="0" cy="1769"/>
            </a:xfrm>
            <a:prstGeom prst="line">
              <a:avLst/>
            </a:prstGeom>
            <a:ln w="28575" cap="flat" cmpd="sng">
              <a:solidFill>
                <a:srgbClr val="FFCC00"/>
              </a:solidFill>
              <a:prstDash val="solid"/>
              <a:headEnd type="none" w="med" len="med"/>
              <a:tailEnd type="none" w="med" len="med"/>
            </a:ln>
          </p:spPr>
        </p:sp>
        <p:sp>
          <p:nvSpPr>
            <p:cNvPr id="18505" name="Line 101"/>
            <p:cNvSpPr/>
            <p:nvPr/>
          </p:nvSpPr>
          <p:spPr>
            <a:xfrm>
              <a:off x="3152" y="926"/>
              <a:ext cx="0" cy="1769"/>
            </a:xfrm>
            <a:prstGeom prst="line">
              <a:avLst/>
            </a:prstGeom>
            <a:ln w="28575" cap="flat" cmpd="sng">
              <a:solidFill>
                <a:srgbClr val="FFCC00"/>
              </a:solidFill>
              <a:prstDash val="solid"/>
              <a:headEnd type="none" w="med" len="med"/>
              <a:tailEnd type="none" w="med" len="med"/>
            </a:ln>
          </p:spPr>
        </p:sp>
        <p:sp>
          <p:nvSpPr>
            <p:cNvPr id="18506" name="Rectangle 102"/>
            <p:cNvSpPr/>
            <p:nvPr/>
          </p:nvSpPr>
          <p:spPr>
            <a:xfrm>
              <a:off x="3107" y="1606"/>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18507" name="Line 105"/>
            <p:cNvSpPr/>
            <p:nvPr/>
          </p:nvSpPr>
          <p:spPr>
            <a:xfrm rot="-5400000">
              <a:off x="1757" y="1650"/>
              <a:ext cx="0" cy="384"/>
            </a:xfrm>
            <a:prstGeom prst="line">
              <a:avLst/>
            </a:prstGeom>
            <a:ln w="28575" cap="flat" cmpd="sng">
              <a:solidFill>
                <a:srgbClr val="00FFFF"/>
              </a:solidFill>
              <a:prstDash val="solid"/>
              <a:headEnd type="none" w="med" len="med"/>
              <a:tailEnd type="triangle" w="med" len="med"/>
            </a:ln>
          </p:spPr>
        </p:sp>
        <p:graphicFrame>
          <p:nvGraphicFramePr>
            <p:cNvPr id="18443" name="Object 106"/>
            <p:cNvGraphicFramePr/>
            <p:nvPr/>
          </p:nvGraphicFramePr>
          <p:xfrm>
            <a:off x="1610" y="926"/>
            <a:ext cx="221" cy="381"/>
          </p:xfrm>
          <a:graphic>
            <a:graphicData uri="http://schemas.openxmlformats.org/presentationml/2006/ole">
              <mc:AlternateContent xmlns:mc="http://schemas.openxmlformats.org/markup-compatibility/2006">
                <mc:Choice xmlns:v="urn:schemas-microsoft-com:vml" Requires="v">
                  <p:oleObj spid="_x0000_s3187" name="" r:id="rId7" imgW="177800" imgH="304165" progId="Equation.3">
                    <p:embed/>
                  </p:oleObj>
                </mc:Choice>
                <mc:Fallback>
                  <p:oleObj name="" r:id="rId7" imgW="177800" imgH="304165" progId="Equation.3">
                    <p:embed/>
                    <p:pic>
                      <p:nvPicPr>
                        <p:cNvPr id="0" name="图片 3186"/>
                        <p:cNvPicPr/>
                        <p:nvPr/>
                      </p:nvPicPr>
                      <p:blipFill>
                        <a:blip r:embed="rId8">
                          <a:clrChange>
                            <a:clrFrom>
                              <a:srgbClr val="000000"/>
                            </a:clrFrom>
                            <a:clrTo>
                              <a:srgbClr val="FFFFFF"/>
                            </a:clrTo>
                          </a:clrChange>
                        </a:blip>
                        <a:stretch>
                          <a:fillRect/>
                        </a:stretch>
                      </p:blipFill>
                      <p:spPr>
                        <a:xfrm>
                          <a:off x="1610" y="926"/>
                          <a:ext cx="221" cy="381"/>
                        </a:xfrm>
                        <a:prstGeom prst="rect">
                          <a:avLst/>
                        </a:prstGeom>
                        <a:noFill/>
                        <a:ln w="38100">
                          <a:noFill/>
                          <a:miter/>
                        </a:ln>
                      </p:spPr>
                    </p:pic>
                  </p:oleObj>
                </mc:Fallback>
              </mc:AlternateContent>
            </a:graphicData>
          </a:graphic>
        </p:graphicFrame>
        <p:graphicFrame>
          <p:nvGraphicFramePr>
            <p:cNvPr id="18444" name="Object 108"/>
            <p:cNvGraphicFramePr/>
            <p:nvPr/>
          </p:nvGraphicFramePr>
          <p:xfrm>
            <a:off x="1656" y="1379"/>
            <a:ext cx="223" cy="381"/>
          </p:xfrm>
          <a:graphic>
            <a:graphicData uri="http://schemas.openxmlformats.org/presentationml/2006/ole">
              <mc:AlternateContent xmlns:mc="http://schemas.openxmlformats.org/markup-compatibility/2006">
                <mc:Choice xmlns:v="urn:schemas-microsoft-com:vml" Requires="v">
                  <p:oleObj spid="_x0000_s3188" name="" r:id="rId9" imgW="177800" imgH="304165" progId="Equation.3">
                    <p:embed/>
                  </p:oleObj>
                </mc:Choice>
                <mc:Fallback>
                  <p:oleObj name="" r:id="rId9" imgW="177800" imgH="304165" progId="Equation.3">
                    <p:embed/>
                    <p:pic>
                      <p:nvPicPr>
                        <p:cNvPr id="0" name="图片 3187"/>
                        <p:cNvPicPr/>
                        <p:nvPr/>
                      </p:nvPicPr>
                      <p:blipFill>
                        <a:blip r:embed="rId10">
                          <a:clrChange>
                            <a:clrFrom>
                              <a:srgbClr val="000000"/>
                            </a:clrFrom>
                            <a:clrTo>
                              <a:srgbClr val="FFFFFF"/>
                            </a:clrTo>
                          </a:clrChange>
                        </a:blip>
                        <a:stretch>
                          <a:fillRect/>
                        </a:stretch>
                      </p:blipFill>
                      <p:spPr>
                        <a:xfrm>
                          <a:off x="1656" y="1379"/>
                          <a:ext cx="223" cy="381"/>
                        </a:xfrm>
                        <a:prstGeom prst="rect">
                          <a:avLst/>
                        </a:prstGeom>
                        <a:noFill/>
                        <a:ln w="38100">
                          <a:noFill/>
                          <a:miter/>
                        </a:ln>
                      </p:spPr>
                    </p:pic>
                  </p:oleObj>
                </mc:Fallback>
              </mc:AlternateContent>
            </a:graphicData>
          </a:graphic>
        </p:graphicFrame>
        <p:sp>
          <p:nvSpPr>
            <p:cNvPr id="18508" name="Line 109"/>
            <p:cNvSpPr/>
            <p:nvPr/>
          </p:nvSpPr>
          <p:spPr>
            <a:xfrm rot="-5400000">
              <a:off x="1755" y="2513"/>
              <a:ext cx="0" cy="381"/>
            </a:xfrm>
            <a:prstGeom prst="line">
              <a:avLst/>
            </a:prstGeom>
            <a:ln w="28575" cap="flat" cmpd="sng">
              <a:solidFill>
                <a:srgbClr val="00FFFF"/>
              </a:solidFill>
              <a:prstDash val="solid"/>
              <a:headEnd type="none" w="med" len="med"/>
              <a:tailEnd type="triangle" w="med" len="med"/>
            </a:ln>
          </p:spPr>
        </p:sp>
        <p:graphicFrame>
          <p:nvGraphicFramePr>
            <p:cNvPr id="18445" name="Object 110"/>
            <p:cNvGraphicFramePr/>
            <p:nvPr/>
          </p:nvGraphicFramePr>
          <p:xfrm>
            <a:off x="1656" y="2241"/>
            <a:ext cx="223" cy="381"/>
          </p:xfrm>
          <a:graphic>
            <a:graphicData uri="http://schemas.openxmlformats.org/presentationml/2006/ole">
              <mc:AlternateContent xmlns:mc="http://schemas.openxmlformats.org/markup-compatibility/2006">
                <mc:Choice xmlns:v="urn:schemas-microsoft-com:vml" Requires="v">
                  <p:oleObj spid="_x0000_s3189" name="" r:id="rId11" imgW="177800" imgH="304165" progId="Equation.3">
                    <p:embed/>
                  </p:oleObj>
                </mc:Choice>
                <mc:Fallback>
                  <p:oleObj name="" r:id="rId11" imgW="177800" imgH="304165" progId="Equation.3">
                    <p:embed/>
                    <p:pic>
                      <p:nvPicPr>
                        <p:cNvPr id="0" name="图片 3188"/>
                        <p:cNvPicPr/>
                        <p:nvPr/>
                      </p:nvPicPr>
                      <p:blipFill>
                        <a:blip r:embed="rId12">
                          <a:clrChange>
                            <a:clrFrom>
                              <a:srgbClr val="000000"/>
                            </a:clrFrom>
                            <a:clrTo>
                              <a:srgbClr val="FFFFFF"/>
                            </a:clrTo>
                          </a:clrChange>
                        </a:blip>
                        <a:stretch>
                          <a:fillRect/>
                        </a:stretch>
                      </p:blipFill>
                      <p:spPr>
                        <a:xfrm>
                          <a:off x="1656" y="2241"/>
                          <a:ext cx="223" cy="381"/>
                        </a:xfrm>
                        <a:prstGeom prst="rect">
                          <a:avLst/>
                        </a:prstGeom>
                        <a:noFill/>
                        <a:ln w="38100">
                          <a:noFill/>
                          <a:miter/>
                        </a:ln>
                      </p:spPr>
                    </p:pic>
                  </p:oleObj>
                </mc:Fallback>
              </mc:AlternateContent>
            </a:graphicData>
          </a:graphic>
        </p:graphicFrame>
        <p:sp>
          <p:nvSpPr>
            <p:cNvPr id="18509" name="Line 111"/>
            <p:cNvSpPr/>
            <p:nvPr/>
          </p:nvSpPr>
          <p:spPr>
            <a:xfrm rot="-5400000">
              <a:off x="1712" y="743"/>
              <a:ext cx="0" cy="384"/>
            </a:xfrm>
            <a:prstGeom prst="line">
              <a:avLst/>
            </a:prstGeom>
            <a:ln w="28575" cap="flat" cmpd="sng">
              <a:solidFill>
                <a:srgbClr val="00FFFF"/>
              </a:solidFill>
              <a:prstDash val="solid"/>
              <a:headEnd type="none" w="med" len="med"/>
              <a:tailEnd type="triangle" w="med" len="med"/>
            </a:ln>
          </p:spPr>
        </p:sp>
        <p:sp>
          <p:nvSpPr>
            <p:cNvPr id="18510" name="Text Box 112"/>
            <p:cNvSpPr txBox="1"/>
            <p:nvPr/>
          </p:nvSpPr>
          <p:spPr>
            <a:xfrm>
              <a:off x="2881" y="1606"/>
              <a:ext cx="441"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18511" name="Text Box 113"/>
            <p:cNvSpPr txBox="1"/>
            <p:nvPr/>
          </p:nvSpPr>
          <p:spPr>
            <a:xfrm>
              <a:off x="1928" y="2014"/>
              <a:ext cx="544"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18512" name="Text Box 114"/>
            <p:cNvSpPr txBox="1"/>
            <p:nvPr/>
          </p:nvSpPr>
          <p:spPr>
            <a:xfrm>
              <a:off x="1928" y="1243"/>
              <a:ext cx="266"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graphicFrame>
          <p:nvGraphicFramePr>
            <p:cNvPr id="18446" name="Object 115"/>
            <p:cNvGraphicFramePr/>
            <p:nvPr/>
          </p:nvGraphicFramePr>
          <p:xfrm>
            <a:off x="2366" y="1389"/>
            <a:ext cx="287" cy="380"/>
          </p:xfrm>
          <a:graphic>
            <a:graphicData uri="http://schemas.openxmlformats.org/presentationml/2006/ole">
              <mc:AlternateContent xmlns:mc="http://schemas.openxmlformats.org/markup-compatibility/2006">
                <mc:Choice xmlns:v="urn:schemas-microsoft-com:vml" Requires="v">
                  <p:oleObj spid="_x0000_s3199" name="" r:id="rId13" imgW="228600" imgH="304800" progId="Equation.3">
                    <p:embed/>
                  </p:oleObj>
                </mc:Choice>
                <mc:Fallback>
                  <p:oleObj name="" r:id="rId13" imgW="228600" imgH="304800" progId="Equation.3">
                    <p:embed/>
                    <p:pic>
                      <p:nvPicPr>
                        <p:cNvPr id="0" name="图片 3198"/>
                        <p:cNvPicPr/>
                        <p:nvPr/>
                      </p:nvPicPr>
                      <p:blipFill>
                        <a:blip r:embed="rId14">
                          <a:clrChange>
                            <a:clrFrom>
                              <a:srgbClr val="000000"/>
                            </a:clrFrom>
                            <a:clrTo>
                              <a:srgbClr val="FFFFFF"/>
                            </a:clrTo>
                          </a:clrChange>
                        </a:blip>
                        <a:stretch>
                          <a:fillRect/>
                        </a:stretch>
                      </p:blipFill>
                      <p:spPr>
                        <a:xfrm>
                          <a:off x="2366" y="1389"/>
                          <a:ext cx="287" cy="380"/>
                        </a:xfrm>
                        <a:prstGeom prst="rect">
                          <a:avLst/>
                        </a:prstGeom>
                        <a:noFill/>
                        <a:ln w="38100">
                          <a:noFill/>
                          <a:miter/>
                        </a:ln>
                      </p:spPr>
                    </p:pic>
                  </p:oleObj>
                </mc:Fallback>
              </mc:AlternateContent>
            </a:graphicData>
          </a:graphic>
        </p:graphicFrame>
        <p:sp>
          <p:nvSpPr>
            <p:cNvPr id="18513" name="Line 116"/>
            <p:cNvSpPr/>
            <p:nvPr/>
          </p:nvSpPr>
          <p:spPr>
            <a:xfrm rot="5400000" flipV="1">
              <a:off x="2041" y="2455"/>
              <a:ext cx="408" cy="0"/>
            </a:xfrm>
            <a:prstGeom prst="line">
              <a:avLst/>
            </a:prstGeom>
            <a:ln w="38100" cap="flat" cmpd="sng">
              <a:solidFill>
                <a:srgbClr val="00FFFF"/>
              </a:solidFill>
              <a:prstDash val="solid"/>
              <a:headEnd type="none" w="med" len="med"/>
              <a:tailEnd type="triangle" w="med" len="med"/>
            </a:ln>
          </p:spPr>
        </p:sp>
        <p:graphicFrame>
          <p:nvGraphicFramePr>
            <p:cNvPr id="18447" name="Object 117"/>
            <p:cNvGraphicFramePr/>
            <p:nvPr/>
          </p:nvGraphicFramePr>
          <p:xfrm>
            <a:off x="2336" y="2205"/>
            <a:ext cx="308" cy="409"/>
          </p:xfrm>
          <a:graphic>
            <a:graphicData uri="http://schemas.openxmlformats.org/presentationml/2006/ole">
              <mc:AlternateContent xmlns:mc="http://schemas.openxmlformats.org/markup-compatibility/2006">
                <mc:Choice xmlns:v="urn:schemas-microsoft-com:vml" Requires="v">
                  <p:oleObj spid="_x0000_s3202" name="" r:id="rId15" imgW="228600" imgH="304800" progId="Equation.3">
                    <p:embed/>
                  </p:oleObj>
                </mc:Choice>
                <mc:Fallback>
                  <p:oleObj name="" r:id="rId15" imgW="228600" imgH="304800" progId="Equation.3">
                    <p:embed/>
                    <p:pic>
                      <p:nvPicPr>
                        <p:cNvPr id="0" name="图片 3201"/>
                        <p:cNvPicPr/>
                        <p:nvPr/>
                      </p:nvPicPr>
                      <p:blipFill>
                        <a:blip r:embed="rId16">
                          <a:clrChange>
                            <a:clrFrom>
                              <a:srgbClr val="000000"/>
                            </a:clrFrom>
                            <a:clrTo>
                              <a:srgbClr val="FFFFFF"/>
                            </a:clrTo>
                          </a:clrChange>
                        </a:blip>
                        <a:stretch>
                          <a:fillRect/>
                        </a:stretch>
                      </p:blipFill>
                      <p:spPr>
                        <a:xfrm>
                          <a:off x="2336" y="2205"/>
                          <a:ext cx="308" cy="409"/>
                        </a:xfrm>
                        <a:prstGeom prst="rect">
                          <a:avLst/>
                        </a:prstGeom>
                        <a:noFill/>
                        <a:ln w="38100">
                          <a:noFill/>
                          <a:miter/>
                        </a:ln>
                      </p:spPr>
                    </p:pic>
                  </p:oleObj>
                </mc:Fallback>
              </mc:AlternateContent>
            </a:graphicData>
          </a:graphic>
        </p:graphicFrame>
        <p:graphicFrame>
          <p:nvGraphicFramePr>
            <p:cNvPr id="18448" name="Object 118"/>
            <p:cNvGraphicFramePr/>
            <p:nvPr/>
          </p:nvGraphicFramePr>
          <p:xfrm>
            <a:off x="2789" y="2051"/>
            <a:ext cx="286" cy="381"/>
          </p:xfrm>
          <a:graphic>
            <a:graphicData uri="http://schemas.openxmlformats.org/presentationml/2006/ole">
              <mc:AlternateContent xmlns:mc="http://schemas.openxmlformats.org/markup-compatibility/2006">
                <mc:Choice xmlns:v="urn:schemas-microsoft-com:vml" Requires="v">
                  <p:oleObj spid="_x0000_s3201" name="" r:id="rId17" imgW="228600" imgH="304800" progId="Equation.3">
                    <p:embed/>
                  </p:oleObj>
                </mc:Choice>
                <mc:Fallback>
                  <p:oleObj name="" r:id="rId17" imgW="228600" imgH="304800" progId="Equation.3">
                    <p:embed/>
                    <p:pic>
                      <p:nvPicPr>
                        <p:cNvPr id="0" name="图片 3200"/>
                        <p:cNvPicPr/>
                        <p:nvPr/>
                      </p:nvPicPr>
                      <p:blipFill>
                        <a:blip r:embed="rId18">
                          <a:clrChange>
                            <a:clrFrom>
                              <a:srgbClr val="000000"/>
                            </a:clrFrom>
                            <a:clrTo>
                              <a:srgbClr val="FFFFFF"/>
                            </a:clrTo>
                          </a:clrChange>
                        </a:blip>
                        <a:stretch>
                          <a:fillRect/>
                        </a:stretch>
                      </p:blipFill>
                      <p:spPr>
                        <a:xfrm>
                          <a:off x="2789" y="2051"/>
                          <a:ext cx="286" cy="381"/>
                        </a:xfrm>
                        <a:prstGeom prst="rect">
                          <a:avLst/>
                        </a:prstGeom>
                        <a:noFill/>
                        <a:ln w="38100">
                          <a:noFill/>
                          <a:miter/>
                        </a:ln>
                      </p:spPr>
                    </p:pic>
                  </p:oleObj>
                </mc:Fallback>
              </mc:AlternateContent>
            </a:graphicData>
          </a:graphic>
        </p:graphicFrame>
        <p:sp>
          <p:nvSpPr>
            <p:cNvPr id="18514" name="Rectangle 103"/>
            <p:cNvSpPr/>
            <p:nvPr/>
          </p:nvSpPr>
          <p:spPr>
            <a:xfrm>
              <a:off x="2163" y="2023"/>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18515" name="Line 184"/>
            <p:cNvSpPr/>
            <p:nvPr/>
          </p:nvSpPr>
          <p:spPr>
            <a:xfrm rot="5400000" flipV="1">
              <a:off x="2041" y="1593"/>
              <a:ext cx="408" cy="0"/>
            </a:xfrm>
            <a:prstGeom prst="line">
              <a:avLst/>
            </a:prstGeom>
            <a:ln w="38100" cap="flat" cmpd="sng">
              <a:solidFill>
                <a:srgbClr val="00FFFF"/>
              </a:solidFill>
              <a:prstDash val="solid"/>
              <a:headEnd type="none" w="med" len="med"/>
              <a:tailEnd type="triangle" w="med" len="med"/>
            </a:ln>
          </p:spPr>
        </p:sp>
        <p:sp>
          <p:nvSpPr>
            <p:cNvPr id="18516" name="Rectangle 104"/>
            <p:cNvSpPr/>
            <p:nvPr/>
          </p:nvSpPr>
          <p:spPr>
            <a:xfrm>
              <a:off x="2200" y="119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18517" name="Line 185"/>
            <p:cNvSpPr/>
            <p:nvPr/>
          </p:nvSpPr>
          <p:spPr>
            <a:xfrm flipV="1">
              <a:off x="3152" y="2069"/>
              <a:ext cx="0" cy="454"/>
            </a:xfrm>
            <a:prstGeom prst="line">
              <a:avLst/>
            </a:prstGeom>
            <a:ln w="38100" cap="flat" cmpd="sng">
              <a:solidFill>
                <a:srgbClr val="00FFFF"/>
              </a:solidFill>
              <a:prstDash val="solid"/>
              <a:headEnd type="none" w="med" len="med"/>
              <a:tailEnd type="triangle" w="med" len="med"/>
            </a:ln>
          </p:spPr>
        </p:sp>
      </p:grpSp>
      <p:graphicFrame>
        <p:nvGraphicFramePr>
          <p:cNvPr id="81962" name="Object 42"/>
          <p:cNvGraphicFramePr/>
          <p:nvPr/>
        </p:nvGraphicFramePr>
        <p:xfrm>
          <a:off x="5795963" y="1484313"/>
          <a:ext cx="2740025" cy="1039812"/>
        </p:xfrm>
        <a:graphic>
          <a:graphicData uri="http://schemas.openxmlformats.org/presentationml/2006/ole">
            <mc:AlternateContent xmlns:mc="http://schemas.openxmlformats.org/markup-compatibility/2006">
              <mc:Choice xmlns:v="urn:schemas-microsoft-com:vml" Requires="v">
                <p:oleObj spid="_x0000_s3200" name="" r:id="rId19" imgW="1231265" imgH="469900" progId="Equation.3">
                  <p:embed/>
                </p:oleObj>
              </mc:Choice>
              <mc:Fallback>
                <p:oleObj name="" r:id="rId19" imgW="1231265" imgH="469900" progId="Equation.3">
                  <p:embed/>
                  <p:pic>
                    <p:nvPicPr>
                      <p:cNvPr id="0" name="图片 3199"/>
                      <p:cNvPicPr/>
                      <p:nvPr/>
                    </p:nvPicPr>
                    <p:blipFill>
                      <a:blip r:embed="rId20">
                        <a:clrChange>
                          <a:clrFrom>
                            <a:srgbClr val="000000"/>
                          </a:clrFrom>
                          <a:clrTo>
                            <a:srgbClr val="FFFFFF"/>
                          </a:clrTo>
                        </a:clrChange>
                      </a:blip>
                      <a:stretch>
                        <a:fillRect/>
                      </a:stretch>
                    </p:blipFill>
                    <p:spPr>
                      <a:xfrm>
                        <a:off x="5795963" y="1484313"/>
                        <a:ext cx="2740025" cy="1039812"/>
                      </a:xfrm>
                      <a:prstGeom prst="rect">
                        <a:avLst/>
                      </a:prstGeom>
                      <a:noFill/>
                      <a:ln w="38100">
                        <a:noFill/>
                        <a:miter/>
                      </a:ln>
                    </p:spPr>
                  </p:pic>
                </p:oleObj>
              </mc:Fallback>
            </mc:AlternateContent>
          </a:graphicData>
        </a:graphic>
      </p:graphicFrame>
      <p:grpSp>
        <p:nvGrpSpPr>
          <p:cNvPr id="3" name="Group 134"/>
          <p:cNvGrpSpPr/>
          <p:nvPr/>
        </p:nvGrpSpPr>
        <p:grpSpPr>
          <a:xfrm>
            <a:off x="250825" y="4564063"/>
            <a:ext cx="1644650" cy="850900"/>
            <a:chOff x="385" y="3022"/>
            <a:chExt cx="1036" cy="536"/>
          </a:xfrm>
        </p:grpSpPr>
        <p:pic>
          <p:nvPicPr>
            <p:cNvPr id="18487" name="Picture 135" descr="123"/>
            <p:cNvPicPr>
              <a:picLocks noChangeAspect="1"/>
            </p:cNvPicPr>
            <p:nvPr/>
          </p:nvPicPr>
          <p:blipFill>
            <a:blip r:embed="rId21"/>
            <a:stretch>
              <a:fillRect/>
            </a:stretch>
          </p:blipFill>
          <p:spPr>
            <a:xfrm>
              <a:off x="385" y="3022"/>
              <a:ext cx="590" cy="536"/>
            </a:xfrm>
            <a:prstGeom prst="rect">
              <a:avLst/>
            </a:prstGeom>
            <a:noFill/>
            <a:ln w="9525">
              <a:noFill/>
            </a:ln>
          </p:spPr>
        </p:pic>
        <p:sp>
          <p:nvSpPr>
            <p:cNvPr id="18488" name="Text Box 136"/>
            <p:cNvSpPr txBox="1"/>
            <p:nvPr/>
          </p:nvSpPr>
          <p:spPr>
            <a:xfrm>
              <a:off x="793" y="3125"/>
              <a:ext cx="628" cy="365"/>
            </a:xfrm>
            <a:prstGeom prst="rect">
              <a:avLst/>
            </a:prstGeom>
            <a:noFill/>
            <a:ln w="9525">
              <a:noFill/>
            </a:ln>
          </p:spPr>
          <p:txBody>
            <a:bodyPr wrap="none">
              <a:spAutoFit/>
            </a:bodyPr>
            <a:p>
              <a:r>
                <a:rPr lang="zh-CN" altLang="en-US" b="0" dirty="0">
                  <a:solidFill>
                    <a:srgbClr val="CC6600"/>
                  </a:solidFill>
                  <a:latin typeface="Arial" panose="020B0604020202020204" pitchFamily="34" charset="0"/>
                  <a:ea typeface="华文行楷" panose="02010800040101010101" pitchFamily="2" charset="-122"/>
                </a:rPr>
                <a:t>结论</a:t>
              </a:r>
              <a:endParaRPr lang="zh-CN" altLang="en-US" b="0" dirty="0">
                <a:solidFill>
                  <a:srgbClr val="CC6600"/>
                </a:solidFill>
                <a:latin typeface="Arial" panose="020B0604020202020204" pitchFamily="34" charset="0"/>
                <a:ea typeface="华文行楷" panose="02010800040101010101" pitchFamily="2" charset="-122"/>
              </a:endParaRPr>
            </a:p>
          </p:txBody>
        </p:sp>
      </p:grpSp>
      <p:sp>
        <p:nvSpPr>
          <p:cNvPr id="82057" name="Text Box 137"/>
          <p:cNvSpPr txBox="1"/>
          <p:nvPr/>
        </p:nvSpPr>
        <p:spPr>
          <a:xfrm>
            <a:off x="1763713" y="4708525"/>
            <a:ext cx="4248150" cy="519113"/>
          </a:xfrm>
          <a:prstGeom prst="rect">
            <a:avLst/>
          </a:prstGeom>
          <a:noFill/>
          <a:ln w="9525">
            <a:noFill/>
          </a:ln>
        </p:spPr>
        <p:txBody>
          <a:bodyPr>
            <a:spAutoFit/>
          </a:bodyPr>
          <a:p>
            <a:pPr>
              <a:spcBef>
                <a:spcPct val="50000"/>
              </a:spcBef>
            </a:pPr>
            <a:r>
              <a:rPr lang="en-US" altLang="zh-CN" sz="2800" b="0" dirty="0">
                <a:solidFill>
                  <a:schemeClr val="bg1"/>
                </a:solidFill>
                <a:latin typeface="楷体_GB2312" pitchFamily="49" charset="-122"/>
              </a:rPr>
              <a:t>△</a:t>
            </a:r>
            <a:r>
              <a:rPr lang="zh-CN" altLang="en-US" sz="2800" dirty="0">
                <a:latin typeface="楷体_GB2312" pitchFamily="49" charset="-122"/>
              </a:rPr>
              <a:t>形联结的对称电路：</a:t>
            </a:r>
            <a:endParaRPr lang="zh-CN" altLang="en-US" sz="2800" dirty="0">
              <a:latin typeface="楷体_GB2312" pitchFamily="49" charset="-122"/>
            </a:endParaRPr>
          </a:p>
        </p:txBody>
      </p:sp>
      <p:graphicFrame>
        <p:nvGraphicFramePr>
          <p:cNvPr id="82058" name="Object 138"/>
          <p:cNvGraphicFramePr/>
          <p:nvPr/>
        </p:nvGraphicFramePr>
        <p:xfrm>
          <a:off x="742950" y="5310188"/>
          <a:ext cx="7573963" cy="566737"/>
        </p:xfrm>
        <a:graphic>
          <a:graphicData uri="http://schemas.openxmlformats.org/presentationml/2006/ole">
            <mc:AlternateContent xmlns:mc="http://schemas.openxmlformats.org/markup-compatibility/2006">
              <mc:Choice xmlns:v="urn:schemas-microsoft-com:vml" Requires="v">
                <p:oleObj spid="_x0000_s3203" name="" r:id="rId22" imgW="3619500" imgH="279400" progId="Equation.3">
                  <p:embed/>
                </p:oleObj>
              </mc:Choice>
              <mc:Fallback>
                <p:oleObj name="" r:id="rId22" imgW="3619500" imgH="279400" progId="Equation.3">
                  <p:embed/>
                  <p:pic>
                    <p:nvPicPr>
                      <p:cNvPr id="0" name="图片 3202"/>
                      <p:cNvPicPr/>
                      <p:nvPr/>
                    </p:nvPicPr>
                    <p:blipFill>
                      <a:blip r:embed="rId23">
                        <a:clrChange>
                          <a:clrFrom>
                            <a:srgbClr val="000000"/>
                          </a:clrFrom>
                          <a:clrTo>
                            <a:srgbClr val="FFFF00"/>
                          </a:clrTo>
                        </a:clrChange>
                      </a:blip>
                      <a:stretch>
                        <a:fillRect/>
                      </a:stretch>
                    </p:blipFill>
                    <p:spPr>
                      <a:xfrm>
                        <a:off x="742950" y="5310188"/>
                        <a:ext cx="7573963" cy="566737"/>
                      </a:xfrm>
                      <a:prstGeom prst="rect">
                        <a:avLst/>
                      </a:prstGeom>
                      <a:noFill/>
                      <a:ln w="38100">
                        <a:noFill/>
                        <a:miter/>
                      </a:ln>
                    </p:spPr>
                  </p:pic>
                </p:oleObj>
              </mc:Fallback>
            </mc:AlternateContent>
          </a:graphicData>
        </a:graphic>
      </p:graphicFrame>
      <p:sp>
        <p:nvSpPr>
          <p:cNvPr id="82059" name="Rectangle 139"/>
          <p:cNvSpPr/>
          <p:nvPr/>
        </p:nvSpPr>
        <p:spPr>
          <a:xfrm>
            <a:off x="611188" y="5876925"/>
            <a:ext cx="6337300" cy="519113"/>
          </a:xfrm>
          <a:prstGeom prst="rect">
            <a:avLst/>
          </a:prstGeom>
          <a:noFill/>
          <a:ln w="9525">
            <a:noFill/>
          </a:ln>
        </p:spPr>
        <p:txBody>
          <a:bodyPr>
            <a:spAutoFit/>
          </a:bodyPr>
          <a:p>
            <a:r>
              <a:rPr lang="zh-CN" altLang="zh-CN" sz="2800" b="0" dirty="0">
                <a:latin typeface="楷体_GB2312" pitchFamily="49" charset="-122"/>
              </a:rPr>
              <a:t>(</a:t>
            </a:r>
            <a:r>
              <a:rPr lang="en-US" altLang="zh-CN" sz="2800" b="0" dirty="0">
                <a:latin typeface="楷体_GB2312" pitchFamily="49" charset="-122"/>
              </a:rPr>
              <a:t>2</a:t>
            </a:r>
            <a:r>
              <a:rPr lang="zh-CN" altLang="zh-CN" sz="2800" b="0" dirty="0">
                <a:latin typeface="楷体_GB2312" pitchFamily="49" charset="-122"/>
              </a:rPr>
              <a:t>)</a:t>
            </a:r>
            <a:r>
              <a:rPr lang="en-US" altLang="zh-CN" sz="2800" b="0" dirty="0">
                <a:latin typeface="楷体_GB2312" pitchFamily="49" charset="-122"/>
              </a:rPr>
              <a:t> </a:t>
            </a:r>
            <a:r>
              <a:rPr lang="zh-CN" altLang="zh-CN" sz="2800" dirty="0">
                <a:latin typeface="楷体_GB2312" pitchFamily="49" charset="-122"/>
              </a:rPr>
              <a:t>线电</a:t>
            </a:r>
            <a:r>
              <a:rPr lang="zh-CN" altLang="en-US" sz="2800" dirty="0">
                <a:latin typeface="楷体_GB2312" pitchFamily="49" charset="-122"/>
              </a:rPr>
              <a:t>流</a:t>
            </a:r>
            <a:r>
              <a:rPr lang="zh-CN" altLang="zh-CN" sz="2800" dirty="0">
                <a:latin typeface="楷体_GB2312" pitchFamily="49" charset="-122"/>
              </a:rPr>
              <a:t>相位</a:t>
            </a:r>
            <a:r>
              <a:rPr lang="zh-CN" altLang="en-US" sz="2800" dirty="0">
                <a:latin typeface="楷体_GB2312" pitchFamily="49" charset="-122"/>
              </a:rPr>
              <a:t>滞后</a:t>
            </a:r>
            <a:r>
              <a:rPr lang="zh-CN" altLang="zh-CN" sz="2800" dirty="0">
                <a:latin typeface="楷体_GB2312" pitchFamily="49" charset="-122"/>
              </a:rPr>
              <a:t>对应相电</a:t>
            </a:r>
            <a:r>
              <a:rPr lang="zh-CN" altLang="en-US" sz="2800" dirty="0">
                <a:latin typeface="楷体_GB2312" pitchFamily="49" charset="-122"/>
              </a:rPr>
              <a:t>流</a:t>
            </a:r>
            <a:r>
              <a:rPr lang="zh-CN" altLang="zh-CN" sz="2800" b="0" dirty="0">
                <a:solidFill>
                  <a:schemeClr val="bg1"/>
                </a:solidFill>
                <a:latin typeface="Times New Roman" panose="02020603050405020304" pitchFamily="18" charset="0"/>
              </a:rPr>
              <a:t>30</a:t>
            </a:r>
            <a:r>
              <a:rPr lang="en-US" altLang="zh-CN" sz="2800" b="0" baseline="42000" dirty="0">
                <a:solidFill>
                  <a:schemeClr val="bg1"/>
                </a:solidFill>
                <a:latin typeface="Times New Roman" panose="02020603050405020304" pitchFamily="18" charset="0"/>
              </a:rPr>
              <a:t>o</a:t>
            </a:r>
            <a:r>
              <a:rPr lang="zh-CN" altLang="en-US" sz="2800" b="0" dirty="0">
                <a:latin typeface="Times New Roman" panose="02020603050405020304" pitchFamily="18" charset="0"/>
              </a:rPr>
              <a:t>。</a:t>
            </a:r>
            <a:r>
              <a:rPr lang="zh-CN" altLang="en-US" sz="2800" dirty="0">
                <a:latin typeface="楷体_GB2312" pitchFamily="49" charset="-122"/>
              </a:rPr>
              <a:t> </a:t>
            </a:r>
            <a:endParaRPr lang="zh-CN" altLang="en-US" sz="2800" baseline="42000" dirty="0">
              <a:latin typeface="楷体_GB2312" pitchFamily="49" charset="-122"/>
            </a:endParaRPr>
          </a:p>
        </p:txBody>
      </p:sp>
      <p:grpSp>
        <p:nvGrpSpPr>
          <p:cNvPr id="4" name="Group 140"/>
          <p:cNvGrpSpPr/>
          <p:nvPr/>
        </p:nvGrpSpPr>
        <p:grpSpPr>
          <a:xfrm>
            <a:off x="2843213" y="1268413"/>
            <a:ext cx="2408237" cy="3168650"/>
            <a:chOff x="1273" y="1797"/>
            <a:chExt cx="1517" cy="1996"/>
          </a:xfrm>
        </p:grpSpPr>
        <p:grpSp>
          <p:nvGrpSpPr>
            <p:cNvPr id="18471" name="Group 141"/>
            <p:cNvGrpSpPr/>
            <p:nvPr/>
          </p:nvGrpSpPr>
          <p:grpSpPr>
            <a:xfrm>
              <a:off x="1429" y="1797"/>
              <a:ext cx="1361" cy="1996"/>
              <a:chOff x="2154" y="1842"/>
              <a:chExt cx="1361" cy="1996"/>
            </a:xfrm>
          </p:grpSpPr>
          <p:sp>
            <p:nvSpPr>
              <p:cNvPr id="18475" name="Rectangle 142"/>
              <p:cNvSpPr/>
              <p:nvPr/>
            </p:nvSpPr>
            <p:spPr>
              <a:xfrm>
                <a:off x="2154" y="1842"/>
                <a:ext cx="1361" cy="1996"/>
              </a:xfrm>
              <a:prstGeom prst="rect">
                <a:avLst/>
              </a:prstGeom>
              <a:solidFill>
                <a:srgbClr val="000099"/>
              </a:solidFill>
              <a:ln w="9525">
                <a:noFill/>
              </a:ln>
            </p:spPr>
            <p:txBody>
              <a:bodyPr wrap="none" anchor="ctr" anchorCtr="0"/>
              <a:p>
                <a:endParaRPr lang="zh-CN" altLang="en-US" dirty="0">
                  <a:latin typeface="Arial" panose="020B0604020202020204" pitchFamily="34" charset="0"/>
                </a:endParaRPr>
              </a:p>
            </p:txBody>
          </p:sp>
          <p:sp>
            <p:nvSpPr>
              <p:cNvPr id="18476" name="Line 143"/>
              <p:cNvSpPr/>
              <p:nvPr/>
            </p:nvSpPr>
            <p:spPr>
              <a:xfrm>
                <a:off x="2154" y="3748"/>
                <a:ext cx="1044" cy="0"/>
              </a:xfrm>
              <a:prstGeom prst="line">
                <a:avLst/>
              </a:prstGeom>
              <a:ln w="28575" cap="flat" cmpd="sng">
                <a:solidFill>
                  <a:srgbClr val="FFCC00"/>
                </a:solidFill>
                <a:prstDash val="solid"/>
                <a:headEnd type="none" w="med" len="med"/>
                <a:tailEnd type="none" w="med" len="med"/>
              </a:ln>
            </p:spPr>
          </p:sp>
          <p:sp>
            <p:nvSpPr>
              <p:cNvPr id="18477" name="Line 144"/>
              <p:cNvSpPr/>
              <p:nvPr/>
            </p:nvSpPr>
            <p:spPr>
              <a:xfrm flipV="1">
                <a:off x="2154" y="2886"/>
                <a:ext cx="1044" cy="5"/>
              </a:xfrm>
              <a:prstGeom prst="line">
                <a:avLst/>
              </a:prstGeom>
              <a:ln w="28575" cap="flat" cmpd="sng">
                <a:solidFill>
                  <a:srgbClr val="FFCC00"/>
                </a:solidFill>
                <a:prstDash val="solid"/>
                <a:headEnd type="none" w="med" len="med"/>
                <a:tailEnd type="oval" w="med" len="med"/>
              </a:ln>
            </p:spPr>
          </p:sp>
          <p:sp>
            <p:nvSpPr>
              <p:cNvPr id="18478" name="Line 145"/>
              <p:cNvSpPr/>
              <p:nvPr/>
            </p:nvSpPr>
            <p:spPr>
              <a:xfrm flipV="1">
                <a:off x="2154" y="1979"/>
                <a:ext cx="1044" cy="0"/>
              </a:xfrm>
              <a:prstGeom prst="line">
                <a:avLst/>
              </a:prstGeom>
              <a:ln w="28575" cap="flat" cmpd="sng">
                <a:solidFill>
                  <a:srgbClr val="FFCC00"/>
                </a:solidFill>
                <a:prstDash val="solid"/>
                <a:headEnd type="none" w="med" len="med"/>
                <a:tailEnd type="none" w="med" len="med"/>
              </a:ln>
            </p:spPr>
          </p:sp>
          <p:sp>
            <p:nvSpPr>
              <p:cNvPr id="18479" name="Rectangle 146"/>
              <p:cNvSpPr/>
              <p:nvPr/>
            </p:nvSpPr>
            <p:spPr>
              <a:xfrm>
                <a:off x="2426" y="3657"/>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18480" name="Rectangle 147"/>
              <p:cNvSpPr/>
              <p:nvPr/>
            </p:nvSpPr>
            <p:spPr>
              <a:xfrm>
                <a:off x="2426" y="2795"/>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18481" name="Rectangle 148"/>
              <p:cNvSpPr/>
              <p:nvPr/>
            </p:nvSpPr>
            <p:spPr>
              <a:xfrm>
                <a:off x="2426" y="1933"/>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18482" name="Line 149"/>
              <p:cNvSpPr/>
              <p:nvPr/>
            </p:nvSpPr>
            <p:spPr>
              <a:xfrm>
                <a:off x="3198" y="1979"/>
                <a:ext cx="1" cy="1769"/>
              </a:xfrm>
              <a:prstGeom prst="line">
                <a:avLst/>
              </a:prstGeom>
              <a:ln w="28575" cap="flat" cmpd="sng">
                <a:solidFill>
                  <a:srgbClr val="FFCC00"/>
                </a:solidFill>
                <a:prstDash val="solid"/>
                <a:headEnd type="none" w="med" len="med"/>
                <a:tailEnd type="none" w="med" len="med"/>
              </a:ln>
            </p:spPr>
          </p:sp>
          <p:sp>
            <p:nvSpPr>
              <p:cNvPr id="18483" name="Text Box 150"/>
              <p:cNvSpPr txBox="1"/>
              <p:nvPr/>
            </p:nvSpPr>
            <p:spPr>
              <a:xfrm>
                <a:off x="2381" y="2024"/>
                <a:ext cx="499"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仿宋_GB2312" pitchFamily="49" charset="-122"/>
                  </a:rPr>
                  <a:t>Z/3</a:t>
                </a:r>
                <a:endParaRPr lang="en-US" altLang="zh-CN" sz="2800" b="0" dirty="0">
                  <a:solidFill>
                    <a:schemeClr val="bg1"/>
                  </a:solidFill>
                  <a:latin typeface="Times New Roman" panose="02020603050405020304" pitchFamily="18" charset="0"/>
                  <a:ea typeface="仿宋_GB2312" pitchFamily="49" charset="-122"/>
                </a:endParaRPr>
              </a:p>
            </p:txBody>
          </p:sp>
          <p:sp>
            <p:nvSpPr>
              <p:cNvPr id="18484" name="Text Box 151"/>
              <p:cNvSpPr txBox="1"/>
              <p:nvPr/>
            </p:nvSpPr>
            <p:spPr>
              <a:xfrm>
                <a:off x="2336" y="2478"/>
                <a:ext cx="499"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仿宋_GB2312" pitchFamily="49" charset="-122"/>
                  </a:rPr>
                  <a:t>Z/3</a:t>
                </a:r>
                <a:endParaRPr lang="en-US" altLang="zh-CN" sz="2800" b="0" dirty="0">
                  <a:solidFill>
                    <a:schemeClr val="bg1"/>
                  </a:solidFill>
                  <a:latin typeface="Times New Roman" panose="02020603050405020304" pitchFamily="18" charset="0"/>
                  <a:ea typeface="仿宋_GB2312" pitchFamily="49" charset="-122"/>
                </a:endParaRPr>
              </a:p>
            </p:txBody>
          </p:sp>
          <p:sp>
            <p:nvSpPr>
              <p:cNvPr id="18485" name="Text Box 152"/>
              <p:cNvSpPr txBox="1"/>
              <p:nvPr/>
            </p:nvSpPr>
            <p:spPr>
              <a:xfrm>
                <a:off x="2336" y="3339"/>
                <a:ext cx="499"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仿宋_GB2312" pitchFamily="49" charset="-122"/>
                  </a:rPr>
                  <a:t>Z/3</a:t>
                </a:r>
                <a:endParaRPr lang="en-US" altLang="zh-CN" sz="2800" b="0" dirty="0">
                  <a:solidFill>
                    <a:schemeClr val="bg1"/>
                  </a:solidFill>
                  <a:latin typeface="Times New Roman" panose="02020603050405020304" pitchFamily="18" charset="0"/>
                  <a:ea typeface="仿宋_GB2312" pitchFamily="49" charset="-122"/>
                </a:endParaRPr>
              </a:p>
            </p:txBody>
          </p:sp>
          <p:sp>
            <p:nvSpPr>
              <p:cNvPr id="18486" name="Text Box 153"/>
              <p:cNvSpPr txBox="1"/>
              <p:nvPr/>
            </p:nvSpPr>
            <p:spPr>
              <a:xfrm>
                <a:off x="2835" y="2886"/>
                <a:ext cx="499" cy="365"/>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仿宋_GB2312" pitchFamily="49" charset="-122"/>
                  </a:rPr>
                  <a:t>N </a:t>
                </a:r>
                <a:r>
                  <a:rPr lang="en-US" altLang="zh-CN" b="0" dirty="0">
                    <a:solidFill>
                      <a:schemeClr val="bg1"/>
                    </a:solidFill>
                    <a:latin typeface="Arial" panose="020B0604020202020204" pitchFamily="34" charset="0"/>
                  </a:rPr>
                  <a:t>'</a:t>
                </a:r>
                <a:endParaRPr lang="en-US" altLang="zh-CN" b="0" dirty="0">
                  <a:solidFill>
                    <a:schemeClr val="bg1"/>
                  </a:solidFill>
                  <a:latin typeface="Arial" panose="020B0604020202020204" pitchFamily="34" charset="0"/>
                </a:endParaRPr>
              </a:p>
            </p:txBody>
          </p:sp>
        </p:grpSp>
        <p:sp>
          <p:nvSpPr>
            <p:cNvPr id="18472" name="Text Box 154"/>
            <p:cNvSpPr txBox="1"/>
            <p:nvPr/>
          </p:nvSpPr>
          <p:spPr>
            <a:xfrm>
              <a:off x="1274" y="3385"/>
              <a:ext cx="563"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8473" name="Text Box 155"/>
            <p:cNvSpPr txBox="1"/>
            <p:nvPr/>
          </p:nvSpPr>
          <p:spPr>
            <a:xfrm>
              <a:off x="1319" y="2523"/>
              <a:ext cx="563"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8474" name="Text Box 156"/>
            <p:cNvSpPr txBox="1"/>
            <p:nvPr/>
          </p:nvSpPr>
          <p:spPr>
            <a:xfrm>
              <a:off x="1273" y="1933"/>
              <a:ext cx="563"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grpSp>
      <p:graphicFrame>
        <p:nvGraphicFramePr>
          <p:cNvPr id="82077" name="Object 157"/>
          <p:cNvGraphicFramePr/>
          <p:nvPr/>
        </p:nvGraphicFramePr>
        <p:xfrm>
          <a:off x="6443663" y="476250"/>
          <a:ext cx="1374775" cy="1050925"/>
        </p:xfrm>
        <a:graphic>
          <a:graphicData uri="http://schemas.openxmlformats.org/presentationml/2006/ole">
            <mc:AlternateContent xmlns:mc="http://schemas.openxmlformats.org/markup-compatibility/2006">
              <mc:Choice xmlns:v="urn:schemas-microsoft-com:vml" Requires="v">
                <p:oleObj spid="_x0000_s3198" name="" r:id="rId24" imgW="596900" imgH="457200" progId="Equation.3">
                  <p:embed/>
                </p:oleObj>
              </mc:Choice>
              <mc:Fallback>
                <p:oleObj name="" r:id="rId24" imgW="596900" imgH="457200" progId="Equation.3">
                  <p:embed/>
                  <p:pic>
                    <p:nvPicPr>
                      <p:cNvPr id="0" name="图片 3197"/>
                      <p:cNvPicPr/>
                      <p:nvPr/>
                    </p:nvPicPr>
                    <p:blipFill>
                      <a:blip r:embed="rId25">
                        <a:clrChange>
                          <a:clrFrom>
                            <a:srgbClr val="000000"/>
                          </a:clrFrom>
                          <a:clrTo>
                            <a:srgbClr val="FFFFFF"/>
                          </a:clrTo>
                        </a:clrChange>
                      </a:blip>
                      <a:stretch>
                        <a:fillRect/>
                      </a:stretch>
                    </p:blipFill>
                    <p:spPr>
                      <a:xfrm>
                        <a:off x="6443663" y="476250"/>
                        <a:ext cx="1374775" cy="1050925"/>
                      </a:xfrm>
                      <a:prstGeom prst="rect">
                        <a:avLst/>
                      </a:prstGeom>
                      <a:noFill/>
                      <a:ln w="38100">
                        <a:noFill/>
                        <a:miter/>
                      </a:ln>
                    </p:spPr>
                  </p:pic>
                </p:oleObj>
              </mc:Fallback>
            </mc:AlternateContent>
          </a:graphicData>
        </a:graphic>
      </p:graphicFrame>
      <p:sp>
        <p:nvSpPr>
          <p:cNvPr id="82078" name="Text Box 158"/>
          <p:cNvSpPr txBox="1"/>
          <p:nvPr/>
        </p:nvSpPr>
        <p:spPr>
          <a:xfrm>
            <a:off x="395288" y="549275"/>
            <a:ext cx="2016125" cy="519113"/>
          </a:xfrm>
          <a:prstGeom prst="rect">
            <a:avLst/>
          </a:prstGeom>
          <a:noFill/>
          <a:ln w="9525">
            <a:noFill/>
          </a:ln>
        </p:spPr>
        <p:txBody>
          <a:bodyPr>
            <a:spAutoFit/>
          </a:bodyPr>
          <a:p>
            <a:pPr marL="342900" indent="-342900">
              <a:buAutoNum type="circleNumDbPlain" startAt="2"/>
            </a:pPr>
            <a:r>
              <a:rPr lang="en-US" altLang="zh-CN" sz="2800" b="0" dirty="0">
                <a:latin typeface="Times New Roman" panose="02020603050405020304" pitchFamily="18" charset="0"/>
                <a:sym typeface="Symbol" panose="05050102010706020507" pitchFamily="18" charset="2"/>
              </a:rPr>
              <a:t></a:t>
            </a:r>
            <a:r>
              <a:rPr lang="zh-CN" altLang="en-US" sz="2800" dirty="0">
                <a:latin typeface="Times New Roman" panose="02020603050405020304" pitchFamily="18" charset="0"/>
                <a:sym typeface="Symbol" panose="05050102010706020507" pitchFamily="18" charset="2"/>
              </a:rPr>
              <a:t>形</a:t>
            </a:r>
            <a:r>
              <a:rPr lang="zh-CN" altLang="en-US" sz="2800" dirty="0">
                <a:latin typeface="楷体_GB2312" pitchFamily="49" charset="-122"/>
              </a:rPr>
              <a:t>联结</a:t>
            </a:r>
            <a:endParaRPr lang="zh-CN" altLang="en-US" sz="2800" dirty="0">
              <a:latin typeface="楷体_GB2312" pitchFamily="49" charset="-122"/>
            </a:endParaRPr>
          </a:p>
        </p:txBody>
      </p:sp>
      <p:grpSp>
        <p:nvGrpSpPr>
          <p:cNvPr id="18455" name="Group 168"/>
          <p:cNvGrpSpPr/>
          <p:nvPr/>
        </p:nvGrpSpPr>
        <p:grpSpPr>
          <a:xfrm>
            <a:off x="8316913" y="6445250"/>
            <a:ext cx="792162" cy="366713"/>
            <a:chOff x="5193" y="4020"/>
            <a:chExt cx="499" cy="231"/>
          </a:xfrm>
        </p:grpSpPr>
        <p:pic>
          <p:nvPicPr>
            <p:cNvPr id="18469" name="Picture 169" descr="78900"/>
            <p:cNvPicPr>
              <a:picLocks noChangeAspect="1"/>
            </p:cNvPicPr>
            <p:nvPr/>
          </p:nvPicPr>
          <p:blipFill>
            <a:blip r:embed="rId26"/>
            <a:stretch>
              <a:fillRect/>
            </a:stretch>
          </p:blipFill>
          <p:spPr>
            <a:xfrm>
              <a:off x="5193" y="4066"/>
              <a:ext cx="499" cy="181"/>
            </a:xfrm>
            <a:prstGeom prst="rect">
              <a:avLst/>
            </a:prstGeom>
            <a:noFill/>
            <a:ln w="9525">
              <a:noFill/>
            </a:ln>
          </p:spPr>
        </p:pic>
        <p:sp>
          <p:nvSpPr>
            <p:cNvPr id="18470" name="Text Box 170">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8456" name="Group 171"/>
          <p:cNvGrpSpPr/>
          <p:nvPr/>
        </p:nvGrpSpPr>
        <p:grpSpPr>
          <a:xfrm>
            <a:off x="7451725" y="6445250"/>
            <a:ext cx="792163" cy="366713"/>
            <a:chOff x="5193" y="4020"/>
            <a:chExt cx="499" cy="231"/>
          </a:xfrm>
        </p:grpSpPr>
        <p:pic>
          <p:nvPicPr>
            <p:cNvPr id="18467" name="Picture 172" descr="78900"/>
            <p:cNvPicPr>
              <a:picLocks noChangeAspect="1"/>
            </p:cNvPicPr>
            <p:nvPr/>
          </p:nvPicPr>
          <p:blipFill>
            <a:blip r:embed="rId26"/>
            <a:stretch>
              <a:fillRect/>
            </a:stretch>
          </p:blipFill>
          <p:spPr>
            <a:xfrm>
              <a:off x="5193" y="4066"/>
              <a:ext cx="499" cy="181"/>
            </a:xfrm>
            <a:prstGeom prst="rect">
              <a:avLst/>
            </a:prstGeom>
            <a:noFill/>
            <a:ln w="9525">
              <a:noFill/>
            </a:ln>
          </p:spPr>
        </p:pic>
        <p:sp>
          <p:nvSpPr>
            <p:cNvPr id="18468" name="Text Box 173">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8457" name="Group 174"/>
          <p:cNvGrpSpPr/>
          <p:nvPr/>
        </p:nvGrpSpPr>
        <p:grpSpPr>
          <a:xfrm>
            <a:off x="6588125" y="6446838"/>
            <a:ext cx="792163" cy="366712"/>
            <a:chOff x="4695" y="4061"/>
            <a:chExt cx="499" cy="231"/>
          </a:xfrm>
        </p:grpSpPr>
        <p:pic>
          <p:nvPicPr>
            <p:cNvPr id="18465" name="Picture 175" descr="78900"/>
            <p:cNvPicPr>
              <a:picLocks noChangeAspect="1"/>
            </p:cNvPicPr>
            <p:nvPr/>
          </p:nvPicPr>
          <p:blipFill>
            <a:blip r:embed="rId26"/>
            <a:stretch>
              <a:fillRect/>
            </a:stretch>
          </p:blipFill>
          <p:spPr>
            <a:xfrm>
              <a:off x="4695" y="4107"/>
              <a:ext cx="499" cy="181"/>
            </a:xfrm>
            <a:prstGeom prst="rect">
              <a:avLst/>
            </a:prstGeom>
            <a:noFill/>
            <a:ln w="9525">
              <a:noFill/>
            </a:ln>
          </p:spPr>
        </p:pic>
        <p:sp>
          <p:nvSpPr>
            <p:cNvPr id="18466" name="Text Box 176">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9" name="Group 181"/>
          <p:cNvGrpSpPr/>
          <p:nvPr/>
        </p:nvGrpSpPr>
        <p:grpSpPr>
          <a:xfrm>
            <a:off x="5795963" y="2565400"/>
            <a:ext cx="2879725" cy="1039813"/>
            <a:chOff x="3664" y="1686"/>
            <a:chExt cx="1738" cy="566"/>
          </a:xfrm>
        </p:grpSpPr>
        <p:graphicFrame>
          <p:nvGraphicFramePr>
            <p:cNvPr id="18439" name="Object 69"/>
            <p:cNvGraphicFramePr/>
            <p:nvPr/>
          </p:nvGraphicFramePr>
          <p:xfrm>
            <a:off x="3664" y="1686"/>
            <a:ext cx="1738" cy="566"/>
          </p:xfrm>
          <a:graphic>
            <a:graphicData uri="http://schemas.openxmlformats.org/presentationml/2006/ole">
              <mc:AlternateContent xmlns:mc="http://schemas.openxmlformats.org/markup-compatibility/2006">
                <mc:Choice xmlns:v="urn:schemas-microsoft-com:vml" Requires="v">
                  <p:oleObj spid="_x0000_s3204" name="" r:id="rId27" imgW="1320165" imgH="431800" progId="Equation.3">
                    <p:embed/>
                  </p:oleObj>
                </mc:Choice>
                <mc:Fallback>
                  <p:oleObj name="" r:id="rId27" imgW="1320165" imgH="431800" progId="Equation.3">
                    <p:embed/>
                    <p:pic>
                      <p:nvPicPr>
                        <p:cNvPr id="0" name="图片 3203"/>
                        <p:cNvPicPr/>
                        <p:nvPr/>
                      </p:nvPicPr>
                      <p:blipFill>
                        <a:blip r:embed="rId28">
                          <a:clrChange>
                            <a:clrFrom>
                              <a:srgbClr val="000000"/>
                            </a:clrFrom>
                            <a:clrTo>
                              <a:srgbClr val="FFFFFF"/>
                            </a:clrTo>
                          </a:clrChange>
                        </a:blip>
                        <a:stretch>
                          <a:fillRect/>
                        </a:stretch>
                      </p:blipFill>
                      <p:spPr>
                        <a:xfrm>
                          <a:off x="3664" y="1686"/>
                          <a:ext cx="1738" cy="566"/>
                        </a:xfrm>
                        <a:prstGeom prst="rect">
                          <a:avLst/>
                        </a:prstGeom>
                        <a:noFill/>
                        <a:ln w="38100">
                          <a:noFill/>
                          <a:miter/>
                        </a:ln>
                      </p:spPr>
                    </p:pic>
                  </p:oleObj>
                </mc:Fallback>
              </mc:AlternateContent>
            </a:graphicData>
          </a:graphic>
        </p:graphicFrame>
        <p:sp>
          <p:nvSpPr>
            <p:cNvPr id="18464" name="Line 177"/>
            <p:cNvSpPr/>
            <p:nvPr/>
          </p:nvSpPr>
          <p:spPr>
            <a:xfrm flipV="1">
              <a:off x="4867" y="1961"/>
              <a:ext cx="499" cy="0"/>
            </a:xfrm>
            <a:prstGeom prst="line">
              <a:avLst/>
            </a:prstGeom>
            <a:ln w="9525" cap="flat" cmpd="sng">
              <a:solidFill>
                <a:schemeClr val="bg1"/>
              </a:solidFill>
              <a:prstDash val="solid"/>
              <a:headEnd type="none" w="med" len="med"/>
              <a:tailEnd type="none" w="med" len="med"/>
            </a:ln>
          </p:spPr>
        </p:sp>
      </p:grpSp>
      <p:grpSp>
        <p:nvGrpSpPr>
          <p:cNvPr id="10" name="Group 183"/>
          <p:cNvGrpSpPr/>
          <p:nvPr/>
        </p:nvGrpSpPr>
        <p:grpSpPr>
          <a:xfrm>
            <a:off x="5795963" y="4508500"/>
            <a:ext cx="2144712" cy="606425"/>
            <a:chOff x="3661" y="2822"/>
            <a:chExt cx="1291" cy="350"/>
          </a:xfrm>
        </p:grpSpPr>
        <p:graphicFrame>
          <p:nvGraphicFramePr>
            <p:cNvPr id="18438" name="Object 70"/>
            <p:cNvGraphicFramePr/>
            <p:nvPr/>
          </p:nvGraphicFramePr>
          <p:xfrm>
            <a:off x="3661" y="2822"/>
            <a:ext cx="1291" cy="350"/>
          </p:xfrm>
          <a:graphic>
            <a:graphicData uri="http://schemas.openxmlformats.org/presentationml/2006/ole">
              <mc:AlternateContent xmlns:mc="http://schemas.openxmlformats.org/markup-compatibility/2006">
                <mc:Choice xmlns:v="urn:schemas-microsoft-com:vml" Requires="v">
                  <p:oleObj spid="_x0000_s3205" name="" r:id="rId29" imgW="888365" imgH="241300" progId="Equation.3">
                    <p:embed/>
                  </p:oleObj>
                </mc:Choice>
                <mc:Fallback>
                  <p:oleObj name="" r:id="rId29" imgW="888365" imgH="241300" progId="Equation.3">
                    <p:embed/>
                    <p:pic>
                      <p:nvPicPr>
                        <p:cNvPr id="0" name="图片 3204"/>
                        <p:cNvPicPr/>
                        <p:nvPr/>
                      </p:nvPicPr>
                      <p:blipFill>
                        <a:blip r:embed="rId30">
                          <a:clrChange>
                            <a:clrFrom>
                              <a:srgbClr val="000000"/>
                            </a:clrFrom>
                            <a:clrTo>
                              <a:srgbClr val="FFFFFF"/>
                            </a:clrTo>
                          </a:clrChange>
                        </a:blip>
                        <a:stretch>
                          <a:fillRect/>
                        </a:stretch>
                      </p:blipFill>
                      <p:spPr>
                        <a:xfrm>
                          <a:off x="3661" y="2822"/>
                          <a:ext cx="1291" cy="350"/>
                        </a:xfrm>
                        <a:prstGeom prst="rect">
                          <a:avLst/>
                        </a:prstGeom>
                        <a:noFill/>
                        <a:ln w="38100">
                          <a:noFill/>
                          <a:miter/>
                        </a:ln>
                      </p:spPr>
                    </p:pic>
                  </p:oleObj>
                </mc:Fallback>
              </mc:AlternateContent>
            </a:graphicData>
          </a:graphic>
        </p:graphicFrame>
        <p:sp>
          <p:nvSpPr>
            <p:cNvPr id="18463" name="Line 178"/>
            <p:cNvSpPr/>
            <p:nvPr/>
          </p:nvSpPr>
          <p:spPr>
            <a:xfrm flipV="1">
              <a:off x="4377" y="3140"/>
              <a:ext cx="499" cy="0"/>
            </a:xfrm>
            <a:prstGeom prst="line">
              <a:avLst/>
            </a:prstGeom>
            <a:ln w="9525" cap="flat" cmpd="sng">
              <a:solidFill>
                <a:schemeClr val="bg1"/>
              </a:solidFill>
              <a:prstDash val="solid"/>
              <a:headEnd type="none" w="med" len="med"/>
              <a:tailEnd type="none" w="med" len="med"/>
            </a:ln>
          </p:spPr>
        </p:sp>
      </p:grpSp>
      <p:grpSp>
        <p:nvGrpSpPr>
          <p:cNvPr id="11" name="Group 182"/>
          <p:cNvGrpSpPr/>
          <p:nvPr/>
        </p:nvGrpSpPr>
        <p:grpSpPr>
          <a:xfrm>
            <a:off x="5751513" y="3471863"/>
            <a:ext cx="2276475" cy="1036637"/>
            <a:chOff x="3632" y="2232"/>
            <a:chExt cx="1348" cy="590"/>
          </a:xfrm>
        </p:grpSpPr>
        <p:graphicFrame>
          <p:nvGraphicFramePr>
            <p:cNvPr id="18437" name="Object 133"/>
            <p:cNvGraphicFramePr/>
            <p:nvPr/>
          </p:nvGraphicFramePr>
          <p:xfrm>
            <a:off x="3632" y="2232"/>
            <a:ext cx="1348" cy="590"/>
          </p:xfrm>
          <a:graphic>
            <a:graphicData uri="http://schemas.openxmlformats.org/presentationml/2006/ole">
              <mc:AlternateContent xmlns:mc="http://schemas.openxmlformats.org/markup-compatibility/2006">
                <mc:Choice xmlns:v="urn:schemas-microsoft-com:vml" Requires="v">
                  <p:oleObj spid="_x0000_s3207" name="" r:id="rId31" imgW="951865" imgH="419100" progId="Equation.3">
                    <p:embed/>
                  </p:oleObj>
                </mc:Choice>
                <mc:Fallback>
                  <p:oleObj name="" r:id="rId31" imgW="951865" imgH="419100" progId="Equation.3">
                    <p:embed/>
                    <p:pic>
                      <p:nvPicPr>
                        <p:cNvPr id="0" name="图片 3206"/>
                        <p:cNvPicPr/>
                        <p:nvPr/>
                      </p:nvPicPr>
                      <p:blipFill>
                        <a:blip r:embed="rId32">
                          <a:clrChange>
                            <a:clrFrom>
                              <a:srgbClr val="000000"/>
                            </a:clrFrom>
                            <a:clrTo>
                              <a:srgbClr val="FFFFFF"/>
                            </a:clrTo>
                          </a:clrChange>
                        </a:blip>
                        <a:stretch>
                          <a:fillRect/>
                        </a:stretch>
                      </p:blipFill>
                      <p:spPr>
                        <a:xfrm>
                          <a:off x="3632" y="2232"/>
                          <a:ext cx="1348" cy="590"/>
                        </a:xfrm>
                        <a:prstGeom prst="rect">
                          <a:avLst/>
                        </a:prstGeom>
                        <a:noFill/>
                        <a:ln w="38100">
                          <a:noFill/>
                          <a:miter/>
                        </a:ln>
                      </p:spPr>
                    </p:pic>
                  </p:oleObj>
                </mc:Fallback>
              </mc:AlternateContent>
            </a:graphicData>
          </a:graphic>
        </p:graphicFrame>
        <p:sp>
          <p:nvSpPr>
            <p:cNvPr id="18461" name="Line 179"/>
            <p:cNvSpPr/>
            <p:nvPr/>
          </p:nvSpPr>
          <p:spPr>
            <a:xfrm flipV="1">
              <a:off x="4441" y="2659"/>
              <a:ext cx="499" cy="0"/>
            </a:xfrm>
            <a:prstGeom prst="line">
              <a:avLst/>
            </a:prstGeom>
            <a:ln w="9525" cap="flat" cmpd="sng">
              <a:solidFill>
                <a:schemeClr val="bg1"/>
              </a:solidFill>
              <a:prstDash val="solid"/>
              <a:headEnd type="none" w="med" len="med"/>
              <a:tailEnd type="none" w="med" len="med"/>
            </a:ln>
          </p:spPr>
        </p:sp>
        <p:sp>
          <p:nvSpPr>
            <p:cNvPr id="18462" name="Line 180"/>
            <p:cNvSpPr/>
            <p:nvPr/>
          </p:nvSpPr>
          <p:spPr>
            <a:xfrm flipV="1">
              <a:off x="4432" y="2387"/>
              <a:ext cx="91" cy="272"/>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82078"/>
                                        </p:tgtEl>
                                        <p:attrNameLst>
                                          <p:attrName>style.visibility</p:attrName>
                                        </p:attrNameLst>
                                      </p:cBhvr>
                                      <p:to>
                                        <p:strVal val="visible"/>
                                      </p:to>
                                    </p:set>
                                    <p:anim calcmode="lin" valueType="num">
                                      <p:cBhvr additive="base">
                                        <p:cTn id="7" dur="500" fill="hold"/>
                                        <p:tgtEl>
                                          <p:spTgt spid="82078"/>
                                        </p:tgtEl>
                                        <p:attrNameLst>
                                          <p:attrName>ppt_x</p:attrName>
                                        </p:attrNameLst>
                                      </p:cBhvr>
                                      <p:tavLst>
                                        <p:tav tm="0">
                                          <p:val>
                                            <p:strVal val="0-#ppt_w/2"/>
                                          </p:val>
                                        </p:tav>
                                        <p:tav tm="100000">
                                          <p:val>
                                            <p:strVal val="#ppt_x"/>
                                          </p:val>
                                        </p:tav>
                                      </p:tavLst>
                                    </p:anim>
                                    <p:anim calcmode="lin" valueType="num">
                                      <p:cBhvr additive="base">
                                        <p:cTn id="8" dur="500" fill="hold"/>
                                        <p:tgtEl>
                                          <p:spTgt spid="8207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up)">
                                      <p:cBhvr>
                                        <p:cTn id="13" dur="10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82077"/>
                                        </p:tgtEl>
                                        <p:attrNameLst>
                                          <p:attrName>style.visibility</p:attrName>
                                        </p:attrNameLst>
                                      </p:cBhvr>
                                      <p:to>
                                        <p:strVal val="visible"/>
                                      </p:to>
                                    </p:set>
                                    <p:animEffect transition="in" filter="wipe(left)">
                                      <p:cBhvr>
                                        <p:cTn id="18" dur="2000"/>
                                        <p:tgtEl>
                                          <p:spTgt spid="82077"/>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blinds(horizontal)">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18" presetClass="entr" presetSubtype="6" fill="hold" nodeType="clickEffect">
                                  <p:stCondLst>
                                    <p:cond delay="0"/>
                                  </p:stCondLst>
                                  <p:childTnLst>
                                    <p:set>
                                      <p:cBhvr>
                                        <p:cTn id="27" dur="1" fill="hold">
                                          <p:stCondLst>
                                            <p:cond delay="0"/>
                                          </p:stCondLst>
                                        </p:cTn>
                                        <p:tgtEl>
                                          <p:spTgt spid="81962"/>
                                        </p:tgtEl>
                                        <p:attrNameLst>
                                          <p:attrName>style.visibility</p:attrName>
                                        </p:attrNameLst>
                                      </p:cBhvr>
                                      <p:to>
                                        <p:strVal val="visible"/>
                                      </p:to>
                                    </p:set>
                                    <p:animEffect transition="in" filter="strips(downRight)">
                                      <p:cBhvr>
                                        <p:cTn id="28" dur="2000"/>
                                        <p:tgtEl>
                                          <p:spTgt spid="81962"/>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blinds(horizontal)">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blinds(horizontal)">
                                      <p:cBhvr>
                                        <p:cTn id="38" dur="5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blinds(horizontal)">
                                      <p:cBhvr>
                                        <p:cTn id="43" dur="500"/>
                                        <p:tgtEl>
                                          <p:spTgt spid="10"/>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blinds(horizontal)">
                                      <p:cBhvr>
                                        <p:cTn id="48" dur="500"/>
                                        <p:tgtEl>
                                          <p:spTgt spid="3"/>
                                        </p:tgtEl>
                                      </p:cBhvr>
                                    </p:animEffect>
                                  </p:childTnLst>
                                </p:cTn>
                              </p:par>
                            </p:childTnLst>
                          </p:cTn>
                        </p:par>
                        <p:par>
                          <p:cTn id="49" fill="hold">
                            <p:stCondLst>
                              <p:cond delay="500"/>
                            </p:stCondLst>
                            <p:childTnLst>
                              <p:par>
                                <p:cTn id="50" presetID="55" presetClass="entr" presetSubtype="0" fill="hold" grpId="0" nodeType="afterEffect">
                                  <p:stCondLst>
                                    <p:cond delay="0"/>
                                  </p:stCondLst>
                                  <p:childTnLst>
                                    <p:set>
                                      <p:cBhvr>
                                        <p:cTn id="51" dur="1" fill="hold">
                                          <p:stCondLst>
                                            <p:cond delay="0"/>
                                          </p:stCondLst>
                                        </p:cTn>
                                        <p:tgtEl>
                                          <p:spTgt spid="82057"/>
                                        </p:tgtEl>
                                        <p:attrNameLst>
                                          <p:attrName>style.visibility</p:attrName>
                                        </p:attrNameLst>
                                      </p:cBhvr>
                                      <p:to>
                                        <p:strVal val="visible"/>
                                      </p:to>
                                    </p:set>
                                    <p:anim calcmode="lin" valueType="num">
                                      <p:cBhvr>
                                        <p:cTn id="52" dur="1000" fill="hold"/>
                                        <p:tgtEl>
                                          <p:spTgt spid="82057"/>
                                        </p:tgtEl>
                                        <p:attrNameLst>
                                          <p:attrName>ppt_w</p:attrName>
                                        </p:attrNameLst>
                                      </p:cBhvr>
                                      <p:tavLst>
                                        <p:tav tm="0">
                                          <p:val>
                                            <p:strVal val="#ppt_w*0.70"/>
                                          </p:val>
                                        </p:tav>
                                        <p:tav tm="100000">
                                          <p:val>
                                            <p:strVal val="#ppt_w"/>
                                          </p:val>
                                        </p:tav>
                                      </p:tavLst>
                                    </p:anim>
                                    <p:anim calcmode="lin" valueType="num">
                                      <p:cBhvr>
                                        <p:cTn id="53" dur="1000" fill="hold"/>
                                        <p:tgtEl>
                                          <p:spTgt spid="82057"/>
                                        </p:tgtEl>
                                        <p:attrNameLst>
                                          <p:attrName>ppt_h</p:attrName>
                                        </p:attrNameLst>
                                      </p:cBhvr>
                                      <p:tavLst>
                                        <p:tav tm="0">
                                          <p:val>
                                            <p:strVal val="#ppt_h"/>
                                          </p:val>
                                        </p:tav>
                                        <p:tav tm="100000">
                                          <p:val>
                                            <p:strVal val="#ppt_h"/>
                                          </p:val>
                                        </p:tav>
                                      </p:tavLst>
                                    </p:anim>
                                    <p:animEffect transition="in" filter="fade">
                                      <p:cBhvr>
                                        <p:cTn id="54" dur="1000"/>
                                        <p:tgtEl>
                                          <p:spTgt spid="82057"/>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nodeType="clickEffect">
                                  <p:stCondLst>
                                    <p:cond delay="0"/>
                                  </p:stCondLst>
                                  <p:childTnLst>
                                    <p:set>
                                      <p:cBhvr>
                                        <p:cTn id="58" dur="1" fill="hold">
                                          <p:stCondLst>
                                            <p:cond delay="0"/>
                                          </p:stCondLst>
                                        </p:cTn>
                                        <p:tgtEl>
                                          <p:spTgt spid="82058"/>
                                        </p:tgtEl>
                                        <p:attrNameLst>
                                          <p:attrName>style.visibility</p:attrName>
                                        </p:attrNameLst>
                                      </p:cBhvr>
                                      <p:to>
                                        <p:strVal val="visible"/>
                                      </p:to>
                                    </p:set>
                                    <p:animEffect transition="in" filter="wipe(up)">
                                      <p:cBhvr>
                                        <p:cTn id="59" dur="2000"/>
                                        <p:tgtEl>
                                          <p:spTgt spid="82058"/>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82059"/>
                                        </p:tgtEl>
                                        <p:attrNameLst>
                                          <p:attrName>style.visibility</p:attrName>
                                        </p:attrNameLst>
                                      </p:cBhvr>
                                      <p:to>
                                        <p:strVal val="visible"/>
                                      </p:to>
                                    </p:set>
                                    <p:animEffect transition="in" filter="wipe(left)">
                                      <p:cBhvr>
                                        <p:cTn id="64" dur="2000"/>
                                        <p:tgtEl>
                                          <p:spTgt spid="820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57" grpId="0"/>
      <p:bldP spid="82059" grpId="0"/>
      <p:bldP spid="8207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2" name="Text Box 4"/>
          <p:cNvSpPr txBox="1"/>
          <p:nvPr/>
        </p:nvSpPr>
        <p:spPr>
          <a:xfrm>
            <a:off x="1116013" y="476250"/>
            <a:ext cx="7488237" cy="762000"/>
          </a:xfrm>
          <a:prstGeom prst="rect">
            <a:avLst/>
          </a:prstGeom>
          <a:noFill/>
          <a:ln w="9525">
            <a:noFill/>
          </a:ln>
        </p:spPr>
        <p:txBody>
          <a:bodyPr>
            <a:spAutoFit/>
          </a:bodyPr>
          <a:p>
            <a:pPr>
              <a:spcBef>
                <a:spcPct val="50000"/>
              </a:spcBef>
            </a:pPr>
            <a:r>
              <a:rPr lang="en-US" altLang="zh-CN" sz="4400" b="0" dirty="0">
                <a:solidFill>
                  <a:schemeClr val="bg1"/>
                </a:solidFill>
                <a:latin typeface="Times New Roman" panose="02020603050405020304" pitchFamily="18" charset="0"/>
              </a:rPr>
              <a:t>12-3</a:t>
            </a:r>
            <a:r>
              <a:rPr lang="en-US" altLang="zh-CN" sz="4400" dirty="0">
                <a:solidFill>
                  <a:schemeClr val="bg1"/>
                </a:solidFill>
                <a:latin typeface="楷体_GB2312" pitchFamily="49" charset="-122"/>
              </a:rPr>
              <a:t> </a:t>
            </a:r>
            <a:r>
              <a:rPr lang="zh-CN" altLang="en-US" sz="4400" dirty="0">
                <a:solidFill>
                  <a:schemeClr val="bg1"/>
                </a:solidFill>
                <a:latin typeface="楷体_GB2312" pitchFamily="49" charset="-122"/>
              </a:rPr>
              <a:t>对称三相电路的计算</a:t>
            </a:r>
            <a:endParaRPr lang="zh-CN" altLang="en-US" sz="4400" dirty="0">
              <a:solidFill>
                <a:schemeClr val="bg1"/>
              </a:solidFill>
              <a:latin typeface="楷体_GB2312" pitchFamily="49" charset="-122"/>
            </a:endParaRPr>
          </a:p>
        </p:txBody>
      </p:sp>
      <p:sp>
        <p:nvSpPr>
          <p:cNvPr id="22533" name="Text Box 5"/>
          <p:cNvSpPr txBox="1"/>
          <p:nvPr/>
        </p:nvSpPr>
        <p:spPr>
          <a:xfrm>
            <a:off x="539750" y="1125538"/>
            <a:ext cx="8280400" cy="1117600"/>
          </a:xfrm>
          <a:prstGeom prst="rect">
            <a:avLst/>
          </a:prstGeom>
          <a:noFill/>
          <a:ln w="9525">
            <a:noFill/>
          </a:ln>
        </p:spPr>
        <p:txBody>
          <a:bodyPr>
            <a:spAutoFit/>
          </a:bodyPr>
          <a:p>
            <a:pPr>
              <a:lnSpc>
                <a:spcPct val="120000"/>
              </a:lnSpc>
              <a:spcBef>
                <a:spcPct val="50000"/>
              </a:spcBef>
            </a:pPr>
            <a:r>
              <a:rPr lang="en-US" altLang="zh-CN" sz="2800" dirty="0">
                <a:latin typeface="楷体_GB2312" pitchFamily="49" charset="-122"/>
              </a:rPr>
              <a:t>    </a:t>
            </a:r>
            <a:r>
              <a:rPr lang="zh-CN" altLang="en-US" sz="2800" dirty="0">
                <a:latin typeface="楷体_GB2312" pitchFamily="49" charset="-122"/>
              </a:rPr>
              <a:t>对称三相电路由于电源对称、负载对称、线路对称，因而可以引入一特殊的计算方法。</a:t>
            </a:r>
            <a:endParaRPr lang="zh-CN" altLang="en-US" sz="2800" dirty="0">
              <a:latin typeface="楷体_GB2312" pitchFamily="49" charset="-122"/>
            </a:endParaRPr>
          </a:p>
        </p:txBody>
      </p:sp>
      <p:sp>
        <p:nvSpPr>
          <p:cNvPr id="22534" name="Text Box 6"/>
          <p:cNvSpPr txBox="1"/>
          <p:nvPr/>
        </p:nvSpPr>
        <p:spPr>
          <a:xfrm>
            <a:off x="684213" y="2420938"/>
            <a:ext cx="5688012" cy="579437"/>
          </a:xfrm>
          <a:prstGeom prst="rect">
            <a:avLst/>
          </a:prstGeom>
          <a:noFill/>
          <a:ln w="9525">
            <a:noFill/>
          </a:ln>
        </p:spPr>
        <p:txBody>
          <a:bodyPr>
            <a:spAutoFit/>
          </a:bodyPr>
          <a:p>
            <a:r>
              <a:rPr lang="en-US" altLang="zh-CN" dirty="0">
                <a:solidFill>
                  <a:schemeClr val="bg1"/>
                </a:solidFill>
                <a:latin typeface="楷体_GB2312" pitchFamily="49" charset="-122"/>
              </a:rPr>
              <a:t>1. </a:t>
            </a:r>
            <a:r>
              <a:rPr lang="en-US" altLang="zh-CN" b="0" dirty="0">
                <a:solidFill>
                  <a:schemeClr val="bg1"/>
                </a:solidFill>
                <a:latin typeface="Times New Roman" panose="02020603050405020304" pitchFamily="18" charset="0"/>
              </a:rPr>
              <a:t>Y–Y</a:t>
            </a:r>
            <a:r>
              <a:rPr lang="zh-CN" altLang="en-US" dirty="0">
                <a:solidFill>
                  <a:schemeClr val="bg1"/>
                </a:solidFill>
                <a:latin typeface="楷体_GB2312" pitchFamily="49" charset="-122"/>
              </a:rPr>
              <a:t>联结</a:t>
            </a:r>
            <a:r>
              <a:rPr lang="en-US" altLang="zh-CN" dirty="0">
                <a:solidFill>
                  <a:schemeClr val="bg1"/>
                </a:solidFill>
                <a:latin typeface="楷体_GB2312" pitchFamily="49" charset="-122"/>
              </a:rPr>
              <a:t>(</a:t>
            </a:r>
            <a:r>
              <a:rPr lang="zh-CN" altLang="en-US" dirty="0">
                <a:solidFill>
                  <a:schemeClr val="bg1"/>
                </a:solidFill>
                <a:latin typeface="楷体_GB2312" pitchFamily="49" charset="-122"/>
              </a:rPr>
              <a:t>三相三线制）</a:t>
            </a:r>
            <a:endParaRPr lang="zh-CN" altLang="en-US" dirty="0">
              <a:solidFill>
                <a:schemeClr val="bg1"/>
              </a:solidFill>
              <a:latin typeface="楷体_GB2312" pitchFamily="49" charset="-122"/>
            </a:endParaRPr>
          </a:p>
        </p:txBody>
      </p:sp>
      <p:graphicFrame>
        <p:nvGraphicFramePr>
          <p:cNvPr id="22581" name="Object 53"/>
          <p:cNvGraphicFramePr/>
          <p:nvPr/>
        </p:nvGraphicFramePr>
        <p:xfrm>
          <a:off x="5508625" y="5084763"/>
          <a:ext cx="2520950" cy="552450"/>
        </p:xfrm>
        <a:graphic>
          <a:graphicData uri="http://schemas.openxmlformats.org/presentationml/2006/ole">
            <mc:AlternateContent xmlns:mc="http://schemas.openxmlformats.org/markup-compatibility/2006">
              <mc:Choice xmlns:v="urn:schemas-microsoft-com:vml" Requires="v">
                <p:oleObj spid="_x0000_s3206" name="" r:id="rId1" imgW="926465" imgH="203200" progId="Equation.3">
                  <p:embed/>
                </p:oleObj>
              </mc:Choice>
              <mc:Fallback>
                <p:oleObj name="" r:id="rId1" imgW="926465" imgH="203200" progId="Equation.3">
                  <p:embed/>
                  <p:pic>
                    <p:nvPicPr>
                      <p:cNvPr id="0" name="图片 3205"/>
                      <p:cNvPicPr/>
                      <p:nvPr/>
                    </p:nvPicPr>
                    <p:blipFill>
                      <a:blip r:embed="rId2">
                        <a:clrChange>
                          <a:clrFrom>
                            <a:srgbClr val="000000"/>
                          </a:clrFrom>
                          <a:clrTo>
                            <a:srgbClr val="FFFFFF"/>
                          </a:clrTo>
                        </a:clrChange>
                      </a:blip>
                      <a:stretch>
                        <a:fillRect/>
                      </a:stretch>
                    </p:blipFill>
                    <p:spPr>
                      <a:xfrm>
                        <a:off x="5508625" y="5084763"/>
                        <a:ext cx="2520950" cy="552450"/>
                      </a:xfrm>
                      <a:prstGeom prst="rect">
                        <a:avLst/>
                      </a:prstGeom>
                      <a:noFill/>
                      <a:ln w="38100">
                        <a:noFill/>
                        <a:miter/>
                      </a:ln>
                    </p:spPr>
                  </p:pic>
                </p:oleObj>
              </mc:Fallback>
            </mc:AlternateContent>
          </a:graphicData>
        </a:graphic>
      </p:graphicFrame>
      <p:grpSp>
        <p:nvGrpSpPr>
          <p:cNvPr id="2" name="Group 119"/>
          <p:cNvGrpSpPr/>
          <p:nvPr/>
        </p:nvGrpSpPr>
        <p:grpSpPr>
          <a:xfrm>
            <a:off x="971550" y="2924175"/>
            <a:ext cx="4427538" cy="3241675"/>
            <a:chOff x="612" y="1842"/>
            <a:chExt cx="2789" cy="2042"/>
          </a:xfrm>
        </p:grpSpPr>
        <p:sp>
          <p:nvSpPr>
            <p:cNvPr id="19483" name="Text Box 70"/>
            <p:cNvSpPr txBox="1"/>
            <p:nvPr/>
          </p:nvSpPr>
          <p:spPr>
            <a:xfrm>
              <a:off x="2290" y="2432"/>
              <a:ext cx="298"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i="1" dirty="0">
                <a:solidFill>
                  <a:schemeClr val="bg1"/>
                </a:solidFill>
                <a:latin typeface="Times New Roman" panose="02020603050405020304" pitchFamily="18" charset="0"/>
                <a:ea typeface="宋体" panose="02010600030101010101" pitchFamily="2" charset="-122"/>
              </a:endParaRPr>
            </a:p>
          </p:txBody>
        </p:sp>
        <p:sp>
          <p:nvSpPr>
            <p:cNvPr id="19484" name="Line 71"/>
            <p:cNvSpPr/>
            <p:nvPr/>
          </p:nvSpPr>
          <p:spPr>
            <a:xfrm>
              <a:off x="2880" y="2387"/>
              <a:ext cx="0" cy="1315"/>
            </a:xfrm>
            <a:prstGeom prst="line">
              <a:avLst/>
            </a:prstGeom>
            <a:ln w="28575" cap="flat" cmpd="sng">
              <a:solidFill>
                <a:srgbClr val="FFCC00"/>
              </a:solidFill>
              <a:prstDash val="solid"/>
              <a:headEnd type="none" w="med" len="med"/>
              <a:tailEnd type="none" w="med" len="med"/>
            </a:ln>
          </p:spPr>
        </p:sp>
        <p:sp>
          <p:nvSpPr>
            <p:cNvPr id="19485" name="Text Box 72"/>
            <p:cNvSpPr txBox="1"/>
            <p:nvPr/>
          </p:nvSpPr>
          <p:spPr>
            <a:xfrm>
              <a:off x="2335" y="3112"/>
              <a:ext cx="298"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i="1" dirty="0">
                <a:solidFill>
                  <a:schemeClr val="bg1"/>
                </a:solidFill>
                <a:latin typeface="Times New Roman" panose="02020603050405020304" pitchFamily="18" charset="0"/>
                <a:ea typeface="宋体" panose="02010600030101010101" pitchFamily="2" charset="-122"/>
              </a:endParaRPr>
            </a:p>
          </p:txBody>
        </p:sp>
        <p:sp>
          <p:nvSpPr>
            <p:cNvPr id="19486" name="Text Box 73"/>
            <p:cNvSpPr txBox="1"/>
            <p:nvPr/>
          </p:nvSpPr>
          <p:spPr>
            <a:xfrm>
              <a:off x="2381" y="3384"/>
              <a:ext cx="298"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i="1" dirty="0">
                <a:solidFill>
                  <a:schemeClr val="bg1"/>
                </a:solidFill>
                <a:latin typeface="Times New Roman" panose="02020603050405020304" pitchFamily="18" charset="0"/>
                <a:ea typeface="宋体" panose="02010600030101010101" pitchFamily="2" charset="-122"/>
              </a:endParaRPr>
            </a:p>
          </p:txBody>
        </p:sp>
        <p:sp>
          <p:nvSpPr>
            <p:cNvPr id="19487" name="Text Box 74"/>
            <p:cNvSpPr txBox="1"/>
            <p:nvPr/>
          </p:nvSpPr>
          <p:spPr>
            <a:xfrm>
              <a:off x="2880" y="3067"/>
              <a:ext cx="521" cy="327"/>
            </a:xfrm>
            <a:prstGeom prst="rect">
              <a:avLst/>
            </a:prstGeom>
            <a:noFill/>
            <a:ln w="9525">
              <a:noFill/>
            </a:ln>
          </p:spPr>
          <p:txBody>
            <a:bodyPr>
              <a:spAutoFit/>
            </a:bodyPr>
            <a:p>
              <a:pPr>
                <a:spcBef>
                  <a:spcPct val="50000"/>
                </a:spcBef>
                <a:buNone/>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9488" name="Oval 75"/>
            <p:cNvSpPr/>
            <p:nvPr/>
          </p:nvSpPr>
          <p:spPr>
            <a:xfrm>
              <a:off x="1156" y="2205"/>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19489" name="Oval 76"/>
            <p:cNvSpPr/>
            <p:nvPr/>
          </p:nvSpPr>
          <p:spPr>
            <a:xfrm>
              <a:off x="1111" y="2886"/>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19490" name="Oval 77"/>
            <p:cNvSpPr/>
            <p:nvPr/>
          </p:nvSpPr>
          <p:spPr>
            <a:xfrm>
              <a:off x="1111" y="3521"/>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19491" name="Line 78"/>
            <p:cNvSpPr/>
            <p:nvPr/>
          </p:nvSpPr>
          <p:spPr>
            <a:xfrm rot="5400000" flipH="1">
              <a:off x="1904" y="1411"/>
              <a:ext cx="0" cy="1951"/>
            </a:xfrm>
            <a:prstGeom prst="line">
              <a:avLst/>
            </a:prstGeom>
            <a:ln w="28575" cap="flat" cmpd="sng">
              <a:solidFill>
                <a:srgbClr val="FFCC00"/>
              </a:solidFill>
              <a:prstDash val="solid"/>
              <a:headEnd type="none" w="med" len="med"/>
              <a:tailEnd type="none" w="med" len="med"/>
            </a:ln>
          </p:spPr>
        </p:sp>
        <p:sp>
          <p:nvSpPr>
            <p:cNvPr id="19492" name="Text Box 79"/>
            <p:cNvSpPr txBox="1"/>
            <p:nvPr/>
          </p:nvSpPr>
          <p:spPr>
            <a:xfrm rot="5400000">
              <a:off x="1552" y="2081"/>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9493" name="Text Box 80"/>
            <p:cNvSpPr txBox="1"/>
            <p:nvPr/>
          </p:nvSpPr>
          <p:spPr>
            <a:xfrm>
              <a:off x="930" y="2069"/>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9494" name="Text Box 81"/>
            <p:cNvSpPr txBox="1"/>
            <p:nvPr/>
          </p:nvSpPr>
          <p:spPr>
            <a:xfrm>
              <a:off x="612" y="2931"/>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9495" name="Line 82"/>
            <p:cNvSpPr/>
            <p:nvPr/>
          </p:nvSpPr>
          <p:spPr>
            <a:xfrm rot="5400000" flipH="1">
              <a:off x="1904" y="2091"/>
              <a:ext cx="0" cy="1951"/>
            </a:xfrm>
            <a:prstGeom prst="line">
              <a:avLst/>
            </a:prstGeom>
            <a:ln w="28575" cap="flat" cmpd="sng">
              <a:solidFill>
                <a:srgbClr val="FFCC00"/>
              </a:solidFill>
              <a:prstDash val="solid"/>
              <a:headEnd type="oval" w="med" len="med"/>
              <a:tailEnd type="oval" w="med" len="med"/>
            </a:ln>
          </p:spPr>
        </p:sp>
        <p:sp>
          <p:nvSpPr>
            <p:cNvPr id="19496" name="Text Box 83"/>
            <p:cNvSpPr txBox="1"/>
            <p:nvPr/>
          </p:nvSpPr>
          <p:spPr>
            <a:xfrm rot="5400000">
              <a:off x="1552" y="2762"/>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9497" name="Text Box 84"/>
            <p:cNvSpPr txBox="1"/>
            <p:nvPr/>
          </p:nvSpPr>
          <p:spPr>
            <a:xfrm>
              <a:off x="930" y="2749"/>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9498" name="Line 85"/>
            <p:cNvSpPr/>
            <p:nvPr/>
          </p:nvSpPr>
          <p:spPr>
            <a:xfrm rot="5400000" flipH="1">
              <a:off x="1904" y="2726"/>
              <a:ext cx="0" cy="1951"/>
            </a:xfrm>
            <a:prstGeom prst="line">
              <a:avLst/>
            </a:prstGeom>
            <a:ln w="28575" cap="flat" cmpd="sng">
              <a:solidFill>
                <a:srgbClr val="FFCC00"/>
              </a:solidFill>
              <a:prstDash val="solid"/>
              <a:headEnd type="none" w="med" len="med"/>
              <a:tailEnd type="none" w="med" len="med"/>
            </a:ln>
          </p:spPr>
        </p:sp>
        <p:sp>
          <p:nvSpPr>
            <p:cNvPr id="19499" name="Text Box 86"/>
            <p:cNvSpPr txBox="1"/>
            <p:nvPr/>
          </p:nvSpPr>
          <p:spPr>
            <a:xfrm rot="5400000">
              <a:off x="1552" y="3397"/>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9500" name="Text Box 87"/>
            <p:cNvSpPr txBox="1"/>
            <p:nvPr/>
          </p:nvSpPr>
          <p:spPr>
            <a:xfrm>
              <a:off x="930" y="3429"/>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9501" name="Line 88"/>
            <p:cNvSpPr/>
            <p:nvPr/>
          </p:nvSpPr>
          <p:spPr>
            <a:xfrm>
              <a:off x="929" y="2387"/>
              <a:ext cx="0" cy="1312"/>
            </a:xfrm>
            <a:prstGeom prst="line">
              <a:avLst/>
            </a:prstGeom>
            <a:ln w="28575" cap="flat" cmpd="sng">
              <a:solidFill>
                <a:srgbClr val="FFCC00"/>
              </a:solidFill>
              <a:prstDash val="solid"/>
              <a:headEnd type="oval" w="med" len="med"/>
              <a:tailEnd type="oval" w="med" len="med"/>
            </a:ln>
          </p:spPr>
        </p:sp>
        <p:graphicFrame>
          <p:nvGraphicFramePr>
            <p:cNvPr id="19460" name="Object 89"/>
            <p:cNvGraphicFramePr/>
            <p:nvPr/>
          </p:nvGraphicFramePr>
          <p:xfrm>
            <a:off x="1202" y="1842"/>
            <a:ext cx="284" cy="381"/>
          </p:xfrm>
          <a:graphic>
            <a:graphicData uri="http://schemas.openxmlformats.org/presentationml/2006/ole">
              <mc:AlternateContent xmlns:mc="http://schemas.openxmlformats.org/markup-compatibility/2006">
                <mc:Choice xmlns:v="urn:schemas-microsoft-com:vml" Requires="v">
                  <p:oleObj spid="_x0000_s3212" name="" r:id="rId3" imgW="228600" imgH="304800" progId="Equation.3">
                    <p:embed/>
                  </p:oleObj>
                </mc:Choice>
                <mc:Fallback>
                  <p:oleObj name="" r:id="rId3" imgW="228600" imgH="304800" progId="Equation.3">
                    <p:embed/>
                    <p:pic>
                      <p:nvPicPr>
                        <p:cNvPr id="0" name="图片 3211"/>
                        <p:cNvPicPr/>
                        <p:nvPr/>
                      </p:nvPicPr>
                      <p:blipFill>
                        <a:blip r:embed="rId4">
                          <a:clrChange>
                            <a:clrFrom>
                              <a:srgbClr val="000000"/>
                            </a:clrFrom>
                            <a:clrTo>
                              <a:srgbClr val="FFFFFF"/>
                            </a:clrTo>
                          </a:clrChange>
                        </a:blip>
                        <a:stretch>
                          <a:fillRect/>
                        </a:stretch>
                      </p:blipFill>
                      <p:spPr>
                        <a:xfrm>
                          <a:off x="1202" y="1842"/>
                          <a:ext cx="284" cy="381"/>
                        </a:xfrm>
                        <a:prstGeom prst="rect">
                          <a:avLst/>
                        </a:prstGeom>
                        <a:noFill/>
                        <a:ln w="38100">
                          <a:noFill/>
                          <a:miter/>
                        </a:ln>
                      </p:spPr>
                    </p:pic>
                  </p:oleObj>
                </mc:Fallback>
              </mc:AlternateContent>
            </a:graphicData>
          </a:graphic>
        </p:graphicFrame>
        <p:graphicFrame>
          <p:nvGraphicFramePr>
            <p:cNvPr id="19461" name="Object 90"/>
            <p:cNvGraphicFramePr/>
            <p:nvPr/>
          </p:nvGraphicFramePr>
          <p:xfrm>
            <a:off x="1247" y="2522"/>
            <a:ext cx="285" cy="397"/>
          </p:xfrm>
          <a:graphic>
            <a:graphicData uri="http://schemas.openxmlformats.org/presentationml/2006/ole">
              <mc:AlternateContent xmlns:mc="http://schemas.openxmlformats.org/markup-compatibility/2006">
                <mc:Choice xmlns:v="urn:schemas-microsoft-com:vml" Requires="v">
                  <p:oleObj spid="_x0000_s3208" name="" r:id="rId5" imgW="228600" imgH="317500" progId="Equation.3">
                    <p:embed/>
                  </p:oleObj>
                </mc:Choice>
                <mc:Fallback>
                  <p:oleObj name="" r:id="rId5" imgW="228600" imgH="317500" progId="Equation.3">
                    <p:embed/>
                    <p:pic>
                      <p:nvPicPr>
                        <p:cNvPr id="0" name="图片 3207"/>
                        <p:cNvPicPr/>
                        <p:nvPr/>
                      </p:nvPicPr>
                      <p:blipFill>
                        <a:blip r:embed="rId6">
                          <a:clrChange>
                            <a:clrFrom>
                              <a:srgbClr val="000000"/>
                            </a:clrFrom>
                            <a:clrTo>
                              <a:srgbClr val="FFFFFF"/>
                            </a:clrTo>
                          </a:clrChange>
                        </a:blip>
                        <a:stretch>
                          <a:fillRect/>
                        </a:stretch>
                      </p:blipFill>
                      <p:spPr>
                        <a:xfrm>
                          <a:off x="1247" y="2522"/>
                          <a:ext cx="285" cy="397"/>
                        </a:xfrm>
                        <a:prstGeom prst="rect">
                          <a:avLst/>
                        </a:prstGeom>
                        <a:noFill/>
                        <a:ln w="38100">
                          <a:noFill/>
                          <a:miter/>
                        </a:ln>
                      </p:spPr>
                    </p:pic>
                  </p:oleObj>
                </mc:Fallback>
              </mc:AlternateContent>
            </a:graphicData>
          </a:graphic>
        </p:graphicFrame>
        <p:graphicFrame>
          <p:nvGraphicFramePr>
            <p:cNvPr id="19462" name="Object 91"/>
            <p:cNvGraphicFramePr/>
            <p:nvPr/>
          </p:nvGraphicFramePr>
          <p:xfrm>
            <a:off x="1280" y="3168"/>
            <a:ext cx="285" cy="397"/>
          </p:xfrm>
          <a:graphic>
            <a:graphicData uri="http://schemas.openxmlformats.org/presentationml/2006/ole">
              <mc:AlternateContent xmlns:mc="http://schemas.openxmlformats.org/markup-compatibility/2006">
                <mc:Choice xmlns:v="urn:schemas-microsoft-com:vml" Requires="v">
                  <p:oleObj spid="_x0000_s3211" name="" r:id="rId7" imgW="228600" imgH="317500" progId="Equation.3">
                    <p:embed/>
                  </p:oleObj>
                </mc:Choice>
                <mc:Fallback>
                  <p:oleObj name="" r:id="rId7" imgW="228600" imgH="317500" progId="Equation.3">
                    <p:embed/>
                    <p:pic>
                      <p:nvPicPr>
                        <p:cNvPr id="0" name="图片 3210"/>
                        <p:cNvPicPr/>
                        <p:nvPr/>
                      </p:nvPicPr>
                      <p:blipFill>
                        <a:blip r:embed="rId8">
                          <a:clrChange>
                            <a:clrFrom>
                              <a:srgbClr val="000000"/>
                            </a:clrFrom>
                            <a:clrTo>
                              <a:srgbClr val="FFFFFF"/>
                            </a:clrTo>
                          </a:clrChange>
                        </a:blip>
                        <a:stretch>
                          <a:fillRect/>
                        </a:stretch>
                      </p:blipFill>
                      <p:spPr>
                        <a:xfrm>
                          <a:off x="1280" y="3168"/>
                          <a:ext cx="285" cy="397"/>
                        </a:xfrm>
                        <a:prstGeom prst="rect">
                          <a:avLst/>
                        </a:prstGeom>
                        <a:noFill/>
                        <a:ln w="38100">
                          <a:noFill/>
                          <a:miter/>
                        </a:ln>
                      </p:spPr>
                    </p:pic>
                  </p:oleObj>
                </mc:Fallback>
              </mc:AlternateContent>
            </a:graphicData>
          </a:graphic>
        </p:graphicFrame>
        <p:sp>
          <p:nvSpPr>
            <p:cNvPr id="19502" name="Rectangle 92"/>
            <p:cNvSpPr/>
            <p:nvPr/>
          </p:nvSpPr>
          <p:spPr>
            <a:xfrm>
              <a:off x="2335" y="3657"/>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19503" name="Rectangle 93"/>
            <p:cNvSpPr/>
            <p:nvPr/>
          </p:nvSpPr>
          <p:spPr>
            <a:xfrm>
              <a:off x="2335" y="3022"/>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19504" name="Rectangle 94"/>
            <p:cNvSpPr/>
            <p:nvPr/>
          </p:nvSpPr>
          <p:spPr>
            <a:xfrm>
              <a:off x="2290" y="2341"/>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19505" name="Line 95"/>
            <p:cNvSpPr/>
            <p:nvPr/>
          </p:nvSpPr>
          <p:spPr>
            <a:xfrm rot="-5400000">
              <a:off x="2029" y="2195"/>
              <a:ext cx="0" cy="384"/>
            </a:xfrm>
            <a:prstGeom prst="line">
              <a:avLst/>
            </a:prstGeom>
            <a:ln w="28575" cap="flat" cmpd="sng">
              <a:solidFill>
                <a:srgbClr val="00FFFF"/>
              </a:solidFill>
              <a:prstDash val="solid"/>
              <a:headEnd type="none" w="med" len="med"/>
              <a:tailEnd type="triangle" w="med" len="med"/>
            </a:ln>
          </p:spPr>
        </p:sp>
        <p:graphicFrame>
          <p:nvGraphicFramePr>
            <p:cNvPr id="19463" name="Object 96"/>
            <p:cNvGraphicFramePr/>
            <p:nvPr/>
          </p:nvGraphicFramePr>
          <p:xfrm>
            <a:off x="1927" y="1979"/>
            <a:ext cx="221" cy="381"/>
          </p:xfrm>
          <a:graphic>
            <a:graphicData uri="http://schemas.openxmlformats.org/presentationml/2006/ole">
              <mc:AlternateContent xmlns:mc="http://schemas.openxmlformats.org/markup-compatibility/2006">
                <mc:Choice xmlns:v="urn:schemas-microsoft-com:vml" Requires="v">
                  <p:oleObj spid="_x0000_s3213" name="" r:id="rId9" imgW="177800" imgH="304165" progId="Equation.3">
                    <p:embed/>
                  </p:oleObj>
                </mc:Choice>
                <mc:Fallback>
                  <p:oleObj name="" r:id="rId9" imgW="177800" imgH="304165" progId="Equation.3">
                    <p:embed/>
                    <p:pic>
                      <p:nvPicPr>
                        <p:cNvPr id="0" name="图片 3212"/>
                        <p:cNvPicPr/>
                        <p:nvPr/>
                      </p:nvPicPr>
                      <p:blipFill>
                        <a:blip r:embed="rId10">
                          <a:clrChange>
                            <a:clrFrom>
                              <a:srgbClr val="000000"/>
                            </a:clrFrom>
                            <a:clrTo>
                              <a:srgbClr val="FFFFFF"/>
                            </a:clrTo>
                          </a:clrChange>
                        </a:blip>
                        <a:stretch>
                          <a:fillRect/>
                        </a:stretch>
                      </p:blipFill>
                      <p:spPr>
                        <a:xfrm>
                          <a:off x="1927" y="1979"/>
                          <a:ext cx="221" cy="381"/>
                        </a:xfrm>
                        <a:prstGeom prst="rect">
                          <a:avLst/>
                        </a:prstGeom>
                        <a:noFill/>
                        <a:ln w="38100">
                          <a:noFill/>
                          <a:miter/>
                        </a:ln>
                      </p:spPr>
                    </p:pic>
                  </p:oleObj>
                </mc:Fallback>
              </mc:AlternateContent>
            </a:graphicData>
          </a:graphic>
        </p:graphicFrame>
        <p:graphicFrame>
          <p:nvGraphicFramePr>
            <p:cNvPr id="19464" name="Object 97"/>
            <p:cNvGraphicFramePr/>
            <p:nvPr/>
          </p:nvGraphicFramePr>
          <p:xfrm>
            <a:off x="1927" y="2659"/>
            <a:ext cx="224" cy="381"/>
          </p:xfrm>
          <a:graphic>
            <a:graphicData uri="http://schemas.openxmlformats.org/presentationml/2006/ole">
              <mc:AlternateContent xmlns:mc="http://schemas.openxmlformats.org/markup-compatibility/2006">
                <mc:Choice xmlns:v="urn:schemas-microsoft-com:vml" Requires="v">
                  <p:oleObj spid="_x0000_s3209" name="" r:id="rId11" imgW="177800" imgH="304165" progId="Equation.3">
                    <p:embed/>
                  </p:oleObj>
                </mc:Choice>
                <mc:Fallback>
                  <p:oleObj name="" r:id="rId11" imgW="177800" imgH="304165" progId="Equation.3">
                    <p:embed/>
                    <p:pic>
                      <p:nvPicPr>
                        <p:cNvPr id="0" name="图片 3208"/>
                        <p:cNvPicPr/>
                        <p:nvPr/>
                      </p:nvPicPr>
                      <p:blipFill>
                        <a:blip r:embed="rId12">
                          <a:clrChange>
                            <a:clrFrom>
                              <a:srgbClr val="000000"/>
                            </a:clrFrom>
                            <a:clrTo>
                              <a:srgbClr val="FFFFFF"/>
                            </a:clrTo>
                          </a:clrChange>
                        </a:blip>
                        <a:stretch>
                          <a:fillRect/>
                        </a:stretch>
                      </p:blipFill>
                      <p:spPr>
                        <a:xfrm>
                          <a:off x="1927" y="2659"/>
                          <a:ext cx="224" cy="381"/>
                        </a:xfrm>
                        <a:prstGeom prst="rect">
                          <a:avLst/>
                        </a:prstGeom>
                        <a:noFill/>
                        <a:ln w="38100">
                          <a:noFill/>
                          <a:miter/>
                        </a:ln>
                      </p:spPr>
                    </p:pic>
                  </p:oleObj>
                </mc:Fallback>
              </mc:AlternateContent>
            </a:graphicData>
          </a:graphic>
        </p:graphicFrame>
        <p:sp>
          <p:nvSpPr>
            <p:cNvPr id="19506" name="Line 98"/>
            <p:cNvSpPr/>
            <p:nvPr/>
          </p:nvSpPr>
          <p:spPr>
            <a:xfrm rot="-5400000">
              <a:off x="2027" y="3511"/>
              <a:ext cx="0" cy="381"/>
            </a:xfrm>
            <a:prstGeom prst="line">
              <a:avLst/>
            </a:prstGeom>
            <a:ln w="28575" cap="flat" cmpd="sng">
              <a:solidFill>
                <a:srgbClr val="00FFFF"/>
              </a:solidFill>
              <a:prstDash val="solid"/>
              <a:headEnd type="none" w="med" len="med"/>
              <a:tailEnd type="triangle" w="med" len="med"/>
            </a:ln>
          </p:spPr>
        </p:sp>
        <p:graphicFrame>
          <p:nvGraphicFramePr>
            <p:cNvPr id="19465" name="Object 99"/>
            <p:cNvGraphicFramePr/>
            <p:nvPr/>
          </p:nvGraphicFramePr>
          <p:xfrm>
            <a:off x="1882" y="3294"/>
            <a:ext cx="223" cy="381"/>
          </p:xfrm>
          <a:graphic>
            <a:graphicData uri="http://schemas.openxmlformats.org/presentationml/2006/ole">
              <mc:AlternateContent xmlns:mc="http://schemas.openxmlformats.org/markup-compatibility/2006">
                <mc:Choice xmlns:v="urn:schemas-microsoft-com:vml" Requires="v">
                  <p:oleObj spid="_x0000_s3210" name="" r:id="rId13" imgW="177800" imgH="304165" progId="Equation.3">
                    <p:embed/>
                  </p:oleObj>
                </mc:Choice>
                <mc:Fallback>
                  <p:oleObj name="" r:id="rId13" imgW="177800" imgH="304165" progId="Equation.3">
                    <p:embed/>
                    <p:pic>
                      <p:nvPicPr>
                        <p:cNvPr id="0" name="图片 3209"/>
                        <p:cNvPicPr/>
                        <p:nvPr/>
                      </p:nvPicPr>
                      <p:blipFill>
                        <a:blip r:embed="rId14">
                          <a:clrChange>
                            <a:clrFrom>
                              <a:srgbClr val="000000"/>
                            </a:clrFrom>
                            <a:clrTo>
                              <a:srgbClr val="FFFFFF"/>
                            </a:clrTo>
                          </a:clrChange>
                        </a:blip>
                        <a:stretch>
                          <a:fillRect/>
                        </a:stretch>
                      </p:blipFill>
                      <p:spPr>
                        <a:xfrm>
                          <a:off x="1882" y="3294"/>
                          <a:ext cx="223" cy="381"/>
                        </a:xfrm>
                        <a:prstGeom prst="rect">
                          <a:avLst/>
                        </a:prstGeom>
                        <a:noFill/>
                        <a:ln w="38100">
                          <a:noFill/>
                          <a:miter/>
                        </a:ln>
                      </p:spPr>
                    </p:pic>
                  </p:oleObj>
                </mc:Fallback>
              </mc:AlternateContent>
            </a:graphicData>
          </a:graphic>
        </p:graphicFrame>
        <p:sp>
          <p:nvSpPr>
            <p:cNvPr id="19507" name="Line 100"/>
            <p:cNvSpPr/>
            <p:nvPr/>
          </p:nvSpPr>
          <p:spPr>
            <a:xfrm rot="-5400000">
              <a:off x="2029" y="2875"/>
              <a:ext cx="0" cy="384"/>
            </a:xfrm>
            <a:prstGeom prst="line">
              <a:avLst/>
            </a:prstGeom>
            <a:ln w="28575" cap="flat" cmpd="sng">
              <a:solidFill>
                <a:srgbClr val="00FFFF"/>
              </a:solidFill>
              <a:prstDash val="solid"/>
              <a:headEnd type="none" w="med" len="med"/>
              <a:tailEnd type="triangle" w="med" len="med"/>
            </a:ln>
          </p:spPr>
        </p:sp>
      </p:grpSp>
      <p:grpSp>
        <p:nvGrpSpPr>
          <p:cNvPr id="19470" name="Group 110"/>
          <p:cNvGrpSpPr/>
          <p:nvPr/>
        </p:nvGrpSpPr>
        <p:grpSpPr>
          <a:xfrm>
            <a:off x="8316913" y="6445250"/>
            <a:ext cx="792162" cy="366713"/>
            <a:chOff x="5193" y="4020"/>
            <a:chExt cx="499" cy="231"/>
          </a:xfrm>
        </p:grpSpPr>
        <p:pic>
          <p:nvPicPr>
            <p:cNvPr id="19481" name="Picture 111" descr="78900"/>
            <p:cNvPicPr>
              <a:picLocks noChangeAspect="1"/>
            </p:cNvPicPr>
            <p:nvPr/>
          </p:nvPicPr>
          <p:blipFill>
            <a:blip r:embed="rId15"/>
            <a:stretch>
              <a:fillRect/>
            </a:stretch>
          </p:blipFill>
          <p:spPr>
            <a:xfrm>
              <a:off x="5193" y="4066"/>
              <a:ext cx="499" cy="181"/>
            </a:xfrm>
            <a:prstGeom prst="rect">
              <a:avLst/>
            </a:prstGeom>
            <a:noFill/>
            <a:ln w="9525">
              <a:noFill/>
            </a:ln>
          </p:spPr>
        </p:pic>
        <p:sp>
          <p:nvSpPr>
            <p:cNvPr id="19482" name="Text Box 11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9471" name="Group 113"/>
          <p:cNvGrpSpPr/>
          <p:nvPr/>
        </p:nvGrpSpPr>
        <p:grpSpPr>
          <a:xfrm>
            <a:off x="7451725" y="6445250"/>
            <a:ext cx="792163" cy="366713"/>
            <a:chOff x="5193" y="4020"/>
            <a:chExt cx="499" cy="231"/>
          </a:xfrm>
        </p:grpSpPr>
        <p:pic>
          <p:nvPicPr>
            <p:cNvPr id="19479" name="Picture 114" descr="78900"/>
            <p:cNvPicPr>
              <a:picLocks noChangeAspect="1"/>
            </p:cNvPicPr>
            <p:nvPr/>
          </p:nvPicPr>
          <p:blipFill>
            <a:blip r:embed="rId15"/>
            <a:stretch>
              <a:fillRect/>
            </a:stretch>
          </p:blipFill>
          <p:spPr>
            <a:xfrm>
              <a:off x="5193" y="4066"/>
              <a:ext cx="499" cy="181"/>
            </a:xfrm>
            <a:prstGeom prst="rect">
              <a:avLst/>
            </a:prstGeom>
            <a:noFill/>
            <a:ln w="9525">
              <a:noFill/>
            </a:ln>
          </p:spPr>
        </p:pic>
        <p:sp>
          <p:nvSpPr>
            <p:cNvPr id="19480" name="Text Box 115">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9472" name="Group 116"/>
          <p:cNvGrpSpPr/>
          <p:nvPr/>
        </p:nvGrpSpPr>
        <p:grpSpPr>
          <a:xfrm>
            <a:off x="6588125" y="6446838"/>
            <a:ext cx="792163" cy="366712"/>
            <a:chOff x="4695" y="4061"/>
            <a:chExt cx="499" cy="231"/>
          </a:xfrm>
        </p:grpSpPr>
        <p:pic>
          <p:nvPicPr>
            <p:cNvPr id="19477" name="Picture 117" descr="78900"/>
            <p:cNvPicPr>
              <a:picLocks noChangeAspect="1"/>
            </p:cNvPicPr>
            <p:nvPr/>
          </p:nvPicPr>
          <p:blipFill>
            <a:blip r:embed="rId15"/>
            <a:stretch>
              <a:fillRect/>
            </a:stretch>
          </p:blipFill>
          <p:spPr>
            <a:xfrm>
              <a:off x="4695" y="4107"/>
              <a:ext cx="499" cy="181"/>
            </a:xfrm>
            <a:prstGeom prst="rect">
              <a:avLst/>
            </a:prstGeom>
            <a:noFill/>
            <a:ln w="9525">
              <a:noFill/>
            </a:ln>
          </p:spPr>
        </p:pic>
        <p:sp>
          <p:nvSpPr>
            <p:cNvPr id="19478" name="Text Box 118">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 name="Group 125"/>
          <p:cNvGrpSpPr/>
          <p:nvPr/>
        </p:nvGrpSpPr>
        <p:grpSpPr>
          <a:xfrm>
            <a:off x="5435600" y="2781300"/>
            <a:ext cx="2779713" cy="2160588"/>
            <a:chOff x="3424" y="1752"/>
            <a:chExt cx="1751" cy="1361"/>
          </a:xfrm>
        </p:grpSpPr>
        <p:graphicFrame>
          <p:nvGraphicFramePr>
            <p:cNvPr id="19459" name="Object 121"/>
            <p:cNvGraphicFramePr/>
            <p:nvPr/>
          </p:nvGraphicFramePr>
          <p:xfrm>
            <a:off x="3424" y="1752"/>
            <a:ext cx="1751" cy="1361"/>
          </p:xfrm>
          <a:graphic>
            <a:graphicData uri="http://schemas.openxmlformats.org/presentationml/2006/ole">
              <mc:AlternateContent xmlns:mc="http://schemas.openxmlformats.org/markup-compatibility/2006">
                <mc:Choice xmlns:v="urn:schemas-microsoft-com:vml" Requires="v">
                  <p:oleObj spid="_x0000_s3214" name="" r:id="rId16" imgW="1104900" imgH="838200" progId="Equation.3">
                    <p:embed/>
                  </p:oleObj>
                </mc:Choice>
                <mc:Fallback>
                  <p:oleObj name="" r:id="rId16" imgW="1104900" imgH="838200" progId="Equation.3">
                    <p:embed/>
                    <p:pic>
                      <p:nvPicPr>
                        <p:cNvPr id="0" name="图片 3213"/>
                        <p:cNvPicPr/>
                        <p:nvPr/>
                      </p:nvPicPr>
                      <p:blipFill>
                        <a:blip r:embed="rId17">
                          <a:clrChange>
                            <a:clrFrom>
                              <a:srgbClr val="000000"/>
                            </a:clrFrom>
                            <a:clrTo>
                              <a:srgbClr val="FFFFFF"/>
                            </a:clrTo>
                          </a:clrChange>
                        </a:blip>
                        <a:stretch>
                          <a:fillRect/>
                        </a:stretch>
                      </p:blipFill>
                      <p:spPr>
                        <a:xfrm>
                          <a:off x="3424" y="1752"/>
                          <a:ext cx="1751" cy="1361"/>
                        </a:xfrm>
                        <a:prstGeom prst="rect">
                          <a:avLst/>
                        </a:prstGeom>
                        <a:noFill/>
                        <a:ln w="38100">
                          <a:noFill/>
                          <a:miter/>
                        </a:ln>
                      </p:spPr>
                    </p:pic>
                  </p:oleObj>
                </mc:Fallback>
              </mc:AlternateContent>
            </a:graphicData>
          </a:graphic>
        </p:graphicFrame>
        <p:sp>
          <p:nvSpPr>
            <p:cNvPr id="19474" name="Line 122"/>
            <p:cNvSpPr/>
            <p:nvPr/>
          </p:nvSpPr>
          <p:spPr>
            <a:xfrm>
              <a:off x="4431" y="3076"/>
              <a:ext cx="571" cy="0"/>
            </a:xfrm>
            <a:prstGeom prst="line">
              <a:avLst/>
            </a:prstGeom>
            <a:ln w="9525" cap="flat" cmpd="sng">
              <a:solidFill>
                <a:schemeClr val="bg1"/>
              </a:solidFill>
              <a:prstDash val="solid"/>
              <a:headEnd type="none" w="med" len="med"/>
              <a:tailEnd type="none" w="med" len="med"/>
            </a:ln>
          </p:spPr>
        </p:sp>
        <p:sp>
          <p:nvSpPr>
            <p:cNvPr id="19475" name="Line 123"/>
            <p:cNvSpPr/>
            <p:nvPr/>
          </p:nvSpPr>
          <p:spPr>
            <a:xfrm flipV="1">
              <a:off x="4459" y="2623"/>
              <a:ext cx="589" cy="0"/>
            </a:xfrm>
            <a:prstGeom prst="line">
              <a:avLst/>
            </a:prstGeom>
            <a:ln w="9525" cap="flat" cmpd="sng">
              <a:solidFill>
                <a:schemeClr val="bg1"/>
              </a:solidFill>
              <a:prstDash val="solid"/>
              <a:headEnd type="none" w="med" len="med"/>
              <a:tailEnd type="none" w="med" len="med"/>
            </a:ln>
          </p:spPr>
        </p:sp>
        <p:sp>
          <p:nvSpPr>
            <p:cNvPr id="19476" name="Line 124"/>
            <p:cNvSpPr/>
            <p:nvPr/>
          </p:nvSpPr>
          <p:spPr>
            <a:xfrm>
              <a:off x="4495" y="2169"/>
              <a:ext cx="312" cy="0"/>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22532"/>
                                        </p:tgtEl>
                                        <p:attrNameLst>
                                          <p:attrName>style.visibility</p:attrName>
                                        </p:attrNameLst>
                                      </p:cBhvr>
                                      <p:to>
                                        <p:strVal val="visible"/>
                                      </p:to>
                                    </p:set>
                                    <p:anim calcmode="lin" valueType="num">
                                      <p:cBhvr additive="base">
                                        <p:cTn id="7" dur="500" fill="hold"/>
                                        <p:tgtEl>
                                          <p:spTgt spid="22532"/>
                                        </p:tgtEl>
                                        <p:attrNameLst>
                                          <p:attrName>ppt_x</p:attrName>
                                        </p:attrNameLst>
                                      </p:cBhvr>
                                      <p:tavLst>
                                        <p:tav tm="0">
                                          <p:val>
                                            <p:strVal val="0-#ppt_w/2"/>
                                          </p:val>
                                        </p:tav>
                                        <p:tav tm="100000">
                                          <p:val>
                                            <p:strVal val="#ppt_x"/>
                                          </p:val>
                                        </p:tav>
                                      </p:tavLst>
                                    </p:anim>
                                    <p:anim calcmode="lin" valueType="num">
                                      <p:cBhvr additive="base">
                                        <p:cTn id="8" dur="500" fill="hold"/>
                                        <p:tgtEl>
                                          <p:spTgt spid="2253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22533"/>
                                        </p:tgtEl>
                                        <p:attrNameLst>
                                          <p:attrName>style.visibility</p:attrName>
                                        </p:attrNameLst>
                                      </p:cBhvr>
                                      <p:to>
                                        <p:strVal val="visible"/>
                                      </p:to>
                                    </p:set>
                                    <p:animEffect transition="in" filter="slide(fromBottom)">
                                      <p:cBhvr>
                                        <p:cTn id="13" dur="2000"/>
                                        <p:tgtEl>
                                          <p:spTgt spid="2253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22534"/>
                                        </p:tgtEl>
                                        <p:attrNameLst>
                                          <p:attrName>style.visibility</p:attrName>
                                        </p:attrNameLst>
                                      </p:cBhvr>
                                      <p:to>
                                        <p:strVal val="visible"/>
                                      </p:to>
                                    </p:set>
                                    <p:anim calcmode="lin" valueType="num">
                                      <p:cBhvr additive="base">
                                        <p:cTn id="18" dur="500" fill="hold"/>
                                        <p:tgtEl>
                                          <p:spTgt spid="22534"/>
                                        </p:tgtEl>
                                        <p:attrNameLst>
                                          <p:attrName>ppt_x</p:attrName>
                                        </p:attrNameLst>
                                      </p:cBhvr>
                                      <p:tavLst>
                                        <p:tav tm="0">
                                          <p:val>
                                            <p:strVal val="0-#ppt_w/2"/>
                                          </p:val>
                                        </p:tav>
                                        <p:tav tm="100000">
                                          <p:val>
                                            <p:strVal val="#ppt_x"/>
                                          </p:val>
                                        </p:tav>
                                      </p:tavLst>
                                    </p:anim>
                                    <p:anim calcmode="lin" valueType="num">
                                      <p:cBhvr additive="base">
                                        <p:cTn id="19" dur="500" fill="hold"/>
                                        <p:tgtEl>
                                          <p:spTgt spid="22534"/>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linds(horizontal)">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blinds(horizontal)">
                                      <p:cBhvr>
                                        <p:cTn id="29" dur="500"/>
                                        <p:tgtEl>
                                          <p:spTgt spid="6"/>
                                        </p:tgtEl>
                                      </p:cBhvr>
                                    </p:animEffect>
                                  </p:childTnLst>
                                </p:cTn>
                              </p:par>
                            </p:childTnLst>
                          </p:cTn>
                        </p:par>
                        <p:par>
                          <p:cTn id="30" fill="hold">
                            <p:stCondLst>
                              <p:cond delay="500"/>
                            </p:stCondLst>
                            <p:childTnLst>
                              <p:par>
                                <p:cTn id="31" presetID="22" presetClass="entr" presetSubtype="1" fill="hold" nodeType="afterEffect">
                                  <p:stCondLst>
                                    <p:cond delay="0"/>
                                  </p:stCondLst>
                                  <p:childTnLst>
                                    <p:set>
                                      <p:cBhvr>
                                        <p:cTn id="32" dur="1" fill="hold">
                                          <p:stCondLst>
                                            <p:cond delay="0"/>
                                          </p:stCondLst>
                                        </p:cTn>
                                        <p:tgtEl>
                                          <p:spTgt spid="22581"/>
                                        </p:tgtEl>
                                        <p:attrNameLst>
                                          <p:attrName>style.visibility</p:attrName>
                                        </p:attrNameLst>
                                      </p:cBhvr>
                                      <p:to>
                                        <p:strVal val="visible"/>
                                      </p:to>
                                    </p:set>
                                    <p:animEffect transition="in" filter="wipe(up)">
                                      <p:cBhvr>
                                        <p:cTn id="33" dur="2000"/>
                                        <p:tgtEl>
                                          <p:spTgt spid="22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 grpId="0"/>
      <p:bldP spid="22533" grpId="0"/>
      <p:bldP spid="2253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48"/>
          <p:cNvGrpSpPr/>
          <p:nvPr/>
        </p:nvGrpSpPr>
        <p:grpSpPr>
          <a:xfrm rot="5400000">
            <a:off x="4052888" y="1989138"/>
            <a:ext cx="360362" cy="792162"/>
            <a:chOff x="1272" y="1531"/>
            <a:chExt cx="204" cy="227"/>
          </a:xfrm>
        </p:grpSpPr>
        <p:sp>
          <p:nvSpPr>
            <p:cNvPr id="20532" name="Line 49"/>
            <p:cNvSpPr/>
            <p:nvPr/>
          </p:nvSpPr>
          <p:spPr>
            <a:xfrm flipV="1">
              <a:off x="1272" y="1668"/>
              <a:ext cx="204" cy="0"/>
            </a:xfrm>
            <a:prstGeom prst="line">
              <a:avLst/>
            </a:prstGeom>
            <a:ln w="38100" cap="flat" cmpd="sng">
              <a:solidFill>
                <a:srgbClr val="66FF33"/>
              </a:solidFill>
              <a:prstDash val="solid"/>
              <a:headEnd type="none" w="med" len="med"/>
              <a:tailEnd type="none" w="med" len="med"/>
            </a:ln>
          </p:spPr>
        </p:sp>
        <p:sp>
          <p:nvSpPr>
            <p:cNvPr id="20533" name="Line 50"/>
            <p:cNvSpPr/>
            <p:nvPr/>
          </p:nvSpPr>
          <p:spPr>
            <a:xfrm>
              <a:off x="1302" y="1716"/>
              <a:ext cx="132" cy="0"/>
            </a:xfrm>
            <a:prstGeom prst="line">
              <a:avLst/>
            </a:prstGeom>
            <a:ln w="38100" cap="flat" cmpd="sng">
              <a:solidFill>
                <a:srgbClr val="66FF33"/>
              </a:solidFill>
              <a:prstDash val="solid"/>
              <a:headEnd type="none" w="med" len="med"/>
              <a:tailEnd type="none" w="med" len="med"/>
            </a:ln>
          </p:spPr>
        </p:sp>
        <p:sp>
          <p:nvSpPr>
            <p:cNvPr id="20534" name="Line 51"/>
            <p:cNvSpPr/>
            <p:nvPr/>
          </p:nvSpPr>
          <p:spPr>
            <a:xfrm>
              <a:off x="1326" y="1758"/>
              <a:ext cx="87" cy="0"/>
            </a:xfrm>
            <a:prstGeom prst="line">
              <a:avLst/>
            </a:prstGeom>
            <a:ln w="38100" cap="flat" cmpd="sng">
              <a:solidFill>
                <a:srgbClr val="66FF33"/>
              </a:solidFill>
              <a:prstDash val="solid"/>
              <a:headEnd type="none" w="med" len="med"/>
              <a:tailEnd type="none" w="med" len="med"/>
            </a:ln>
          </p:spPr>
        </p:sp>
        <p:sp>
          <p:nvSpPr>
            <p:cNvPr id="20535" name="Line 52"/>
            <p:cNvSpPr/>
            <p:nvPr/>
          </p:nvSpPr>
          <p:spPr>
            <a:xfrm flipH="1">
              <a:off x="1371" y="1531"/>
              <a:ext cx="0" cy="137"/>
            </a:xfrm>
            <a:prstGeom prst="line">
              <a:avLst/>
            </a:prstGeom>
            <a:ln w="38100" cap="flat" cmpd="sng">
              <a:solidFill>
                <a:srgbClr val="66FF33"/>
              </a:solidFill>
              <a:prstDash val="solid"/>
              <a:headEnd type="none" w="med" len="med"/>
              <a:tailEnd type="none" w="med" len="med"/>
            </a:ln>
          </p:spPr>
        </p:sp>
      </p:grpSp>
      <p:sp>
        <p:nvSpPr>
          <p:cNvPr id="21557" name="Text Box 53"/>
          <p:cNvSpPr txBox="1"/>
          <p:nvPr/>
        </p:nvSpPr>
        <p:spPr>
          <a:xfrm>
            <a:off x="468313" y="1484313"/>
            <a:ext cx="3743325" cy="1117600"/>
          </a:xfrm>
          <a:prstGeom prst="rect">
            <a:avLst/>
          </a:prstGeom>
          <a:noFill/>
          <a:ln w="9525">
            <a:noFill/>
          </a:ln>
        </p:spPr>
        <p:txBody>
          <a:bodyPr>
            <a:spAutoFit/>
          </a:bodyPr>
          <a:p>
            <a:pPr>
              <a:lnSpc>
                <a:spcPct val="120000"/>
              </a:lnSpc>
              <a:spcBef>
                <a:spcPct val="50000"/>
              </a:spcBef>
            </a:pPr>
            <a:r>
              <a:rPr lang="zh-CN" altLang="en-US" sz="2800" dirty="0">
                <a:latin typeface="楷体_GB2312" pitchFamily="49" charset="-122"/>
              </a:rPr>
              <a:t>以</a:t>
            </a:r>
            <a:r>
              <a:rPr lang="en-US" altLang="zh-CN" sz="2800" b="0" dirty="0">
                <a:solidFill>
                  <a:schemeClr val="bg1"/>
                </a:solidFill>
                <a:latin typeface="Times New Roman" panose="02020603050405020304" pitchFamily="18" charset="0"/>
              </a:rPr>
              <a:t>N</a:t>
            </a:r>
            <a:r>
              <a:rPr lang="zh-CN" altLang="en-US" sz="2800" dirty="0">
                <a:latin typeface="楷体_GB2312" pitchFamily="49" charset="-122"/>
              </a:rPr>
              <a:t>点为参考点，对</a:t>
            </a:r>
            <a:r>
              <a:rPr lang="en-US" altLang="zh-CN" sz="2800" b="0" dirty="0">
                <a:solidFill>
                  <a:schemeClr val="bg1"/>
                </a:solidFill>
                <a:latin typeface="Times New Roman" panose="02020603050405020304" pitchFamily="18" charset="0"/>
              </a:rPr>
              <a:t>N</a:t>
            </a:r>
            <a:r>
              <a:rPr lang="en-US" altLang="zh-CN" sz="2800" b="0" dirty="0">
                <a:solidFill>
                  <a:schemeClr val="bg1"/>
                </a:solidFill>
                <a:latin typeface="Times New Roman" panose="02020603050405020304" pitchFamily="18" charset="0"/>
                <a:cs typeface="Times New Roman" panose="02020603050405020304" pitchFamily="18" charset="0"/>
              </a:rPr>
              <a:t>'</a:t>
            </a:r>
            <a:r>
              <a:rPr lang="zh-CN" altLang="en-US" sz="2800" dirty="0">
                <a:latin typeface="楷体_GB2312" pitchFamily="49" charset="-122"/>
              </a:rPr>
              <a:t>点列写结点方程：</a:t>
            </a:r>
            <a:endParaRPr lang="zh-CN" altLang="en-US" sz="2800" dirty="0">
              <a:latin typeface="楷体_GB2312" pitchFamily="49" charset="-122"/>
            </a:endParaRPr>
          </a:p>
        </p:txBody>
      </p:sp>
      <p:graphicFrame>
        <p:nvGraphicFramePr>
          <p:cNvPr id="21558" name="Object 54"/>
          <p:cNvGraphicFramePr/>
          <p:nvPr/>
        </p:nvGraphicFramePr>
        <p:xfrm>
          <a:off x="684213" y="4149725"/>
          <a:ext cx="6157912" cy="952500"/>
        </p:xfrm>
        <a:graphic>
          <a:graphicData uri="http://schemas.openxmlformats.org/presentationml/2006/ole">
            <mc:AlternateContent xmlns:mc="http://schemas.openxmlformats.org/markup-compatibility/2006">
              <mc:Choice xmlns:v="urn:schemas-microsoft-com:vml" Requires="v">
                <p:oleObj spid="_x0000_s3215" name="" r:id="rId1" imgW="2856230" imgH="444500" progId="Equation.3">
                  <p:embed/>
                </p:oleObj>
              </mc:Choice>
              <mc:Fallback>
                <p:oleObj name="" r:id="rId1" imgW="2856230" imgH="444500" progId="Equation.3">
                  <p:embed/>
                  <p:pic>
                    <p:nvPicPr>
                      <p:cNvPr id="0" name="图片 3214"/>
                      <p:cNvPicPr/>
                      <p:nvPr/>
                    </p:nvPicPr>
                    <p:blipFill>
                      <a:blip r:embed="rId2">
                        <a:clrChange>
                          <a:clrFrom>
                            <a:srgbClr val="000000"/>
                          </a:clrFrom>
                          <a:clrTo>
                            <a:srgbClr val="FFFFFF"/>
                          </a:clrTo>
                        </a:clrChange>
                      </a:blip>
                      <a:stretch>
                        <a:fillRect/>
                      </a:stretch>
                    </p:blipFill>
                    <p:spPr>
                      <a:xfrm>
                        <a:off x="684213" y="4149725"/>
                        <a:ext cx="6157912" cy="952500"/>
                      </a:xfrm>
                      <a:prstGeom prst="rect">
                        <a:avLst/>
                      </a:prstGeom>
                      <a:noFill/>
                      <a:ln w="38100">
                        <a:noFill/>
                        <a:miter/>
                      </a:ln>
                    </p:spPr>
                  </p:pic>
                </p:oleObj>
              </mc:Fallback>
            </mc:AlternateContent>
          </a:graphicData>
        </a:graphic>
      </p:graphicFrame>
      <p:graphicFrame>
        <p:nvGraphicFramePr>
          <p:cNvPr id="21559" name="Object 55"/>
          <p:cNvGraphicFramePr/>
          <p:nvPr/>
        </p:nvGraphicFramePr>
        <p:xfrm>
          <a:off x="755650" y="5157788"/>
          <a:ext cx="5576888" cy="1025525"/>
        </p:xfrm>
        <a:graphic>
          <a:graphicData uri="http://schemas.openxmlformats.org/presentationml/2006/ole">
            <mc:AlternateContent xmlns:mc="http://schemas.openxmlformats.org/markup-compatibility/2006">
              <mc:Choice xmlns:v="urn:schemas-microsoft-com:vml" Requires="v">
                <p:oleObj spid="_x0000_s3217" name="" r:id="rId3" imgW="2260600" imgH="419100" progId="Equation.3">
                  <p:embed/>
                </p:oleObj>
              </mc:Choice>
              <mc:Fallback>
                <p:oleObj name="" r:id="rId3" imgW="2260600" imgH="419100" progId="Equation.3">
                  <p:embed/>
                  <p:pic>
                    <p:nvPicPr>
                      <p:cNvPr id="0" name="图片 3216"/>
                      <p:cNvPicPr/>
                      <p:nvPr/>
                    </p:nvPicPr>
                    <p:blipFill>
                      <a:blip r:embed="rId4">
                        <a:clrChange>
                          <a:clrFrom>
                            <a:srgbClr val="000000"/>
                          </a:clrFrom>
                          <a:clrTo>
                            <a:srgbClr val="FFFFFF"/>
                          </a:clrTo>
                        </a:clrChange>
                      </a:blip>
                      <a:stretch>
                        <a:fillRect/>
                      </a:stretch>
                    </p:blipFill>
                    <p:spPr>
                      <a:xfrm>
                        <a:off x="755650" y="5157788"/>
                        <a:ext cx="5576888" cy="1025525"/>
                      </a:xfrm>
                      <a:prstGeom prst="rect">
                        <a:avLst/>
                      </a:prstGeom>
                      <a:noFill/>
                      <a:ln w="38100">
                        <a:noFill/>
                        <a:miter/>
                      </a:ln>
                    </p:spPr>
                  </p:pic>
                </p:oleObj>
              </mc:Fallback>
            </mc:AlternateContent>
          </a:graphicData>
        </a:graphic>
      </p:graphicFrame>
      <p:grpSp>
        <p:nvGrpSpPr>
          <p:cNvPr id="3" name="Group 62"/>
          <p:cNvGrpSpPr/>
          <p:nvPr/>
        </p:nvGrpSpPr>
        <p:grpSpPr>
          <a:xfrm>
            <a:off x="5003800" y="3429000"/>
            <a:ext cx="2592388" cy="560388"/>
            <a:chOff x="3564" y="680"/>
            <a:chExt cx="1308" cy="259"/>
          </a:xfrm>
        </p:grpSpPr>
        <p:sp>
          <p:nvSpPr>
            <p:cNvPr id="20531" name="Line 63"/>
            <p:cNvSpPr/>
            <p:nvPr/>
          </p:nvSpPr>
          <p:spPr>
            <a:xfrm flipH="1">
              <a:off x="3564" y="939"/>
              <a:ext cx="1308" cy="0"/>
            </a:xfrm>
            <a:prstGeom prst="line">
              <a:avLst/>
            </a:prstGeom>
            <a:ln w="28575" cap="flat" cmpd="sng">
              <a:solidFill>
                <a:srgbClr val="FF0000"/>
              </a:solidFill>
              <a:prstDash val="solid"/>
              <a:headEnd type="none" w="med" len="med"/>
              <a:tailEnd type="triangle" w="med" len="lg"/>
            </a:ln>
          </p:spPr>
        </p:sp>
        <p:graphicFrame>
          <p:nvGraphicFramePr>
            <p:cNvPr id="20491" name="Object 64"/>
            <p:cNvGraphicFramePr/>
            <p:nvPr/>
          </p:nvGraphicFramePr>
          <p:xfrm>
            <a:off x="4059" y="680"/>
            <a:ext cx="338" cy="233"/>
          </p:xfrm>
          <a:graphic>
            <a:graphicData uri="http://schemas.openxmlformats.org/presentationml/2006/ole">
              <mc:AlternateContent xmlns:mc="http://schemas.openxmlformats.org/markup-compatibility/2006">
                <mc:Choice xmlns:v="urn:schemas-microsoft-com:vml" Requires="v">
                  <p:oleObj spid="_x0000_s3216" name="" r:id="rId5" imgW="330200" imgH="228600" progId="Equation.3">
                    <p:embed/>
                  </p:oleObj>
                </mc:Choice>
                <mc:Fallback>
                  <p:oleObj name="" r:id="rId5" imgW="330200" imgH="228600" progId="Equation.3">
                    <p:embed/>
                    <p:pic>
                      <p:nvPicPr>
                        <p:cNvPr id="0" name="图片 3215"/>
                        <p:cNvPicPr/>
                        <p:nvPr/>
                      </p:nvPicPr>
                      <p:blipFill>
                        <a:blip r:embed="rId6">
                          <a:clrChange>
                            <a:clrFrom>
                              <a:srgbClr val="000000"/>
                            </a:clrFrom>
                            <a:clrTo>
                              <a:srgbClr val="FFFF00"/>
                            </a:clrTo>
                          </a:clrChange>
                        </a:blip>
                        <a:stretch>
                          <a:fillRect/>
                        </a:stretch>
                      </p:blipFill>
                      <p:spPr>
                        <a:xfrm>
                          <a:off x="4059" y="680"/>
                          <a:ext cx="338" cy="233"/>
                        </a:xfrm>
                        <a:prstGeom prst="rect">
                          <a:avLst/>
                        </a:prstGeom>
                        <a:noFill/>
                        <a:ln w="38100">
                          <a:noFill/>
                          <a:miter/>
                        </a:ln>
                      </p:spPr>
                    </p:pic>
                  </p:oleObj>
                </mc:Fallback>
              </mc:AlternateContent>
            </a:graphicData>
          </a:graphic>
        </p:graphicFrame>
      </p:grpSp>
      <p:grpSp>
        <p:nvGrpSpPr>
          <p:cNvPr id="20495" name="Group 172"/>
          <p:cNvGrpSpPr/>
          <p:nvPr/>
        </p:nvGrpSpPr>
        <p:grpSpPr>
          <a:xfrm>
            <a:off x="8316913" y="6445250"/>
            <a:ext cx="792162" cy="366713"/>
            <a:chOff x="5193" y="4020"/>
            <a:chExt cx="499" cy="231"/>
          </a:xfrm>
        </p:grpSpPr>
        <p:pic>
          <p:nvPicPr>
            <p:cNvPr id="20529" name="Picture 173" descr="78900"/>
            <p:cNvPicPr>
              <a:picLocks noChangeAspect="1"/>
            </p:cNvPicPr>
            <p:nvPr/>
          </p:nvPicPr>
          <p:blipFill>
            <a:blip r:embed="rId7"/>
            <a:stretch>
              <a:fillRect/>
            </a:stretch>
          </p:blipFill>
          <p:spPr>
            <a:xfrm>
              <a:off x="5193" y="4066"/>
              <a:ext cx="499" cy="181"/>
            </a:xfrm>
            <a:prstGeom prst="rect">
              <a:avLst/>
            </a:prstGeom>
            <a:noFill/>
            <a:ln w="9525">
              <a:noFill/>
            </a:ln>
          </p:spPr>
        </p:pic>
        <p:sp>
          <p:nvSpPr>
            <p:cNvPr id="20530" name="Text Box 17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0496" name="Group 175"/>
          <p:cNvGrpSpPr/>
          <p:nvPr/>
        </p:nvGrpSpPr>
        <p:grpSpPr>
          <a:xfrm>
            <a:off x="7451725" y="6445250"/>
            <a:ext cx="792163" cy="366713"/>
            <a:chOff x="5193" y="4020"/>
            <a:chExt cx="499" cy="231"/>
          </a:xfrm>
        </p:grpSpPr>
        <p:pic>
          <p:nvPicPr>
            <p:cNvPr id="20527" name="Picture 176" descr="78900"/>
            <p:cNvPicPr>
              <a:picLocks noChangeAspect="1"/>
            </p:cNvPicPr>
            <p:nvPr/>
          </p:nvPicPr>
          <p:blipFill>
            <a:blip r:embed="rId7"/>
            <a:stretch>
              <a:fillRect/>
            </a:stretch>
          </p:blipFill>
          <p:spPr>
            <a:xfrm>
              <a:off x="5193" y="4066"/>
              <a:ext cx="499" cy="181"/>
            </a:xfrm>
            <a:prstGeom prst="rect">
              <a:avLst/>
            </a:prstGeom>
            <a:noFill/>
            <a:ln w="9525">
              <a:noFill/>
            </a:ln>
          </p:spPr>
        </p:pic>
        <p:sp>
          <p:nvSpPr>
            <p:cNvPr id="20528" name="Text Box 177">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0497" name="Group 178"/>
          <p:cNvGrpSpPr/>
          <p:nvPr/>
        </p:nvGrpSpPr>
        <p:grpSpPr>
          <a:xfrm>
            <a:off x="6588125" y="6446838"/>
            <a:ext cx="792163" cy="366712"/>
            <a:chOff x="4695" y="4061"/>
            <a:chExt cx="499" cy="231"/>
          </a:xfrm>
        </p:grpSpPr>
        <p:pic>
          <p:nvPicPr>
            <p:cNvPr id="20525" name="Picture 179" descr="78900"/>
            <p:cNvPicPr>
              <a:picLocks noChangeAspect="1"/>
            </p:cNvPicPr>
            <p:nvPr/>
          </p:nvPicPr>
          <p:blipFill>
            <a:blip r:embed="rId7"/>
            <a:stretch>
              <a:fillRect/>
            </a:stretch>
          </p:blipFill>
          <p:spPr>
            <a:xfrm>
              <a:off x="4695" y="4107"/>
              <a:ext cx="499" cy="181"/>
            </a:xfrm>
            <a:prstGeom prst="rect">
              <a:avLst/>
            </a:prstGeom>
            <a:noFill/>
            <a:ln w="9525">
              <a:noFill/>
            </a:ln>
          </p:spPr>
        </p:pic>
        <p:sp>
          <p:nvSpPr>
            <p:cNvPr id="20526" name="Text Box 180">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0498" name="Group 213"/>
          <p:cNvGrpSpPr/>
          <p:nvPr/>
        </p:nvGrpSpPr>
        <p:grpSpPr>
          <a:xfrm>
            <a:off x="4140200" y="433388"/>
            <a:ext cx="4427538" cy="3241675"/>
            <a:chOff x="2608" y="273"/>
            <a:chExt cx="2789" cy="2042"/>
          </a:xfrm>
        </p:grpSpPr>
        <p:sp>
          <p:nvSpPr>
            <p:cNvPr id="20500" name="Text Box 182"/>
            <p:cNvSpPr txBox="1"/>
            <p:nvPr/>
          </p:nvSpPr>
          <p:spPr>
            <a:xfrm>
              <a:off x="4286" y="863"/>
              <a:ext cx="298"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i="1" dirty="0">
                <a:solidFill>
                  <a:schemeClr val="bg1"/>
                </a:solidFill>
                <a:latin typeface="Times New Roman" panose="02020603050405020304" pitchFamily="18" charset="0"/>
                <a:ea typeface="宋体" panose="02010600030101010101" pitchFamily="2" charset="-122"/>
              </a:endParaRPr>
            </a:p>
          </p:txBody>
        </p:sp>
        <p:sp>
          <p:nvSpPr>
            <p:cNvPr id="20501" name="Line 183"/>
            <p:cNvSpPr/>
            <p:nvPr/>
          </p:nvSpPr>
          <p:spPr>
            <a:xfrm>
              <a:off x="4876" y="818"/>
              <a:ext cx="0" cy="1315"/>
            </a:xfrm>
            <a:prstGeom prst="line">
              <a:avLst/>
            </a:prstGeom>
            <a:ln w="28575" cap="flat" cmpd="sng">
              <a:solidFill>
                <a:srgbClr val="FFCC00"/>
              </a:solidFill>
              <a:prstDash val="solid"/>
              <a:headEnd type="none" w="med" len="med"/>
              <a:tailEnd type="none" w="med" len="med"/>
            </a:ln>
          </p:spPr>
        </p:sp>
        <p:sp>
          <p:nvSpPr>
            <p:cNvPr id="20502" name="Text Box 184"/>
            <p:cNvSpPr txBox="1"/>
            <p:nvPr/>
          </p:nvSpPr>
          <p:spPr>
            <a:xfrm>
              <a:off x="4331" y="1543"/>
              <a:ext cx="298"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i="1" dirty="0">
                <a:solidFill>
                  <a:schemeClr val="bg1"/>
                </a:solidFill>
                <a:latin typeface="Times New Roman" panose="02020603050405020304" pitchFamily="18" charset="0"/>
                <a:ea typeface="宋体" panose="02010600030101010101" pitchFamily="2" charset="-122"/>
              </a:endParaRPr>
            </a:p>
          </p:txBody>
        </p:sp>
        <p:sp>
          <p:nvSpPr>
            <p:cNvPr id="20503" name="Text Box 185"/>
            <p:cNvSpPr txBox="1"/>
            <p:nvPr/>
          </p:nvSpPr>
          <p:spPr>
            <a:xfrm>
              <a:off x="4377" y="1815"/>
              <a:ext cx="298"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i="1" dirty="0">
                <a:solidFill>
                  <a:schemeClr val="bg1"/>
                </a:solidFill>
                <a:latin typeface="Times New Roman" panose="02020603050405020304" pitchFamily="18" charset="0"/>
                <a:ea typeface="宋体" panose="02010600030101010101" pitchFamily="2" charset="-122"/>
              </a:endParaRPr>
            </a:p>
          </p:txBody>
        </p:sp>
        <p:sp>
          <p:nvSpPr>
            <p:cNvPr id="20504" name="Text Box 186"/>
            <p:cNvSpPr txBox="1"/>
            <p:nvPr/>
          </p:nvSpPr>
          <p:spPr>
            <a:xfrm>
              <a:off x="4876" y="1498"/>
              <a:ext cx="521" cy="327"/>
            </a:xfrm>
            <a:prstGeom prst="rect">
              <a:avLst/>
            </a:prstGeom>
            <a:noFill/>
            <a:ln w="9525">
              <a:noFill/>
            </a:ln>
          </p:spPr>
          <p:txBody>
            <a:bodyPr>
              <a:spAutoFit/>
            </a:bodyPr>
            <a:p>
              <a:pPr>
                <a:spcBef>
                  <a:spcPct val="50000"/>
                </a:spcBef>
                <a:buNone/>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0505" name="Oval 187"/>
            <p:cNvSpPr/>
            <p:nvPr/>
          </p:nvSpPr>
          <p:spPr>
            <a:xfrm>
              <a:off x="3152" y="636"/>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0506" name="Oval 188"/>
            <p:cNvSpPr/>
            <p:nvPr/>
          </p:nvSpPr>
          <p:spPr>
            <a:xfrm>
              <a:off x="3107" y="1317"/>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0507" name="Oval 189"/>
            <p:cNvSpPr/>
            <p:nvPr/>
          </p:nvSpPr>
          <p:spPr>
            <a:xfrm>
              <a:off x="3107" y="1952"/>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0508" name="Line 190"/>
            <p:cNvSpPr/>
            <p:nvPr/>
          </p:nvSpPr>
          <p:spPr>
            <a:xfrm rot="5400000" flipH="1">
              <a:off x="3900" y="-157"/>
              <a:ext cx="0" cy="1951"/>
            </a:xfrm>
            <a:prstGeom prst="line">
              <a:avLst/>
            </a:prstGeom>
            <a:ln w="28575" cap="flat" cmpd="sng">
              <a:solidFill>
                <a:srgbClr val="FFCC00"/>
              </a:solidFill>
              <a:prstDash val="solid"/>
              <a:headEnd type="none" w="med" len="med"/>
              <a:tailEnd type="none" w="med" len="med"/>
            </a:ln>
          </p:spPr>
        </p:sp>
        <p:sp>
          <p:nvSpPr>
            <p:cNvPr id="20509" name="Text Box 191"/>
            <p:cNvSpPr txBox="1"/>
            <p:nvPr/>
          </p:nvSpPr>
          <p:spPr>
            <a:xfrm rot="5400000">
              <a:off x="3548" y="512"/>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0510" name="Text Box 192"/>
            <p:cNvSpPr txBox="1"/>
            <p:nvPr/>
          </p:nvSpPr>
          <p:spPr>
            <a:xfrm>
              <a:off x="2926" y="500"/>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0511" name="Text Box 193"/>
            <p:cNvSpPr txBox="1"/>
            <p:nvPr/>
          </p:nvSpPr>
          <p:spPr>
            <a:xfrm>
              <a:off x="2608" y="1570"/>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0512" name="Line 194"/>
            <p:cNvSpPr/>
            <p:nvPr/>
          </p:nvSpPr>
          <p:spPr>
            <a:xfrm rot="5400000" flipH="1">
              <a:off x="3900" y="522"/>
              <a:ext cx="0" cy="1951"/>
            </a:xfrm>
            <a:prstGeom prst="line">
              <a:avLst/>
            </a:prstGeom>
            <a:ln w="28575" cap="flat" cmpd="sng">
              <a:solidFill>
                <a:srgbClr val="FFCC00"/>
              </a:solidFill>
              <a:prstDash val="solid"/>
              <a:headEnd type="oval" w="med" len="med"/>
              <a:tailEnd type="oval" w="med" len="med"/>
            </a:ln>
          </p:spPr>
        </p:sp>
        <p:sp>
          <p:nvSpPr>
            <p:cNvPr id="20513" name="Text Box 195"/>
            <p:cNvSpPr txBox="1"/>
            <p:nvPr/>
          </p:nvSpPr>
          <p:spPr>
            <a:xfrm rot="5400000">
              <a:off x="3548" y="1193"/>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0514" name="Text Box 196"/>
            <p:cNvSpPr txBox="1"/>
            <p:nvPr/>
          </p:nvSpPr>
          <p:spPr>
            <a:xfrm>
              <a:off x="2926" y="1180"/>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0515" name="Line 197"/>
            <p:cNvSpPr/>
            <p:nvPr/>
          </p:nvSpPr>
          <p:spPr>
            <a:xfrm rot="5400000" flipH="1">
              <a:off x="3900" y="1157"/>
              <a:ext cx="0" cy="1951"/>
            </a:xfrm>
            <a:prstGeom prst="line">
              <a:avLst/>
            </a:prstGeom>
            <a:ln w="28575" cap="flat" cmpd="sng">
              <a:solidFill>
                <a:srgbClr val="FFCC00"/>
              </a:solidFill>
              <a:prstDash val="solid"/>
              <a:headEnd type="none" w="med" len="med"/>
              <a:tailEnd type="none" w="med" len="med"/>
            </a:ln>
          </p:spPr>
        </p:sp>
        <p:sp>
          <p:nvSpPr>
            <p:cNvPr id="20516" name="Text Box 198"/>
            <p:cNvSpPr txBox="1"/>
            <p:nvPr/>
          </p:nvSpPr>
          <p:spPr>
            <a:xfrm rot="5400000">
              <a:off x="3548" y="1828"/>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0517" name="Text Box 199"/>
            <p:cNvSpPr txBox="1"/>
            <p:nvPr/>
          </p:nvSpPr>
          <p:spPr>
            <a:xfrm>
              <a:off x="2926" y="1860"/>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0518" name="Line 200"/>
            <p:cNvSpPr/>
            <p:nvPr/>
          </p:nvSpPr>
          <p:spPr>
            <a:xfrm>
              <a:off x="2925" y="818"/>
              <a:ext cx="0" cy="1312"/>
            </a:xfrm>
            <a:prstGeom prst="line">
              <a:avLst/>
            </a:prstGeom>
            <a:ln w="28575" cap="flat" cmpd="sng">
              <a:solidFill>
                <a:srgbClr val="FFCC00"/>
              </a:solidFill>
              <a:prstDash val="solid"/>
              <a:headEnd type="oval" w="med" len="med"/>
              <a:tailEnd type="oval" w="med" len="med"/>
            </a:ln>
          </p:spPr>
        </p:sp>
        <p:graphicFrame>
          <p:nvGraphicFramePr>
            <p:cNvPr id="20485" name="Object 201"/>
            <p:cNvGraphicFramePr/>
            <p:nvPr/>
          </p:nvGraphicFramePr>
          <p:xfrm>
            <a:off x="3198" y="273"/>
            <a:ext cx="284" cy="381"/>
          </p:xfrm>
          <a:graphic>
            <a:graphicData uri="http://schemas.openxmlformats.org/presentationml/2006/ole">
              <mc:AlternateContent xmlns:mc="http://schemas.openxmlformats.org/markup-compatibility/2006">
                <mc:Choice xmlns:v="urn:schemas-microsoft-com:vml" Requires="v">
                  <p:oleObj spid="_x0000_s3218" name="" r:id="rId8" imgW="228600" imgH="304800" progId="Equation.3">
                    <p:embed/>
                  </p:oleObj>
                </mc:Choice>
                <mc:Fallback>
                  <p:oleObj name="" r:id="rId8" imgW="228600" imgH="304800" progId="Equation.3">
                    <p:embed/>
                    <p:pic>
                      <p:nvPicPr>
                        <p:cNvPr id="0" name="图片 3217"/>
                        <p:cNvPicPr/>
                        <p:nvPr/>
                      </p:nvPicPr>
                      <p:blipFill>
                        <a:blip r:embed="rId9">
                          <a:clrChange>
                            <a:clrFrom>
                              <a:srgbClr val="000000"/>
                            </a:clrFrom>
                            <a:clrTo>
                              <a:srgbClr val="FFFFFF"/>
                            </a:clrTo>
                          </a:clrChange>
                        </a:blip>
                        <a:stretch>
                          <a:fillRect/>
                        </a:stretch>
                      </p:blipFill>
                      <p:spPr>
                        <a:xfrm>
                          <a:off x="3198" y="273"/>
                          <a:ext cx="284" cy="381"/>
                        </a:xfrm>
                        <a:prstGeom prst="rect">
                          <a:avLst/>
                        </a:prstGeom>
                        <a:noFill/>
                        <a:ln w="38100">
                          <a:noFill/>
                          <a:miter/>
                        </a:ln>
                      </p:spPr>
                    </p:pic>
                  </p:oleObj>
                </mc:Fallback>
              </mc:AlternateContent>
            </a:graphicData>
          </a:graphic>
        </p:graphicFrame>
        <p:graphicFrame>
          <p:nvGraphicFramePr>
            <p:cNvPr id="20486" name="Object 202"/>
            <p:cNvGraphicFramePr/>
            <p:nvPr/>
          </p:nvGraphicFramePr>
          <p:xfrm>
            <a:off x="3243" y="953"/>
            <a:ext cx="285" cy="397"/>
          </p:xfrm>
          <a:graphic>
            <a:graphicData uri="http://schemas.openxmlformats.org/presentationml/2006/ole">
              <mc:AlternateContent xmlns:mc="http://schemas.openxmlformats.org/markup-compatibility/2006">
                <mc:Choice xmlns:v="urn:schemas-microsoft-com:vml" Requires="v">
                  <p:oleObj spid="_x0000_s3221" name="" r:id="rId10" imgW="228600" imgH="317500" progId="Equation.3">
                    <p:embed/>
                  </p:oleObj>
                </mc:Choice>
                <mc:Fallback>
                  <p:oleObj name="" r:id="rId10" imgW="228600" imgH="317500" progId="Equation.3">
                    <p:embed/>
                    <p:pic>
                      <p:nvPicPr>
                        <p:cNvPr id="0" name="图片 3220"/>
                        <p:cNvPicPr/>
                        <p:nvPr/>
                      </p:nvPicPr>
                      <p:blipFill>
                        <a:blip r:embed="rId11">
                          <a:clrChange>
                            <a:clrFrom>
                              <a:srgbClr val="000000"/>
                            </a:clrFrom>
                            <a:clrTo>
                              <a:srgbClr val="FFFFFF"/>
                            </a:clrTo>
                          </a:clrChange>
                        </a:blip>
                        <a:stretch>
                          <a:fillRect/>
                        </a:stretch>
                      </p:blipFill>
                      <p:spPr>
                        <a:xfrm>
                          <a:off x="3243" y="953"/>
                          <a:ext cx="285" cy="397"/>
                        </a:xfrm>
                        <a:prstGeom prst="rect">
                          <a:avLst/>
                        </a:prstGeom>
                        <a:noFill/>
                        <a:ln w="38100">
                          <a:noFill/>
                          <a:miter/>
                        </a:ln>
                      </p:spPr>
                    </p:pic>
                  </p:oleObj>
                </mc:Fallback>
              </mc:AlternateContent>
            </a:graphicData>
          </a:graphic>
        </p:graphicFrame>
        <p:graphicFrame>
          <p:nvGraphicFramePr>
            <p:cNvPr id="20487" name="Object 203"/>
            <p:cNvGraphicFramePr/>
            <p:nvPr/>
          </p:nvGraphicFramePr>
          <p:xfrm>
            <a:off x="3276" y="1599"/>
            <a:ext cx="285" cy="397"/>
          </p:xfrm>
          <a:graphic>
            <a:graphicData uri="http://schemas.openxmlformats.org/presentationml/2006/ole">
              <mc:AlternateContent xmlns:mc="http://schemas.openxmlformats.org/markup-compatibility/2006">
                <mc:Choice xmlns:v="urn:schemas-microsoft-com:vml" Requires="v">
                  <p:oleObj spid="_x0000_s3222" name="" r:id="rId12" imgW="228600" imgH="317500" progId="Equation.3">
                    <p:embed/>
                  </p:oleObj>
                </mc:Choice>
                <mc:Fallback>
                  <p:oleObj name="" r:id="rId12" imgW="228600" imgH="317500" progId="Equation.3">
                    <p:embed/>
                    <p:pic>
                      <p:nvPicPr>
                        <p:cNvPr id="0" name="图片 3221"/>
                        <p:cNvPicPr/>
                        <p:nvPr/>
                      </p:nvPicPr>
                      <p:blipFill>
                        <a:blip r:embed="rId13">
                          <a:clrChange>
                            <a:clrFrom>
                              <a:srgbClr val="000000"/>
                            </a:clrFrom>
                            <a:clrTo>
                              <a:srgbClr val="FFFFFF"/>
                            </a:clrTo>
                          </a:clrChange>
                        </a:blip>
                        <a:stretch>
                          <a:fillRect/>
                        </a:stretch>
                      </p:blipFill>
                      <p:spPr>
                        <a:xfrm>
                          <a:off x="3276" y="1599"/>
                          <a:ext cx="285" cy="397"/>
                        </a:xfrm>
                        <a:prstGeom prst="rect">
                          <a:avLst/>
                        </a:prstGeom>
                        <a:noFill/>
                        <a:ln w="38100">
                          <a:noFill/>
                          <a:miter/>
                        </a:ln>
                      </p:spPr>
                    </p:pic>
                  </p:oleObj>
                </mc:Fallback>
              </mc:AlternateContent>
            </a:graphicData>
          </a:graphic>
        </p:graphicFrame>
        <p:sp>
          <p:nvSpPr>
            <p:cNvPr id="20519" name="Rectangle 204"/>
            <p:cNvSpPr/>
            <p:nvPr/>
          </p:nvSpPr>
          <p:spPr>
            <a:xfrm>
              <a:off x="4331" y="208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0520" name="Rectangle 205"/>
            <p:cNvSpPr/>
            <p:nvPr/>
          </p:nvSpPr>
          <p:spPr>
            <a:xfrm>
              <a:off x="4331" y="1453"/>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0521" name="Rectangle 206"/>
            <p:cNvSpPr/>
            <p:nvPr/>
          </p:nvSpPr>
          <p:spPr>
            <a:xfrm>
              <a:off x="4286" y="772"/>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0522" name="Line 207"/>
            <p:cNvSpPr/>
            <p:nvPr/>
          </p:nvSpPr>
          <p:spPr>
            <a:xfrm rot="-5400000">
              <a:off x="4025" y="626"/>
              <a:ext cx="0" cy="384"/>
            </a:xfrm>
            <a:prstGeom prst="line">
              <a:avLst/>
            </a:prstGeom>
            <a:ln w="28575" cap="flat" cmpd="sng">
              <a:solidFill>
                <a:srgbClr val="00FFFF"/>
              </a:solidFill>
              <a:prstDash val="solid"/>
              <a:headEnd type="none" w="med" len="med"/>
              <a:tailEnd type="triangle" w="med" len="med"/>
            </a:ln>
          </p:spPr>
        </p:sp>
        <p:graphicFrame>
          <p:nvGraphicFramePr>
            <p:cNvPr id="20488" name="Object 208"/>
            <p:cNvGraphicFramePr/>
            <p:nvPr/>
          </p:nvGraphicFramePr>
          <p:xfrm>
            <a:off x="3923" y="410"/>
            <a:ext cx="221" cy="381"/>
          </p:xfrm>
          <a:graphic>
            <a:graphicData uri="http://schemas.openxmlformats.org/presentationml/2006/ole">
              <mc:AlternateContent xmlns:mc="http://schemas.openxmlformats.org/markup-compatibility/2006">
                <mc:Choice xmlns:v="urn:schemas-microsoft-com:vml" Requires="v">
                  <p:oleObj spid="_x0000_s3224" name="" r:id="rId14" imgW="177800" imgH="304165" progId="Equation.3">
                    <p:embed/>
                  </p:oleObj>
                </mc:Choice>
                <mc:Fallback>
                  <p:oleObj name="" r:id="rId14" imgW="177800" imgH="304165" progId="Equation.3">
                    <p:embed/>
                    <p:pic>
                      <p:nvPicPr>
                        <p:cNvPr id="0" name="图片 3223"/>
                        <p:cNvPicPr/>
                        <p:nvPr/>
                      </p:nvPicPr>
                      <p:blipFill>
                        <a:blip r:embed="rId15">
                          <a:clrChange>
                            <a:clrFrom>
                              <a:srgbClr val="000000"/>
                            </a:clrFrom>
                            <a:clrTo>
                              <a:srgbClr val="FFFFFF"/>
                            </a:clrTo>
                          </a:clrChange>
                        </a:blip>
                        <a:stretch>
                          <a:fillRect/>
                        </a:stretch>
                      </p:blipFill>
                      <p:spPr>
                        <a:xfrm>
                          <a:off x="3923" y="410"/>
                          <a:ext cx="221" cy="381"/>
                        </a:xfrm>
                        <a:prstGeom prst="rect">
                          <a:avLst/>
                        </a:prstGeom>
                        <a:noFill/>
                        <a:ln w="38100">
                          <a:noFill/>
                          <a:miter/>
                        </a:ln>
                      </p:spPr>
                    </p:pic>
                  </p:oleObj>
                </mc:Fallback>
              </mc:AlternateContent>
            </a:graphicData>
          </a:graphic>
        </p:graphicFrame>
        <p:graphicFrame>
          <p:nvGraphicFramePr>
            <p:cNvPr id="20489" name="Object 209"/>
            <p:cNvGraphicFramePr/>
            <p:nvPr/>
          </p:nvGraphicFramePr>
          <p:xfrm>
            <a:off x="3923" y="1090"/>
            <a:ext cx="224" cy="381"/>
          </p:xfrm>
          <a:graphic>
            <a:graphicData uri="http://schemas.openxmlformats.org/presentationml/2006/ole">
              <mc:AlternateContent xmlns:mc="http://schemas.openxmlformats.org/markup-compatibility/2006">
                <mc:Choice xmlns:v="urn:schemas-microsoft-com:vml" Requires="v">
                  <p:oleObj spid="_x0000_s3220" name="" r:id="rId16" imgW="177800" imgH="304165" progId="Equation.3">
                    <p:embed/>
                  </p:oleObj>
                </mc:Choice>
                <mc:Fallback>
                  <p:oleObj name="" r:id="rId16" imgW="177800" imgH="304165" progId="Equation.3">
                    <p:embed/>
                    <p:pic>
                      <p:nvPicPr>
                        <p:cNvPr id="0" name="图片 3219"/>
                        <p:cNvPicPr/>
                        <p:nvPr/>
                      </p:nvPicPr>
                      <p:blipFill>
                        <a:blip r:embed="rId17">
                          <a:clrChange>
                            <a:clrFrom>
                              <a:srgbClr val="000000"/>
                            </a:clrFrom>
                            <a:clrTo>
                              <a:srgbClr val="FFFFFF"/>
                            </a:clrTo>
                          </a:clrChange>
                        </a:blip>
                        <a:stretch>
                          <a:fillRect/>
                        </a:stretch>
                      </p:blipFill>
                      <p:spPr>
                        <a:xfrm>
                          <a:off x="3923" y="1090"/>
                          <a:ext cx="224" cy="381"/>
                        </a:xfrm>
                        <a:prstGeom prst="rect">
                          <a:avLst/>
                        </a:prstGeom>
                        <a:noFill/>
                        <a:ln w="38100">
                          <a:noFill/>
                          <a:miter/>
                        </a:ln>
                      </p:spPr>
                    </p:pic>
                  </p:oleObj>
                </mc:Fallback>
              </mc:AlternateContent>
            </a:graphicData>
          </a:graphic>
        </p:graphicFrame>
        <p:sp>
          <p:nvSpPr>
            <p:cNvPr id="20523" name="Line 210"/>
            <p:cNvSpPr/>
            <p:nvPr/>
          </p:nvSpPr>
          <p:spPr>
            <a:xfrm rot="-5400000">
              <a:off x="4023" y="1942"/>
              <a:ext cx="0" cy="381"/>
            </a:xfrm>
            <a:prstGeom prst="line">
              <a:avLst/>
            </a:prstGeom>
            <a:ln w="28575" cap="flat" cmpd="sng">
              <a:solidFill>
                <a:srgbClr val="00FFFF"/>
              </a:solidFill>
              <a:prstDash val="solid"/>
              <a:headEnd type="none" w="med" len="med"/>
              <a:tailEnd type="triangle" w="med" len="med"/>
            </a:ln>
          </p:spPr>
        </p:sp>
        <p:graphicFrame>
          <p:nvGraphicFramePr>
            <p:cNvPr id="20490" name="Object 211"/>
            <p:cNvGraphicFramePr/>
            <p:nvPr/>
          </p:nvGraphicFramePr>
          <p:xfrm>
            <a:off x="3878" y="1725"/>
            <a:ext cx="223" cy="381"/>
          </p:xfrm>
          <a:graphic>
            <a:graphicData uri="http://schemas.openxmlformats.org/presentationml/2006/ole">
              <mc:AlternateContent xmlns:mc="http://schemas.openxmlformats.org/markup-compatibility/2006">
                <mc:Choice xmlns:v="urn:schemas-microsoft-com:vml" Requires="v">
                  <p:oleObj spid="_x0000_s3223" name="" r:id="rId18" imgW="177800" imgH="304165" progId="Equation.3">
                    <p:embed/>
                  </p:oleObj>
                </mc:Choice>
                <mc:Fallback>
                  <p:oleObj name="" r:id="rId18" imgW="177800" imgH="304165" progId="Equation.3">
                    <p:embed/>
                    <p:pic>
                      <p:nvPicPr>
                        <p:cNvPr id="0" name="图片 3222"/>
                        <p:cNvPicPr/>
                        <p:nvPr/>
                      </p:nvPicPr>
                      <p:blipFill>
                        <a:blip r:embed="rId19">
                          <a:clrChange>
                            <a:clrFrom>
                              <a:srgbClr val="000000"/>
                            </a:clrFrom>
                            <a:clrTo>
                              <a:srgbClr val="FFFFFF"/>
                            </a:clrTo>
                          </a:clrChange>
                        </a:blip>
                        <a:stretch>
                          <a:fillRect/>
                        </a:stretch>
                      </p:blipFill>
                      <p:spPr>
                        <a:xfrm>
                          <a:off x="3878" y="1725"/>
                          <a:ext cx="223" cy="381"/>
                        </a:xfrm>
                        <a:prstGeom prst="rect">
                          <a:avLst/>
                        </a:prstGeom>
                        <a:noFill/>
                        <a:ln w="38100">
                          <a:noFill/>
                          <a:miter/>
                        </a:ln>
                      </p:spPr>
                    </p:pic>
                  </p:oleObj>
                </mc:Fallback>
              </mc:AlternateContent>
            </a:graphicData>
          </a:graphic>
        </p:graphicFrame>
        <p:sp>
          <p:nvSpPr>
            <p:cNvPr id="20524" name="Line 212"/>
            <p:cNvSpPr/>
            <p:nvPr/>
          </p:nvSpPr>
          <p:spPr>
            <a:xfrm rot="-5400000">
              <a:off x="4025" y="1306"/>
              <a:ext cx="0" cy="384"/>
            </a:xfrm>
            <a:prstGeom prst="line">
              <a:avLst/>
            </a:prstGeom>
            <a:ln w="28575" cap="flat" cmpd="sng">
              <a:solidFill>
                <a:srgbClr val="00FFFF"/>
              </a:solidFill>
              <a:prstDash val="solid"/>
              <a:headEnd type="none" w="med" len="med"/>
              <a:tailEnd type="triangle" w="med" len="med"/>
            </a:ln>
          </p:spPr>
        </p:sp>
      </p:grpSp>
      <p:graphicFrame>
        <p:nvGraphicFramePr>
          <p:cNvPr id="21718" name="Object 214"/>
          <p:cNvGraphicFramePr/>
          <p:nvPr/>
        </p:nvGraphicFramePr>
        <p:xfrm>
          <a:off x="6659563" y="5084763"/>
          <a:ext cx="1409700" cy="746125"/>
        </p:xfrm>
        <a:graphic>
          <a:graphicData uri="http://schemas.openxmlformats.org/presentationml/2006/ole">
            <mc:AlternateContent xmlns:mc="http://schemas.openxmlformats.org/markup-compatibility/2006">
              <mc:Choice xmlns:v="urn:schemas-microsoft-com:vml" Requires="v">
                <p:oleObj spid="_x0000_s3219" name="" r:id="rId20" imgW="570865" imgH="304800" progId="Equation.3">
                  <p:embed/>
                </p:oleObj>
              </mc:Choice>
              <mc:Fallback>
                <p:oleObj name="" r:id="rId20" imgW="570865" imgH="304800" progId="Equation.3">
                  <p:embed/>
                  <p:pic>
                    <p:nvPicPr>
                      <p:cNvPr id="0" name="图片 3218"/>
                      <p:cNvPicPr/>
                      <p:nvPr/>
                    </p:nvPicPr>
                    <p:blipFill>
                      <a:blip r:embed="rId21">
                        <a:clrChange>
                          <a:clrFrom>
                            <a:srgbClr val="000000"/>
                          </a:clrFrom>
                          <a:clrTo>
                            <a:srgbClr val="FFFFFF"/>
                          </a:clrTo>
                        </a:clrChange>
                      </a:blip>
                      <a:stretch>
                        <a:fillRect/>
                      </a:stretch>
                    </p:blipFill>
                    <p:spPr>
                      <a:xfrm>
                        <a:off x="6659563" y="5084763"/>
                        <a:ext cx="1409700" cy="746125"/>
                      </a:xfrm>
                      <a:prstGeom prst="rect">
                        <a:avLst/>
                      </a:prstGeom>
                      <a:noFill/>
                      <a:ln w="38100">
                        <a:noFill/>
                        <a:miter/>
                      </a:ln>
                    </p:spPr>
                  </p:pic>
                </p:oleObj>
              </mc:Fallback>
            </mc:AlternateContent>
          </a:graphicData>
        </a:graphic>
      </p:graphicFrame>
      <p:sp>
        <p:nvSpPr>
          <p:cNvPr id="21719" name="Line 215"/>
          <p:cNvSpPr/>
          <p:nvPr/>
        </p:nvSpPr>
        <p:spPr>
          <a:xfrm>
            <a:off x="5867400" y="5661025"/>
            <a:ext cx="720725" cy="0"/>
          </a:xfrm>
          <a:prstGeom prst="line">
            <a:avLst/>
          </a:prstGeom>
          <a:ln w="76200" cap="flat" cmpd="sng">
            <a:solidFill>
              <a:srgbClr val="3399FF"/>
            </a:solidFill>
            <a:prstDash val="solid"/>
            <a:headEnd type="none" w="med" len="med"/>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1557"/>
                                        </p:tgtEl>
                                        <p:attrNameLst>
                                          <p:attrName>style.visibility</p:attrName>
                                        </p:attrNameLst>
                                      </p:cBhvr>
                                      <p:to>
                                        <p:strVal val="visible"/>
                                      </p:to>
                                    </p:set>
                                    <p:anim calcmode="lin" valueType="num">
                                      <p:cBhvr>
                                        <p:cTn id="7" dur="1000" fill="hold"/>
                                        <p:tgtEl>
                                          <p:spTgt spid="21557"/>
                                        </p:tgtEl>
                                        <p:attrNameLst>
                                          <p:attrName>ppt_w</p:attrName>
                                        </p:attrNameLst>
                                      </p:cBhvr>
                                      <p:tavLst>
                                        <p:tav tm="0">
                                          <p:val>
                                            <p:strVal val="#ppt_w*0.70"/>
                                          </p:val>
                                        </p:tav>
                                        <p:tav tm="100000">
                                          <p:val>
                                            <p:strVal val="#ppt_w"/>
                                          </p:val>
                                        </p:tav>
                                      </p:tavLst>
                                    </p:anim>
                                    <p:anim calcmode="lin" valueType="num">
                                      <p:cBhvr>
                                        <p:cTn id="8" dur="1000" fill="hold"/>
                                        <p:tgtEl>
                                          <p:spTgt spid="21557"/>
                                        </p:tgtEl>
                                        <p:attrNameLst>
                                          <p:attrName>ppt_h</p:attrName>
                                        </p:attrNameLst>
                                      </p:cBhvr>
                                      <p:tavLst>
                                        <p:tav tm="0">
                                          <p:val>
                                            <p:strVal val="#ppt_h"/>
                                          </p:val>
                                        </p:tav>
                                        <p:tav tm="100000">
                                          <p:val>
                                            <p:strVal val="#ppt_h"/>
                                          </p:val>
                                        </p:tav>
                                      </p:tavLst>
                                    </p:anim>
                                    <p:animEffect transition="in" filter="fade">
                                      <p:cBhvr>
                                        <p:cTn id="9" dur="1000"/>
                                        <p:tgtEl>
                                          <p:spTgt spid="21557"/>
                                        </p:tgtEl>
                                      </p:cBhvr>
                                    </p:animEffect>
                                  </p:childTnLst>
                                </p:cTn>
                              </p:par>
                            </p:childTnLst>
                          </p:cTn>
                        </p:par>
                        <p:par>
                          <p:cTn id="10" fill="hold">
                            <p:stCondLst>
                              <p:cond delay="1000"/>
                            </p:stCondLst>
                            <p:childTnLst>
                              <p:par>
                                <p:cTn id="11" presetID="23" presetClass="entr" presetSubtype="32"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strVal val="4*#ppt_w"/>
                                          </p:val>
                                        </p:tav>
                                        <p:tav tm="100000">
                                          <p:val>
                                            <p:strVal val="#ppt_w"/>
                                          </p:val>
                                        </p:tav>
                                      </p:tavLst>
                                    </p:anim>
                                    <p:anim calcmode="lin" valueType="num">
                                      <p:cBhvr>
                                        <p:cTn id="14" dur="500" fill="hold"/>
                                        <p:tgtEl>
                                          <p:spTgt spid="2"/>
                                        </p:tgtEl>
                                        <p:attrNameLst>
                                          <p:attrName>ppt_h</p:attrName>
                                        </p:attrNameLst>
                                      </p:cBhvr>
                                      <p:tavLst>
                                        <p:tav tm="0">
                                          <p:val>
                                            <p:strVal val="4*#ppt_h"/>
                                          </p:val>
                                        </p:tav>
                                        <p:tav tm="100000">
                                          <p:val>
                                            <p:strVal val="#ppt_h"/>
                                          </p:val>
                                        </p:tav>
                                      </p:tavLst>
                                    </p:anim>
                                  </p:childTnLst>
                                </p:cTn>
                              </p:par>
                            </p:childTnLst>
                          </p:cTn>
                        </p:par>
                        <p:par>
                          <p:cTn id="15" fill="hold">
                            <p:stCondLst>
                              <p:cond delay="1500"/>
                            </p:stCondLst>
                            <p:childTnLst>
                              <p:par>
                                <p:cTn id="16" presetID="15" presetClass="entr" presetSubtype="0"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1000" fill="hold"/>
                                        <p:tgtEl>
                                          <p:spTgt spid="3"/>
                                        </p:tgtEl>
                                        <p:attrNameLst>
                                          <p:attrName>ppt_w</p:attrName>
                                        </p:attrNameLst>
                                      </p:cBhvr>
                                      <p:tavLst>
                                        <p:tav tm="0">
                                          <p:val>
                                            <p:fltVal val="0.000000"/>
                                          </p:val>
                                        </p:tav>
                                        <p:tav tm="100000">
                                          <p:val>
                                            <p:strVal val="#ppt_w"/>
                                          </p:val>
                                        </p:tav>
                                      </p:tavLst>
                                    </p:anim>
                                    <p:anim calcmode="lin" valueType="num">
                                      <p:cBhvr>
                                        <p:cTn id="19" dur="1000" fill="hold"/>
                                        <p:tgtEl>
                                          <p:spTgt spid="3"/>
                                        </p:tgtEl>
                                        <p:attrNameLst>
                                          <p:attrName>ppt_h</p:attrName>
                                        </p:attrNameLst>
                                      </p:cBhvr>
                                      <p:tavLst>
                                        <p:tav tm="0">
                                          <p:val>
                                            <p:fltVal val="0.000000"/>
                                          </p:val>
                                        </p:tav>
                                        <p:tav tm="100000">
                                          <p:val>
                                            <p:strVal val="#ppt_h"/>
                                          </p:val>
                                        </p:tav>
                                      </p:tavLst>
                                    </p:anim>
                                    <p:anim calcmode="lin" valueType="num">
                                      <p:cBhvr>
                                        <p:cTn id="20" dur="1000" fill="hold"/>
                                        <p:tgtEl>
                                          <p:spTgt spid="3"/>
                                        </p:tgtEl>
                                        <p:attrNameLst>
                                          <p:attrName>ppt_x</p:attrName>
                                        </p:attrNameLst>
                                      </p:cBhvr>
                                      <p:tavLst>
                                        <p:tav tm="0" fmla="#ppt_x+(cos(-2*pi*(1-$))*-#ppt_x-sin(-2*pi*(1-$))*(1-#ppt_y))*(1-$)">
                                          <p:val>
                                            <p:fltVal val="0.000000"/>
                                          </p:val>
                                        </p:tav>
                                        <p:tav tm="100000">
                                          <p:val>
                                            <p:fltVal val="1.000000"/>
                                          </p:val>
                                        </p:tav>
                                      </p:tavLst>
                                    </p:anim>
                                    <p:anim calcmode="lin" valueType="num">
                                      <p:cBhvr>
                                        <p:cTn id="21" dur="1000" fill="hold"/>
                                        <p:tgtEl>
                                          <p:spTgt spid="3"/>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1558"/>
                                        </p:tgtEl>
                                        <p:attrNameLst>
                                          <p:attrName>style.visibility</p:attrName>
                                        </p:attrNameLst>
                                      </p:cBhvr>
                                      <p:to>
                                        <p:strVal val="visible"/>
                                      </p:to>
                                    </p:set>
                                    <p:animEffect transition="in" filter="wipe(left)">
                                      <p:cBhvr>
                                        <p:cTn id="26" dur="2000"/>
                                        <p:tgtEl>
                                          <p:spTgt spid="2155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1559"/>
                                        </p:tgtEl>
                                        <p:attrNameLst>
                                          <p:attrName>style.visibility</p:attrName>
                                        </p:attrNameLst>
                                      </p:cBhvr>
                                      <p:to>
                                        <p:strVal val="visible"/>
                                      </p:to>
                                    </p:set>
                                    <p:animEffect transition="in" filter="wipe(left)">
                                      <p:cBhvr>
                                        <p:cTn id="31" dur="2000"/>
                                        <p:tgtEl>
                                          <p:spTgt spid="21559"/>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8" fill="hold" nodeType="clickEffect">
                                  <p:stCondLst>
                                    <p:cond delay="0"/>
                                  </p:stCondLst>
                                  <p:childTnLst>
                                    <p:set>
                                      <p:cBhvr>
                                        <p:cTn id="35" dur="1" fill="hold">
                                          <p:stCondLst>
                                            <p:cond delay="0"/>
                                          </p:stCondLst>
                                        </p:cTn>
                                        <p:tgtEl>
                                          <p:spTgt spid="21719"/>
                                        </p:tgtEl>
                                        <p:attrNameLst>
                                          <p:attrName>style.visibility</p:attrName>
                                        </p:attrNameLst>
                                      </p:cBhvr>
                                      <p:to>
                                        <p:strVal val="visible"/>
                                      </p:to>
                                    </p:set>
                                    <p:animEffect transition="in" filter="slide(fromLeft)">
                                      <p:cBhvr>
                                        <p:cTn id="36" dur="500"/>
                                        <p:tgtEl>
                                          <p:spTgt spid="21719"/>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21718"/>
                                        </p:tgtEl>
                                        <p:attrNameLst>
                                          <p:attrName>style.visibility</p:attrName>
                                        </p:attrNameLst>
                                      </p:cBhvr>
                                      <p:to>
                                        <p:strVal val="visible"/>
                                      </p:to>
                                    </p:set>
                                    <p:animEffect transition="in" filter="wipe(left)">
                                      <p:cBhvr>
                                        <p:cTn id="40" dur="2000"/>
                                        <p:tgtEl>
                                          <p:spTgt spid="217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5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Text Box 2"/>
          <p:cNvSpPr txBox="1"/>
          <p:nvPr/>
        </p:nvSpPr>
        <p:spPr>
          <a:xfrm>
            <a:off x="539750" y="5229225"/>
            <a:ext cx="2736850" cy="519113"/>
          </a:xfrm>
          <a:prstGeom prst="rect">
            <a:avLst/>
          </a:prstGeom>
          <a:noFill/>
          <a:ln w="9525">
            <a:noFill/>
          </a:ln>
        </p:spPr>
        <p:txBody>
          <a:bodyPr>
            <a:spAutoFit/>
          </a:bodyPr>
          <a:p>
            <a:pPr>
              <a:spcBef>
                <a:spcPct val="50000"/>
              </a:spcBef>
            </a:pPr>
            <a:r>
              <a:rPr lang="zh-CN" altLang="en-US" sz="2800" dirty="0">
                <a:latin typeface="Times New Roman" panose="02020603050405020304" pitchFamily="18" charset="0"/>
              </a:rPr>
              <a:t>负载侧相电压：</a:t>
            </a:r>
            <a:endParaRPr lang="zh-CN" altLang="en-US" sz="2800" dirty="0">
              <a:latin typeface="Times New Roman" panose="02020603050405020304" pitchFamily="18" charset="0"/>
            </a:endParaRPr>
          </a:p>
        </p:txBody>
      </p:sp>
      <p:sp>
        <p:nvSpPr>
          <p:cNvPr id="84997" name="Text Box 5"/>
          <p:cNvSpPr txBox="1"/>
          <p:nvPr/>
        </p:nvSpPr>
        <p:spPr>
          <a:xfrm>
            <a:off x="323850" y="404813"/>
            <a:ext cx="8137525" cy="1630362"/>
          </a:xfrm>
          <a:prstGeom prst="rect">
            <a:avLst/>
          </a:prstGeom>
          <a:noFill/>
          <a:ln w="9525">
            <a:noFill/>
          </a:ln>
        </p:spPr>
        <p:txBody>
          <a:bodyPr>
            <a:spAutoFit/>
          </a:bodyPr>
          <a:p>
            <a:pPr indent="571500">
              <a:lnSpc>
                <a:spcPct val="120000"/>
              </a:lnSpc>
              <a:spcBef>
                <a:spcPct val="50000"/>
              </a:spcBef>
              <a:buNone/>
            </a:pPr>
            <a:r>
              <a:rPr lang="en-US" altLang="zh-CN" sz="2800" dirty="0">
                <a:latin typeface="楷体_GB2312" pitchFamily="49" charset="-122"/>
              </a:rPr>
              <a:t>        </a:t>
            </a:r>
            <a:r>
              <a:rPr lang="zh-CN" altLang="en-US" sz="2800" dirty="0">
                <a:latin typeface="楷体_GB2312" pitchFamily="49" charset="-122"/>
              </a:rPr>
              <a:t>因</a:t>
            </a:r>
            <a:r>
              <a:rPr lang="en-US" altLang="zh-CN" sz="2800" b="0" dirty="0">
                <a:solidFill>
                  <a:schemeClr val="bg1"/>
                </a:solidFill>
                <a:latin typeface="Times New Roman" panose="02020603050405020304" pitchFamily="18" charset="0"/>
                <a:ea typeface="仿宋_GB2312" pitchFamily="49" charset="-122"/>
              </a:rPr>
              <a:t>N</a:t>
            </a:r>
            <a:r>
              <a:rPr lang="zh-CN" altLang="en-US" sz="2800" b="0" dirty="0">
                <a:solidFill>
                  <a:schemeClr val="bg1"/>
                </a:solidFill>
                <a:latin typeface="Times New Roman" panose="02020603050405020304" pitchFamily="18" charset="0"/>
                <a:ea typeface="仿宋_GB2312" pitchFamily="49" charset="-122"/>
              </a:rPr>
              <a:t>、</a:t>
            </a:r>
            <a:r>
              <a:rPr lang="en-US" altLang="zh-CN" sz="2800" b="0" dirty="0">
                <a:solidFill>
                  <a:schemeClr val="bg1"/>
                </a:solidFill>
                <a:latin typeface="Times New Roman" panose="02020603050405020304" pitchFamily="18" charset="0"/>
                <a:ea typeface="仿宋_GB2312" pitchFamily="49" charset="-122"/>
              </a:rPr>
              <a:t>N'</a:t>
            </a:r>
            <a:r>
              <a:rPr lang="zh-CN" altLang="zh-CN" sz="2800" dirty="0">
                <a:latin typeface="楷体_GB2312" pitchFamily="49" charset="-122"/>
              </a:rPr>
              <a:t>两点等电位，可将其短路，且其中电流为零。这样便可将三相电路的计算化为</a:t>
            </a:r>
            <a:r>
              <a:rPr lang="zh-CN" altLang="en-US" sz="2800" dirty="0">
                <a:latin typeface="楷体_GB2312" pitchFamily="49" charset="-122"/>
              </a:rPr>
              <a:t>单</a:t>
            </a:r>
            <a:r>
              <a:rPr lang="zh-CN" altLang="zh-CN" sz="2800" dirty="0">
                <a:latin typeface="楷体_GB2312" pitchFamily="49" charset="-122"/>
              </a:rPr>
              <a:t>相电路的计算。</a:t>
            </a:r>
            <a:endParaRPr lang="zh-CN" altLang="en-US" sz="2800" dirty="0">
              <a:latin typeface="楷体_GB2312" pitchFamily="49" charset="-122"/>
            </a:endParaRPr>
          </a:p>
        </p:txBody>
      </p:sp>
      <p:sp>
        <p:nvSpPr>
          <p:cNvPr id="85070" name="AutoShape 78" descr="羊皮纸"/>
          <p:cNvSpPr/>
          <p:nvPr/>
        </p:nvSpPr>
        <p:spPr>
          <a:xfrm>
            <a:off x="7092950" y="4868863"/>
            <a:ext cx="1511300" cy="1081087"/>
          </a:xfrm>
          <a:prstGeom prst="wedgeRoundRectCallout">
            <a:avLst>
              <a:gd name="adj1" fmla="val -109454"/>
              <a:gd name="adj2" fmla="val -12407"/>
              <a:gd name="adj3" fmla="val 16667"/>
            </a:avLst>
          </a:prstGeom>
          <a:blipFill rotWithShape="1">
            <a:blip r:embed="rId1"/>
          </a:blipFill>
          <a:ln w="9525">
            <a:noFill/>
          </a:ln>
        </p:spPr>
        <p:txBody>
          <a:bodyPr/>
          <a:p>
            <a:pPr algn="ctr"/>
            <a:r>
              <a:rPr lang="zh-CN" altLang="en-US" sz="2800" dirty="0">
                <a:solidFill>
                  <a:schemeClr val="tx1"/>
                </a:solidFill>
                <a:latin typeface="Arial" panose="020B0604020202020204" pitchFamily="34" charset="0"/>
              </a:rPr>
              <a:t>也为对称电压</a:t>
            </a:r>
            <a:endParaRPr lang="zh-CN" altLang="en-US" sz="2800" dirty="0">
              <a:solidFill>
                <a:schemeClr val="tx1"/>
              </a:solidFill>
              <a:latin typeface="Arial" panose="020B0604020202020204" pitchFamily="34" charset="0"/>
            </a:endParaRPr>
          </a:p>
        </p:txBody>
      </p:sp>
      <p:grpSp>
        <p:nvGrpSpPr>
          <p:cNvPr id="2" name="Group 85"/>
          <p:cNvGrpSpPr/>
          <p:nvPr/>
        </p:nvGrpSpPr>
        <p:grpSpPr>
          <a:xfrm>
            <a:off x="611188" y="333375"/>
            <a:ext cx="1644650" cy="850900"/>
            <a:chOff x="385" y="3022"/>
            <a:chExt cx="1036" cy="536"/>
          </a:xfrm>
        </p:grpSpPr>
        <p:pic>
          <p:nvPicPr>
            <p:cNvPr id="21583" name="Picture 86" descr="123"/>
            <p:cNvPicPr>
              <a:picLocks noChangeAspect="1"/>
            </p:cNvPicPr>
            <p:nvPr/>
          </p:nvPicPr>
          <p:blipFill>
            <a:blip r:embed="rId2"/>
            <a:stretch>
              <a:fillRect/>
            </a:stretch>
          </p:blipFill>
          <p:spPr>
            <a:xfrm>
              <a:off x="385" y="3022"/>
              <a:ext cx="590" cy="536"/>
            </a:xfrm>
            <a:prstGeom prst="rect">
              <a:avLst/>
            </a:prstGeom>
            <a:noFill/>
            <a:ln w="9525">
              <a:noFill/>
            </a:ln>
          </p:spPr>
        </p:pic>
        <p:sp>
          <p:nvSpPr>
            <p:cNvPr id="21584" name="Text Box 87"/>
            <p:cNvSpPr txBox="1"/>
            <p:nvPr/>
          </p:nvSpPr>
          <p:spPr>
            <a:xfrm>
              <a:off x="793" y="3125"/>
              <a:ext cx="628" cy="365"/>
            </a:xfrm>
            <a:prstGeom prst="rect">
              <a:avLst/>
            </a:prstGeom>
            <a:noFill/>
            <a:ln w="9525">
              <a:noFill/>
            </a:ln>
          </p:spPr>
          <p:txBody>
            <a:bodyPr wrap="none">
              <a:spAutoFit/>
            </a:bodyPr>
            <a:p>
              <a:r>
                <a:rPr lang="zh-CN" altLang="en-US" b="0" dirty="0">
                  <a:solidFill>
                    <a:srgbClr val="CC6600"/>
                  </a:solidFill>
                  <a:latin typeface="Arial" panose="020B0604020202020204" pitchFamily="34" charset="0"/>
                  <a:ea typeface="华文行楷" panose="02010800040101010101" pitchFamily="2" charset="-122"/>
                </a:rPr>
                <a:t>结论</a:t>
              </a:r>
              <a:endParaRPr lang="zh-CN" altLang="en-US" b="0" dirty="0">
                <a:solidFill>
                  <a:srgbClr val="CC6600"/>
                </a:solidFill>
                <a:latin typeface="Arial" panose="020B0604020202020204" pitchFamily="34" charset="0"/>
                <a:ea typeface="华文行楷" panose="02010800040101010101" pitchFamily="2" charset="-122"/>
              </a:endParaRPr>
            </a:p>
          </p:txBody>
        </p:sp>
      </p:grpSp>
      <p:grpSp>
        <p:nvGrpSpPr>
          <p:cNvPr id="3" name="Group 124"/>
          <p:cNvGrpSpPr/>
          <p:nvPr/>
        </p:nvGrpSpPr>
        <p:grpSpPr>
          <a:xfrm>
            <a:off x="4932363" y="3284538"/>
            <a:ext cx="3671887" cy="1439862"/>
            <a:chOff x="3107" y="2069"/>
            <a:chExt cx="2313" cy="907"/>
          </a:xfrm>
        </p:grpSpPr>
        <p:sp>
          <p:nvSpPr>
            <p:cNvPr id="21578" name="Line 52"/>
            <p:cNvSpPr/>
            <p:nvPr/>
          </p:nvSpPr>
          <p:spPr>
            <a:xfrm>
              <a:off x="3107" y="2976"/>
              <a:ext cx="2313" cy="0"/>
            </a:xfrm>
            <a:prstGeom prst="line">
              <a:avLst/>
            </a:prstGeom>
            <a:ln w="28575" cap="flat" cmpd="sng">
              <a:solidFill>
                <a:srgbClr val="FF3300"/>
              </a:solidFill>
              <a:prstDash val="solid"/>
              <a:headEnd type="none" w="med" len="med"/>
              <a:tailEnd type="none" w="med" len="med"/>
            </a:ln>
          </p:spPr>
        </p:sp>
        <p:sp>
          <p:nvSpPr>
            <p:cNvPr id="21579" name="Line 120"/>
            <p:cNvSpPr/>
            <p:nvPr/>
          </p:nvSpPr>
          <p:spPr>
            <a:xfrm flipV="1">
              <a:off x="3107" y="2069"/>
              <a:ext cx="0" cy="907"/>
            </a:xfrm>
            <a:prstGeom prst="line">
              <a:avLst/>
            </a:prstGeom>
            <a:ln w="28575" cap="flat" cmpd="sng">
              <a:solidFill>
                <a:srgbClr val="FF3300"/>
              </a:solidFill>
              <a:prstDash val="solid"/>
              <a:headEnd type="none" w="med" len="med"/>
              <a:tailEnd type="none" w="med" len="med"/>
            </a:ln>
          </p:spPr>
        </p:sp>
        <p:sp>
          <p:nvSpPr>
            <p:cNvPr id="21580" name="Line 121"/>
            <p:cNvSpPr/>
            <p:nvPr/>
          </p:nvSpPr>
          <p:spPr>
            <a:xfrm>
              <a:off x="3107" y="2069"/>
              <a:ext cx="181" cy="0"/>
            </a:xfrm>
            <a:prstGeom prst="line">
              <a:avLst/>
            </a:prstGeom>
            <a:ln w="28575" cap="flat" cmpd="sng">
              <a:solidFill>
                <a:srgbClr val="FF3300"/>
              </a:solidFill>
              <a:prstDash val="solid"/>
              <a:headEnd type="none" w="med" len="med"/>
              <a:tailEnd type="none" w="med" len="med"/>
            </a:ln>
          </p:spPr>
        </p:sp>
        <p:sp>
          <p:nvSpPr>
            <p:cNvPr id="21581" name="Line 122"/>
            <p:cNvSpPr/>
            <p:nvPr/>
          </p:nvSpPr>
          <p:spPr>
            <a:xfrm flipV="1">
              <a:off x="5420" y="2069"/>
              <a:ext cx="0" cy="907"/>
            </a:xfrm>
            <a:prstGeom prst="line">
              <a:avLst/>
            </a:prstGeom>
            <a:ln w="28575" cap="flat" cmpd="sng">
              <a:solidFill>
                <a:srgbClr val="FF3300"/>
              </a:solidFill>
              <a:prstDash val="solid"/>
              <a:headEnd type="none" w="med" len="med"/>
              <a:tailEnd type="none" w="med" len="med"/>
            </a:ln>
          </p:spPr>
        </p:sp>
        <p:sp>
          <p:nvSpPr>
            <p:cNvPr id="21582" name="Line 123"/>
            <p:cNvSpPr/>
            <p:nvPr/>
          </p:nvSpPr>
          <p:spPr>
            <a:xfrm>
              <a:off x="5239" y="2069"/>
              <a:ext cx="181" cy="0"/>
            </a:xfrm>
            <a:prstGeom prst="line">
              <a:avLst/>
            </a:prstGeom>
            <a:ln w="28575" cap="flat" cmpd="sng">
              <a:solidFill>
                <a:srgbClr val="FF3300"/>
              </a:solidFill>
              <a:prstDash val="solid"/>
              <a:headEnd type="none" w="med" len="med"/>
              <a:tailEnd type="none" w="med" len="med"/>
            </a:ln>
          </p:spPr>
        </p:sp>
      </p:grpSp>
      <p:grpSp>
        <p:nvGrpSpPr>
          <p:cNvPr id="4" name="Group 190"/>
          <p:cNvGrpSpPr/>
          <p:nvPr/>
        </p:nvGrpSpPr>
        <p:grpSpPr>
          <a:xfrm>
            <a:off x="827088" y="2133600"/>
            <a:ext cx="3384550" cy="2535238"/>
            <a:chOff x="521" y="1344"/>
            <a:chExt cx="2132" cy="1597"/>
          </a:xfrm>
        </p:grpSpPr>
        <p:sp>
          <p:nvSpPr>
            <p:cNvPr id="21562" name="Oval 126"/>
            <p:cNvSpPr/>
            <p:nvPr/>
          </p:nvSpPr>
          <p:spPr>
            <a:xfrm>
              <a:off x="657" y="1706"/>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1563" name="Rectangle 136"/>
            <p:cNvSpPr/>
            <p:nvPr/>
          </p:nvSpPr>
          <p:spPr>
            <a:xfrm>
              <a:off x="838" y="1525"/>
              <a:ext cx="1406" cy="907"/>
            </a:xfrm>
            <a:prstGeom prst="rect">
              <a:avLst/>
            </a:prstGeom>
            <a:noFill/>
            <a:ln w="28575" cap="flat" cmpd="sng">
              <a:solidFill>
                <a:srgbClr val="FFCC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grpSp>
          <p:nvGrpSpPr>
            <p:cNvPr id="21564" name="Group 139"/>
            <p:cNvGrpSpPr/>
            <p:nvPr/>
          </p:nvGrpSpPr>
          <p:grpSpPr>
            <a:xfrm>
              <a:off x="2290" y="1570"/>
              <a:ext cx="353" cy="635"/>
              <a:chOff x="2290" y="1570"/>
              <a:chExt cx="353" cy="635"/>
            </a:xfrm>
          </p:grpSpPr>
          <p:sp>
            <p:nvSpPr>
              <p:cNvPr id="21574" name="Line 73"/>
              <p:cNvSpPr/>
              <p:nvPr/>
            </p:nvSpPr>
            <p:spPr>
              <a:xfrm>
                <a:off x="2290" y="2205"/>
                <a:ext cx="110" cy="0"/>
              </a:xfrm>
              <a:prstGeom prst="line">
                <a:avLst/>
              </a:prstGeom>
              <a:ln w="25400" cap="flat" cmpd="sng">
                <a:solidFill>
                  <a:schemeClr val="bg1"/>
                </a:solidFill>
                <a:prstDash val="solid"/>
                <a:headEnd type="none" w="med" len="med"/>
                <a:tailEnd type="none" w="med" len="med"/>
              </a:ln>
            </p:spPr>
          </p:sp>
          <p:grpSp>
            <p:nvGrpSpPr>
              <p:cNvPr id="21575" name="Group 74"/>
              <p:cNvGrpSpPr/>
              <p:nvPr/>
            </p:nvGrpSpPr>
            <p:grpSpPr>
              <a:xfrm>
                <a:off x="2290" y="1570"/>
                <a:ext cx="111" cy="124"/>
                <a:chOff x="5192" y="2273"/>
                <a:chExt cx="116" cy="116"/>
              </a:xfrm>
            </p:grpSpPr>
            <p:sp>
              <p:nvSpPr>
                <p:cNvPr id="21576" name="Line 75"/>
                <p:cNvSpPr/>
                <p:nvPr/>
              </p:nvSpPr>
              <p:spPr>
                <a:xfrm>
                  <a:off x="5192" y="2331"/>
                  <a:ext cx="116" cy="0"/>
                </a:xfrm>
                <a:prstGeom prst="line">
                  <a:avLst/>
                </a:prstGeom>
                <a:ln w="25400" cap="flat" cmpd="sng">
                  <a:solidFill>
                    <a:schemeClr val="bg1"/>
                  </a:solidFill>
                  <a:prstDash val="solid"/>
                  <a:headEnd type="none" w="med" len="med"/>
                  <a:tailEnd type="none" w="med" len="med"/>
                </a:ln>
              </p:spPr>
            </p:sp>
            <p:sp>
              <p:nvSpPr>
                <p:cNvPr id="21577" name="Line 76"/>
                <p:cNvSpPr/>
                <p:nvPr/>
              </p:nvSpPr>
              <p:spPr>
                <a:xfrm rot="-5400000">
                  <a:off x="5192" y="2331"/>
                  <a:ext cx="116" cy="0"/>
                </a:xfrm>
                <a:prstGeom prst="line">
                  <a:avLst/>
                </a:prstGeom>
                <a:ln w="25400" cap="flat" cmpd="sng">
                  <a:solidFill>
                    <a:schemeClr val="bg1"/>
                  </a:solidFill>
                  <a:prstDash val="solid"/>
                  <a:headEnd type="none" w="med" len="med"/>
                  <a:tailEnd type="none" w="med" len="med"/>
                </a:ln>
              </p:spPr>
            </p:sp>
          </p:grpSp>
          <p:graphicFrame>
            <p:nvGraphicFramePr>
              <p:cNvPr id="21515" name="Object 77"/>
              <p:cNvGraphicFramePr/>
              <p:nvPr/>
            </p:nvGraphicFramePr>
            <p:xfrm>
              <a:off x="2290" y="1797"/>
              <a:ext cx="353" cy="319"/>
            </p:xfrm>
            <a:graphic>
              <a:graphicData uri="http://schemas.openxmlformats.org/presentationml/2006/ole">
                <mc:AlternateContent xmlns:mc="http://schemas.openxmlformats.org/markup-compatibility/2006">
                  <mc:Choice xmlns:v="urn:schemas-microsoft-com:vml" Requires="v">
                    <p:oleObj spid="_x0000_s3226" name="" r:id="rId3" imgW="329565" imgH="266065" progId="Equation.3">
                      <p:embed/>
                    </p:oleObj>
                  </mc:Choice>
                  <mc:Fallback>
                    <p:oleObj name="" r:id="rId3" imgW="329565" imgH="266065" progId="Equation.3">
                      <p:embed/>
                      <p:pic>
                        <p:nvPicPr>
                          <p:cNvPr id="0" name="图片 3225"/>
                          <p:cNvPicPr/>
                          <p:nvPr/>
                        </p:nvPicPr>
                        <p:blipFill>
                          <a:blip r:embed="rId4">
                            <a:clrChange>
                              <a:clrFrom>
                                <a:srgbClr val="000000"/>
                              </a:clrFrom>
                              <a:clrTo>
                                <a:srgbClr val="FFFFFF"/>
                              </a:clrTo>
                            </a:clrChange>
                          </a:blip>
                          <a:stretch>
                            <a:fillRect/>
                          </a:stretch>
                        </p:blipFill>
                        <p:spPr>
                          <a:xfrm>
                            <a:off x="2290" y="1797"/>
                            <a:ext cx="353" cy="319"/>
                          </a:xfrm>
                          <a:prstGeom prst="rect">
                            <a:avLst/>
                          </a:prstGeom>
                          <a:noFill/>
                          <a:ln w="38100">
                            <a:noFill/>
                            <a:miter/>
                          </a:ln>
                        </p:spPr>
                      </p:pic>
                    </p:oleObj>
                  </mc:Fallback>
                </mc:AlternateContent>
              </a:graphicData>
            </a:graphic>
          </p:graphicFrame>
        </p:grpSp>
        <p:sp>
          <p:nvSpPr>
            <p:cNvPr id="21565" name="Text Box 53" descr="羊皮纸"/>
            <p:cNvSpPr txBox="1"/>
            <p:nvPr/>
          </p:nvSpPr>
          <p:spPr>
            <a:xfrm>
              <a:off x="794" y="2614"/>
              <a:ext cx="1452" cy="327"/>
            </a:xfrm>
            <a:prstGeom prst="rect">
              <a:avLst/>
            </a:prstGeom>
            <a:blipFill rotWithShape="1">
              <a:blip r:embed="rId1"/>
            </a:blipFill>
            <a:ln w="9525">
              <a:noFill/>
            </a:ln>
          </p:spPr>
          <p:txBody>
            <a:bodyPr>
              <a:spAutoFit/>
            </a:bodyPr>
            <a:p>
              <a:pPr>
                <a:spcBef>
                  <a:spcPct val="50000"/>
                </a:spcBef>
              </a:pPr>
              <a:r>
                <a:rPr lang="en-US" altLang="zh-CN" sz="2800" b="0" dirty="0">
                  <a:solidFill>
                    <a:schemeClr val="tx1"/>
                  </a:solidFill>
                  <a:latin typeface="Times New Roman" panose="02020603050405020304" pitchFamily="18" charset="0"/>
                </a:rPr>
                <a:t>A</a:t>
              </a:r>
              <a:r>
                <a:rPr lang="zh-CN" altLang="en-US" sz="2800" dirty="0">
                  <a:solidFill>
                    <a:schemeClr val="tx1"/>
                  </a:solidFill>
                  <a:latin typeface="楷体_GB2312" pitchFamily="49" charset="-122"/>
                </a:rPr>
                <a:t>相计算电路</a:t>
              </a:r>
              <a:endParaRPr lang="zh-CN" altLang="en-US" sz="2800" dirty="0">
                <a:solidFill>
                  <a:schemeClr val="tx1"/>
                </a:solidFill>
                <a:latin typeface="楷体_GB2312" pitchFamily="49" charset="-122"/>
              </a:endParaRPr>
            </a:p>
          </p:txBody>
        </p:sp>
        <p:sp>
          <p:nvSpPr>
            <p:cNvPr id="21566" name="Text Box 127"/>
            <p:cNvSpPr txBox="1"/>
            <p:nvPr/>
          </p:nvSpPr>
          <p:spPr>
            <a:xfrm>
              <a:off x="974" y="1480"/>
              <a:ext cx="251"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1567" name="Text Box 128"/>
            <p:cNvSpPr txBox="1"/>
            <p:nvPr/>
          </p:nvSpPr>
          <p:spPr>
            <a:xfrm>
              <a:off x="974" y="2024"/>
              <a:ext cx="257"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graphicFrame>
          <p:nvGraphicFramePr>
            <p:cNvPr id="21513" name="Object 129"/>
            <p:cNvGraphicFramePr/>
            <p:nvPr/>
          </p:nvGraphicFramePr>
          <p:xfrm>
            <a:off x="1065" y="1706"/>
            <a:ext cx="304" cy="398"/>
          </p:xfrm>
          <a:graphic>
            <a:graphicData uri="http://schemas.openxmlformats.org/presentationml/2006/ole">
              <mc:AlternateContent xmlns:mc="http://schemas.openxmlformats.org/markup-compatibility/2006">
                <mc:Choice xmlns:v="urn:schemas-microsoft-com:vml" Requires="v">
                  <p:oleObj spid="_x0000_s3225" name="" r:id="rId5" imgW="241300" imgH="317500" progId="Equation.3">
                    <p:embed/>
                  </p:oleObj>
                </mc:Choice>
                <mc:Fallback>
                  <p:oleObj name="" r:id="rId5" imgW="241300" imgH="317500" progId="Equation.3">
                    <p:embed/>
                    <p:pic>
                      <p:nvPicPr>
                        <p:cNvPr id="0" name="图片 3224"/>
                        <p:cNvPicPr/>
                        <p:nvPr/>
                      </p:nvPicPr>
                      <p:blipFill>
                        <a:blip r:embed="rId6">
                          <a:clrChange>
                            <a:clrFrom>
                              <a:srgbClr val="000000"/>
                            </a:clrFrom>
                            <a:clrTo>
                              <a:srgbClr val="FFFFFF"/>
                            </a:clrTo>
                          </a:clrChange>
                        </a:blip>
                        <a:stretch>
                          <a:fillRect/>
                        </a:stretch>
                      </p:blipFill>
                      <p:spPr>
                        <a:xfrm>
                          <a:off x="1065" y="1706"/>
                          <a:ext cx="304" cy="398"/>
                        </a:xfrm>
                        <a:prstGeom prst="rect">
                          <a:avLst/>
                        </a:prstGeom>
                        <a:noFill/>
                        <a:ln w="38100">
                          <a:noFill/>
                          <a:miter/>
                        </a:ln>
                      </p:spPr>
                    </p:pic>
                  </p:oleObj>
                </mc:Fallback>
              </mc:AlternateContent>
            </a:graphicData>
          </a:graphic>
        </p:graphicFrame>
        <p:sp>
          <p:nvSpPr>
            <p:cNvPr id="21568" name="Line 130"/>
            <p:cNvSpPr/>
            <p:nvPr/>
          </p:nvSpPr>
          <p:spPr>
            <a:xfrm>
              <a:off x="1429" y="1525"/>
              <a:ext cx="348" cy="0"/>
            </a:xfrm>
            <a:prstGeom prst="line">
              <a:avLst/>
            </a:prstGeom>
            <a:ln w="28575" cap="flat" cmpd="sng">
              <a:solidFill>
                <a:srgbClr val="00FFFF"/>
              </a:solidFill>
              <a:prstDash val="solid"/>
              <a:headEnd type="none" w="med" len="med"/>
              <a:tailEnd type="triangle" w="med" len="med"/>
            </a:ln>
          </p:spPr>
        </p:sp>
        <p:graphicFrame>
          <p:nvGraphicFramePr>
            <p:cNvPr id="21514" name="Object 131"/>
            <p:cNvGraphicFramePr/>
            <p:nvPr/>
          </p:nvGraphicFramePr>
          <p:xfrm>
            <a:off x="1429" y="1480"/>
            <a:ext cx="254" cy="368"/>
          </p:xfrm>
          <a:graphic>
            <a:graphicData uri="http://schemas.openxmlformats.org/presentationml/2006/ole">
              <mc:AlternateContent xmlns:mc="http://schemas.openxmlformats.org/markup-compatibility/2006">
                <mc:Choice xmlns:v="urn:schemas-microsoft-com:vml" Requires="v">
                  <p:oleObj spid="_x0000_s3227" name="" r:id="rId7" imgW="203200" imgH="292100" progId="Equation.3">
                    <p:embed/>
                  </p:oleObj>
                </mc:Choice>
                <mc:Fallback>
                  <p:oleObj name="" r:id="rId7" imgW="203200" imgH="292100" progId="Equation.3">
                    <p:embed/>
                    <p:pic>
                      <p:nvPicPr>
                        <p:cNvPr id="0" name="图片 3226"/>
                        <p:cNvPicPr/>
                        <p:nvPr/>
                      </p:nvPicPr>
                      <p:blipFill>
                        <a:blip r:embed="rId8">
                          <a:clrChange>
                            <a:clrFrom>
                              <a:srgbClr val="000000"/>
                            </a:clrFrom>
                            <a:clrTo>
                              <a:srgbClr val="FFFFFF"/>
                            </a:clrTo>
                          </a:clrChange>
                        </a:blip>
                        <a:stretch>
                          <a:fillRect/>
                        </a:stretch>
                      </p:blipFill>
                      <p:spPr>
                        <a:xfrm>
                          <a:off x="1429" y="1480"/>
                          <a:ext cx="254" cy="368"/>
                        </a:xfrm>
                        <a:prstGeom prst="rect">
                          <a:avLst/>
                        </a:prstGeom>
                        <a:noFill/>
                        <a:ln w="38100">
                          <a:noFill/>
                          <a:miter/>
                        </a:ln>
                      </p:spPr>
                    </p:pic>
                  </p:oleObj>
                </mc:Fallback>
              </mc:AlternateContent>
            </a:graphicData>
          </a:graphic>
        </p:graphicFrame>
        <p:sp>
          <p:nvSpPr>
            <p:cNvPr id="21569" name="Text Box 132"/>
            <p:cNvSpPr txBox="1"/>
            <p:nvPr/>
          </p:nvSpPr>
          <p:spPr>
            <a:xfrm>
              <a:off x="521" y="1344"/>
              <a:ext cx="251"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1570" name="Text Box 133"/>
            <p:cNvSpPr txBox="1"/>
            <p:nvPr/>
          </p:nvSpPr>
          <p:spPr>
            <a:xfrm>
              <a:off x="521" y="2251"/>
              <a:ext cx="254"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1571" name="Text Box 134"/>
            <p:cNvSpPr txBox="1"/>
            <p:nvPr/>
          </p:nvSpPr>
          <p:spPr>
            <a:xfrm>
              <a:off x="2244" y="2251"/>
              <a:ext cx="409" cy="327"/>
            </a:xfrm>
            <a:prstGeom prst="rect">
              <a:avLst/>
            </a:prstGeom>
            <a:noFill/>
            <a:ln w="38100">
              <a:noFill/>
            </a:ln>
          </p:spPr>
          <p:txBody>
            <a:bodyPr>
              <a:spAutoFit/>
            </a:bodyPr>
            <a:p>
              <a:pPr>
                <a:spcBef>
                  <a:spcPct val="50000"/>
                </a:spcBef>
                <a:buNone/>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1572" name="Text Box 135"/>
            <p:cNvSpPr txBox="1"/>
            <p:nvPr/>
          </p:nvSpPr>
          <p:spPr>
            <a:xfrm>
              <a:off x="1927" y="1752"/>
              <a:ext cx="254"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1573" name="Rectangle 137"/>
            <p:cNvSpPr/>
            <p:nvPr/>
          </p:nvSpPr>
          <p:spPr>
            <a:xfrm>
              <a:off x="2163" y="1752"/>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21522" name="Group 149"/>
          <p:cNvGrpSpPr/>
          <p:nvPr/>
        </p:nvGrpSpPr>
        <p:grpSpPr>
          <a:xfrm>
            <a:off x="8316913" y="6445250"/>
            <a:ext cx="792162" cy="366713"/>
            <a:chOff x="5193" y="4020"/>
            <a:chExt cx="499" cy="231"/>
          </a:xfrm>
        </p:grpSpPr>
        <p:pic>
          <p:nvPicPr>
            <p:cNvPr id="21560" name="Picture 150" descr="78900"/>
            <p:cNvPicPr>
              <a:picLocks noChangeAspect="1"/>
            </p:cNvPicPr>
            <p:nvPr/>
          </p:nvPicPr>
          <p:blipFill>
            <a:blip r:embed="rId9"/>
            <a:stretch>
              <a:fillRect/>
            </a:stretch>
          </p:blipFill>
          <p:spPr>
            <a:xfrm>
              <a:off x="5193" y="4066"/>
              <a:ext cx="499" cy="181"/>
            </a:xfrm>
            <a:prstGeom prst="rect">
              <a:avLst/>
            </a:prstGeom>
            <a:noFill/>
            <a:ln w="9525">
              <a:noFill/>
            </a:ln>
          </p:spPr>
        </p:pic>
        <p:sp>
          <p:nvSpPr>
            <p:cNvPr id="21561" name="Text Box 151">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1523" name="Group 152"/>
          <p:cNvGrpSpPr/>
          <p:nvPr/>
        </p:nvGrpSpPr>
        <p:grpSpPr>
          <a:xfrm>
            <a:off x="7451725" y="6445250"/>
            <a:ext cx="792163" cy="366713"/>
            <a:chOff x="5193" y="4020"/>
            <a:chExt cx="499" cy="231"/>
          </a:xfrm>
        </p:grpSpPr>
        <p:pic>
          <p:nvPicPr>
            <p:cNvPr id="21558" name="Picture 153" descr="78900"/>
            <p:cNvPicPr>
              <a:picLocks noChangeAspect="1"/>
            </p:cNvPicPr>
            <p:nvPr/>
          </p:nvPicPr>
          <p:blipFill>
            <a:blip r:embed="rId9"/>
            <a:stretch>
              <a:fillRect/>
            </a:stretch>
          </p:blipFill>
          <p:spPr>
            <a:xfrm>
              <a:off x="5193" y="4066"/>
              <a:ext cx="499" cy="181"/>
            </a:xfrm>
            <a:prstGeom prst="rect">
              <a:avLst/>
            </a:prstGeom>
            <a:noFill/>
            <a:ln w="9525">
              <a:noFill/>
            </a:ln>
          </p:spPr>
        </p:pic>
        <p:sp>
          <p:nvSpPr>
            <p:cNvPr id="21559" name="Text Box 154">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1524" name="Group 155"/>
          <p:cNvGrpSpPr/>
          <p:nvPr/>
        </p:nvGrpSpPr>
        <p:grpSpPr>
          <a:xfrm>
            <a:off x="6588125" y="6446838"/>
            <a:ext cx="792163" cy="366712"/>
            <a:chOff x="4695" y="4061"/>
            <a:chExt cx="499" cy="231"/>
          </a:xfrm>
        </p:grpSpPr>
        <p:pic>
          <p:nvPicPr>
            <p:cNvPr id="21556" name="Picture 156" descr="78900"/>
            <p:cNvPicPr>
              <a:picLocks noChangeAspect="1"/>
            </p:cNvPicPr>
            <p:nvPr/>
          </p:nvPicPr>
          <p:blipFill>
            <a:blip r:embed="rId9"/>
            <a:stretch>
              <a:fillRect/>
            </a:stretch>
          </p:blipFill>
          <p:spPr>
            <a:xfrm>
              <a:off x="4695" y="4107"/>
              <a:ext cx="499" cy="181"/>
            </a:xfrm>
            <a:prstGeom prst="rect">
              <a:avLst/>
            </a:prstGeom>
            <a:noFill/>
            <a:ln w="9525">
              <a:noFill/>
            </a:ln>
          </p:spPr>
        </p:pic>
        <p:sp>
          <p:nvSpPr>
            <p:cNvPr id="21557" name="Text Box 157">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0" name="Group 158"/>
          <p:cNvGrpSpPr/>
          <p:nvPr/>
        </p:nvGrpSpPr>
        <p:grpSpPr>
          <a:xfrm>
            <a:off x="4699000" y="1325563"/>
            <a:ext cx="4427538" cy="3241675"/>
            <a:chOff x="2608" y="273"/>
            <a:chExt cx="2789" cy="2042"/>
          </a:xfrm>
        </p:grpSpPr>
        <p:sp>
          <p:nvSpPr>
            <p:cNvPr id="21531" name="Text Box 159"/>
            <p:cNvSpPr txBox="1"/>
            <p:nvPr/>
          </p:nvSpPr>
          <p:spPr>
            <a:xfrm>
              <a:off x="4286" y="863"/>
              <a:ext cx="298"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i="1" dirty="0">
                <a:solidFill>
                  <a:schemeClr val="bg1"/>
                </a:solidFill>
                <a:latin typeface="Times New Roman" panose="02020603050405020304" pitchFamily="18" charset="0"/>
                <a:ea typeface="宋体" panose="02010600030101010101" pitchFamily="2" charset="-122"/>
              </a:endParaRPr>
            </a:p>
          </p:txBody>
        </p:sp>
        <p:sp>
          <p:nvSpPr>
            <p:cNvPr id="21532" name="Line 160"/>
            <p:cNvSpPr/>
            <p:nvPr/>
          </p:nvSpPr>
          <p:spPr>
            <a:xfrm>
              <a:off x="4876" y="818"/>
              <a:ext cx="0" cy="1315"/>
            </a:xfrm>
            <a:prstGeom prst="line">
              <a:avLst/>
            </a:prstGeom>
            <a:ln w="28575" cap="flat" cmpd="sng">
              <a:solidFill>
                <a:srgbClr val="FFCC00"/>
              </a:solidFill>
              <a:prstDash val="solid"/>
              <a:headEnd type="none" w="med" len="med"/>
              <a:tailEnd type="none" w="med" len="med"/>
            </a:ln>
          </p:spPr>
        </p:sp>
        <p:sp>
          <p:nvSpPr>
            <p:cNvPr id="21533" name="Text Box 161"/>
            <p:cNvSpPr txBox="1"/>
            <p:nvPr/>
          </p:nvSpPr>
          <p:spPr>
            <a:xfrm>
              <a:off x="4331" y="1543"/>
              <a:ext cx="298"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i="1" dirty="0">
                <a:solidFill>
                  <a:schemeClr val="bg1"/>
                </a:solidFill>
                <a:latin typeface="Times New Roman" panose="02020603050405020304" pitchFamily="18" charset="0"/>
                <a:ea typeface="宋体" panose="02010600030101010101" pitchFamily="2" charset="-122"/>
              </a:endParaRPr>
            </a:p>
          </p:txBody>
        </p:sp>
        <p:sp>
          <p:nvSpPr>
            <p:cNvPr id="21534" name="Text Box 162"/>
            <p:cNvSpPr txBox="1"/>
            <p:nvPr/>
          </p:nvSpPr>
          <p:spPr>
            <a:xfrm>
              <a:off x="4377" y="1815"/>
              <a:ext cx="298"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i="1" dirty="0">
                <a:solidFill>
                  <a:schemeClr val="bg1"/>
                </a:solidFill>
                <a:latin typeface="Times New Roman" panose="02020603050405020304" pitchFamily="18" charset="0"/>
                <a:ea typeface="宋体" panose="02010600030101010101" pitchFamily="2" charset="-122"/>
              </a:endParaRPr>
            </a:p>
          </p:txBody>
        </p:sp>
        <p:sp>
          <p:nvSpPr>
            <p:cNvPr id="21535" name="Text Box 163"/>
            <p:cNvSpPr txBox="1"/>
            <p:nvPr/>
          </p:nvSpPr>
          <p:spPr>
            <a:xfrm>
              <a:off x="4876" y="1498"/>
              <a:ext cx="521" cy="327"/>
            </a:xfrm>
            <a:prstGeom prst="rect">
              <a:avLst/>
            </a:prstGeom>
            <a:noFill/>
            <a:ln w="9525">
              <a:noFill/>
            </a:ln>
          </p:spPr>
          <p:txBody>
            <a:bodyPr>
              <a:spAutoFit/>
            </a:bodyPr>
            <a:p>
              <a:pPr>
                <a:spcBef>
                  <a:spcPct val="50000"/>
                </a:spcBef>
                <a:buNone/>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1536" name="Oval 164"/>
            <p:cNvSpPr/>
            <p:nvPr/>
          </p:nvSpPr>
          <p:spPr>
            <a:xfrm>
              <a:off x="3152" y="636"/>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1537" name="Oval 165"/>
            <p:cNvSpPr/>
            <p:nvPr/>
          </p:nvSpPr>
          <p:spPr>
            <a:xfrm>
              <a:off x="3107" y="1317"/>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1538" name="Oval 166"/>
            <p:cNvSpPr/>
            <p:nvPr/>
          </p:nvSpPr>
          <p:spPr>
            <a:xfrm>
              <a:off x="3107" y="1952"/>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1539" name="Line 167"/>
            <p:cNvSpPr/>
            <p:nvPr/>
          </p:nvSpPr>
          <p:spPr>
            <a:xfrm rot="5400000" flipH="1">
              <a:off x="3900" y="-157"/>
              <a:ext cx="0" cy="1951"/>
            </a:xfrm>
            <a:prstGeom prst="line">
              <a:avLst/>
            </a:prstGeom>
            <a:ln w="28575" cap="flat" cmpd="sng">
              <a:solidFill>
                <a:srgbClr val="FFCC00"/>
              </a:solidFill>
              <a:prstDash val="solid"/>
              <a:headEnd type="none" w="med" len="med"/>
              <a:tailEnd type="none" w="med" len="med"/>
            </a:ln>
          </p:spPr>
        </p:sp>
        <p:sp>
          <p:nvSpPr>
            <p:cNvPr id="21540" name="Text Box 168"/>
            <p:cNvSpPr txBox="1"/>
            <p:nvPr/>
          </p:nvSpPr>
          <p:spPr>
            <a:xfrm rot="5400000">
              <a:off x="3548" y="512"/>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1541" name="Text Box 169"/>
            <p:cNvSpPr txBox="1"/>
            <p:nvPr/>
          </p:nvSpPr>
          <p:spPr>
            <a:xfrm>
              <a:off x="2926" y="500"/>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1542" name="Text Box 170"/>
            <p:cNvSpPr txBox="1"/>
            <p:nvPr/>
          </p:nvSpPr>
          <p:spPr>
            <a:xfrm>
              <a:off x="2608" y="1570"/>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1543" name="Line 171"/>
            <p:cNvSpPr/>
            <p:nvPr/>
          </p:nvSpPr>
          <p:spPr>
            <a:xfrm rot="5400000" flipH="1">
              <a:off x="3900" y="522"/>
              <a:ext cx="0" cy="1951"/>
            </a:xfrm>
            <a:prstGeom prst="line">
              <a:avLst/>
            </a:prstGeom>
            <a:ln w="28575" cap="flat" cmpd="sng">
              <a:solidFill>
                <a:srgbClr val="FFCC00"/>
              </a:solidFill>
              <a:prstDash val="solid"/>
              <a:headEnd type="oval" w="med" len="med"/>
              <a:tailEnd type="oval" w="med" len="med"/>
            </a:ln>
          </p:spPr>
        </p:sp>
        <p:sp>
          <p:nvSpPr>
            <p:cNvPr id="21544" name="Text Box 172"/>
            <p:cNvSpPr txBox="1"/>
            <p:nvPr/>
          </p:nvSpPr>
          <p:spPr>
            <a:xfrm rot="5400000">
              <a:off x="3548" y="1193"/>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1545" name="Text Box 173"/>
            <p:cNvSpPr txBox="1"/>
            <p:nvPr/>
          </p:nvSpPr>
          <p:spPr>
            <a:xfrm>
              <a:off x="2926" y="1180"/>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1546" name="Line 174"/>
            <p:cNvSpPr/>
            <p:nvPr/>
          </p:nvSpPr>
          <p:spPr>
            <a:xfrm rot="5400000" flipH="1">
              <a:off x="3900" y="1157"/>
              <a:ext cx="0" cy="1951"/>
            </a:xfrm>
            <a:prstGeom prst="line">
              <a:avLst/>
            </a:prstGeom>
            <a:ln w="28575" cap="flat" cmpd="sng">
              <a:solidFill>
                <a:srgbClr val="FFCC00"/>
              </a:solidFill>
              <a:prstDash val="solid"/>
              <a:headEnd type="none" w="med" len="med"/>
              <a:tailEnd type="none" w="med" len="med"/>
            </a:ln>
          </p:spPr>
        </p:sp>
        <p:sp>
          <p:nvSpPr>
            <p:cNvPr id="21547" name="Text Box 175"/>
            <p:cNvSpPr txBox="1"/>
            <p:nvPr/>
          </p:nvSpPr>
          <p:spPr>
            <a:xfrm rot="5400000">
              <a:off x="3548" y="1828"/>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1548" name="Text Box 176"/>
            <p:cNvSpPr txBox="1"/>
            <p:nvPr/>
          </p:nvSpPr>
          <p:spPr>
            <a:xfrm>
              <a:off x="2926" y="1860"/>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1549" name="Line 177"/>
            <p:cNvSpPr/>
            <p:nvPr/>
          </p:nvSpPr>
          <p:spPr>
            <a:xfrm>
              <a:off x="2925" y="818"/>
              <a:ext cx="0" cy="1312"/>
            </a:xfrm>
            <a:prstGeom prst="line">
              <a:avLst/>
            </a:prstGeom>
            <a:ln w="28575" cap="flat" cmpd="sng">
              <a:solidFill>
                <a:srgbClr val="FFCC00"/>
              </a:solidFill>
              <a:prstDash val="solid"/>
              <a:headEnd type="oval" w="med" len="med"/>
              <a:tailEnd type="oval" w="med" len="med"/>
            </a:ln>
          </p:spPr>
        </p:sp>
        <p:graphicFrame>
          <p:nvGraphicFramePr>
            <p:cNvPr id="21507" name="Object 178"/>
            <p:cNvGraphicFramePr/>
            <p:nvPr/>
          </p:nvGraphicFramePr>
          <p:xfrm>
            <a:off x="3198" y="273"/>
            <a:ext cx="284" cy="381"/>
          </p:xfrm>
          <a:graphic>
            <a:graphicData uri="http://schemas.openxmlformats.org/presentationml/2006/ole">
              <mc:AlternateContent xmlns:mc="http://schemas.openxmlformats.org/markup-compatibility/2006">
                <mc:Choice xmlns:v="urn:schemas-microsoft-com:vml" Requires="v">
                  <p:oleObj spid="_x0000_s3190" name="" r:id="rId10" imgW="228600" imgH="304800" progId="Equation.3">
                    <p:embed/>
                  </p:oleObj>
                </mc:Choice>
                <mc:Fallback>
                  <p:oleObj name="" r:id="rId10" imgW="228600" imgH="304800" progId="Equation.3">
                    <p:embed/>
                    <p:pic>
                      <p:nvPicPr>
                        <p:cNvPr id="0" name="图片 3189"/>
                        <p:cNvPicPr/>
                        <p:nvPr/>
                      </p:nvPicPr>
                      <p:blipFill>
                        <a:blip r:embed="rId11">
                          <a:clrChange>
                            <a:clrFrom>
                              <a:srgbClr val="000000"/>
                            </a:clrFrom>
                            <a:clrTo>
                              <a:srgbClr val="FFFFFF"/>
                            </a:clrTo>
                          </a:clrChange>
                        </a:blip>
                        <a:stretch>
                          <a:fillRect/>
                        </a:stretch>
                      </p:blipFill>
                      <p:spPr>
                        <a:xfrm>
                          <a:off x="3198" y="273"/>
                          <a:ext cx="284" cy="381"/>
                        </a:xfrm>
                        <a:prstGeom prst="rect">
                          <a:avLst/>
                        </a:prstGeom>
                        <a:noFill/>
                        <a:ln w="38100">
                          <a:noFill/>
                          <a:miter/>
                        </a:ln>
                      </p:spPr>
                    </p:pic>
                  </p:oleObj>
                </mc:Fallback>
              </mc:AlternateContent>
            </a:graphicData>
          </a:graphic>
        </p:graphicFrame>
        <p:graphicFrame>
          <p:nvGraphicFramePr>
            <p:cNvPr id="21508" name="Object 179"/>
            <p:cNvGraphicFramePr/>
            <p:nvPr/>
          </p:nvGraphicFramePr>
          <p:xfrm>
            <a:off x="3243" y="953"/>
            <a:ext cx="285" cy="397"/>
          </p:xfrm>
          <a:graphic>
            <a:graphicData uri="http://schemas.openxmlformats.org/presentationml/2006/ole">
              <mc:AlternateContent xmlns:mc="http://schemas.openxmlformats.org/markup-compatibility/2006">
                <mc:Choice xmlns:v="urn:schemas-microsoft-com:vml" Requires="v">
                  <p:oleObj spid="_x0000_s3191" name="" r:id="rId12" imgW="228600" imgH="317500" progId="Equation.3">
                    <p:embed/>
                  </p:oleObj>
                </mc:Choice>
                <mc:Fallback>
                  <p:oleObj name="" r:id="rId12" imgW="228600" imgH="317500" progId="Equation.3">
                    <p:embed/>
                    <p:pic>
                      <p:nvPicPr>
                        <p:cNvPr id="0" name="图片 3190"/>
                        <p:cNvPicPr/>
                        <p:nvPr/>
                      </p:nvPicPr>
                      <p:blipFill>
                        <a:blip r:embed="rId13">
                          <a:clrChange>
                            <a:clrFrom>
                              <a:srgbClr val="000000"/>
                            </a:clrFrom>
                            <a:clrTo>
                              <a:srgbClr val="FFFFFF"/>
                            </a:clrTo>
                          </a:clrChange>
                        </a:blip>
                        <a:stretch>
                          <a:fillRect/>
                        </a:stretch>
                      </p:blipFill>
                      <p:spPr>
                        <a:xfrm>
                          <a:off x="3243" y="953"/>
                          <a:ext cx="285" cy="397"/>
                        </a:xfrm>
                        <a:prstGeom prst="rect">
                          <a:avLst/>
                        </a:prstGeom>
                        <a:noFill/>
                        <a:ln w="38100">
                          <a:noFill/>
                          <a:miter/>
                        </a:ln>
                      </p:spPr>
                    </p:pic>
                  </p:oleObj>
                </mc:Fallback>
              </mc:AlternateContent>
            </a:graphicData>
          </a:graphic>
        </p:graphicFrame>
        <p:graphicFrame>
          <p:nvGraphicFramePr>
            <p:cNvPr id="21509" name="Object 180"/>
            <p:cNvGraphicFramePr/>
            <p:nvPr/>
          </p:nvGraphicFramePr>
          <p:xfrm>
            <a:off x="3276" y="1599"/>
            <a:ext cx="285" cy="397"/>
          </p:xfrm>
          <a:graphic>
            <a:graphicData uri="http://schemas.openxmlformats.org/presentationml/2006/ole">
              <mc:AlternateContent xmlns:mc="http://schemas.openxmlformats.org/markup-compatibility/2006">
                <mc:Choice xmlns:v="urn:schemas-microsoft-com:vml" Requires="v">
                  <p:oleObj spid="_x0000_s3192" name="" r:id="rId14" imgW="228600" imgH="317500" progId="Equation.3">
                    <p:embed/>
                  </p:oleObj>
                </mc:Choice>
                <mc:Fallback>
                  <p:oleObj name="" r:id="rId14" imgW="228600" imgH="317500" progId="Equation.3">
                    <p:embed/>
                    <p:pic>
                      <p:nvPicPr>
                        <p:cNvPr id="0" name="图片 3191"/>
                        <p:cNvPicPr/>
                        <p:nvPr/>
                      </p:nvPicPr>
                      <p:blipFill>
                        <a:blip r:embed="rId15">
                          <a:clrChange>
                            <a:clrFrom>
                              <a:srgbClr val="000000"/>
                            </a:clrFrom>
                            <a:clrTo>
                              <a:srgbClr val="FFFFFF"/>
                            </a:clrTo>
                          </a:clrChange>
                        </a:blip>
                        <a:stretch>
                          <a:fillRect/>
                        </a:stretch>
                      </p:blipFill>
                      <p:spPr>
                        <a:xfrm>
                          <a:off x="3276" y="1599"/>
                          <a:ext cx="285" cy="397"/>
                        </a:xfrm>
                        <a:prstGeom prst="rect">
                          <a:avLst/>
                        </a:prstGeom>
                        <a:noFill/>
                        <a:ln w="38100">
                          <a:noFill/>
                          <a:miter/>
                        </a:ln>
                      </p:spPr>
                    </p:pic>
                  </p:oleObj>
                </mc:Fallback>
              </mc:AlternateContent>
            </a:graphicData>
          </a:graphic>
        </p:graphicFrame>
        <p:sp>
          <p:nvSpPr>
            <p:cNvPr id="21550" name="Rectangle 181"/>
            <p:cNvSpPr/>
            <p:nvPr/>
          </p:nvSpPr>
          <p:spPr>
            <a:xfrm>
              <a:off x="4331" y="208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1551" name="Rectangle 182"/>
            <p:cNvSpPr/>
            <p:nvPr/>
          </p:nvSpPr>
          <p:spPr>
            <a:xfrm>
              <a:off x="4331" y="1453"/>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1552" name="Rectangle 183"/>
            <p:cNvSpPr/>
            <p:nvPr/>
          </p:nvSpPr>
          <p:spPr>
            <a:xfrm>
              <a:off x="4286" y="772"/>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1553" name="Line 184"/>
            <p:cNvSpPr/>
            <p:nvPr/>
          </p:nvSpPr>
          <p:spPr>
            <a:xfrm rot="-5400000">
              <a:off x="4025" y="626"/>
              <a:ext cx="0" cy="384"/>
            </a:xfrm>
            <a:prstGeom prst="line">
              <a:avLst/>
            </a:prstGeom>
            <a:ln w="28575" cap="flat" cmpd="sng">
              <a:solidFill>
                <a:srgbClr val="00FFFF"/>
              </a:solidFill>
              <a:prstDash val="solid"/>
              <a:headEnd type="none" w="med" len="med"/>
              <a:tailEnd type="triangle" w="med" len="med"/>
            </a:ln>
          </p:spPr>
        </p:sp>
        <p:graphicFrame>
          <p:nvGraphicFramePr>
            <p:cNvPr id="21510" name="Object 185"/>
            <p:cNvGraphicFramePr/>
            <p:nvPr/>
          </p:nvGraphicFramePr>
          <p:xfrm>
            <a:off x="3923" y="410"/>
            <a:ext cx="221" cy="381"/>
          </p:xfrm>
          <a:graphic>
            <a:graphicData uri="http://schemas.openxmlformats.org/presentationml/2006/ole">
              <mc:AlternateContent xmlns:mc="http://schemas.openxmlformats.org/markup-compatibility/2006">
                <mc:Choice xmlns:v="urn:schemas-microsoft-com:vml" Requires="v">
                  <p:oleObj spid="_x0000_s3193" name="" r:id="rId16" imgW="177800" imgH="304165" progId="Equation.3">
                    <p:embed/>
                  </p:oleObj>
                </mc:Choice>
                <mc:Fallback>
                  <p:oleObj name="" r:id="rId16" imgW="177800" imgH="304165" progId="Equation.3">
                    <p:embed/>
                    <p:pic>
                      <p:nvPicPr>
                        <p:cNvPr id="0" name="图片 3192"/>
                        <p:cNvPicPr/>
                        <p:nvPr/>
                      </p:nvPicPr>
                      <p:blipFill>
                        <a:blip r:embed="rId17">
                          <a:clrChange>
                            <a:clrFrom>
                              <a:srgbClr val="000000"/>
                            </a:clrFrom>
                            <a:clrTo>
                              <a:srgbClr val="FFFFFF"/>
                            </a:clrTo>
                          </a:clrChange>
                        </a:blip>
                        <a:stretch>
                          <a:fillRect/>
                        </a:stretch>
                      </p:blipFill>
                      <p:spPr>
                        <a:xfrm>
                          <a:off x="3923" y="410"/>
                          <a:ext cx="221" cy="381"/>
                        </a:xfrm>
                        <a:prstGeom prst="rect">
                          <a:avLst/>
                        </a:prstGeom>
                        <a:noFill/>
                        <a:ln w="38100">
                          <a:noFill/>
                          <a:miter/>
                        </a:ln>
                      </p:spPr>
                    </p:pic>
                  </p:oleObj>
                </mc:Fallback>
              </mc:AlternateContent>
            </a:graphicData>
          </a:graphic>
        </p:graphicFrame>
        <p:graphicFrame>
          <p:nvGraphicFramePr>
            <p:cNvPr id="21511" name="Object 186"/>
            <p:cNvGraphicFramePr/>
            <p:nvPr/>
          </p:nvGraphicFramePr>
          <p:xfrm>
            <a:off x="3923" y="1090"/>
            <a:ext cx="224" cy="381"/>
          </p:xfrm>
          <a:graphic>
            <a:graphicData uri="http://schemas.openxmlformats.org/presentationml/2006/ole">
              <mc:AlternateContent xmlns:mc="http://schemas.openxmlformats.org/markup-compatibility/2006">
                <mc:Choice xmlns:v="urn:schemas-microsoft-com:vml" Requires="v">
                  <p:oleObj spid="_x0000_s3194" name="" r:id="rId18" imgW="177800" imgH="304165" progId="Equation.3">
                    <p:embed/>
                  </p:oleObj>
                </mc:Choice>
                <mc:Fallback>
                  <p:oleObj name="" r:id="rId18" imgW="177800" imgH="304165" progId="Equation.3">
                    <p:embed/>
                    <p:pic>
                      <p:nvPicPr>
                        <p:cNvPr id="0" name="图片 3193"/>
                        <p:cNvPicPr/>
                        <p:nvPr/>
                      </p:nvPicPr>
                      <p:blipFill>
                        <a:blip r:embed="rId19">
                          <a:clrChange>
                            <a:clrFrom>
                              <a:srgbClr val="000000"/>
                            </a:clrFrom>
                            <a:clrTo>
                              <a:srgbClr val="FFFFFF"/>
                            </a:clrTo>
                          </a:clrChange>
                        </a:blip>
                        <a:stretch>
                          <a:fillRect/>
                        </a:stretch>
                      </p:blipFill>
                      <p:spPr>
                        <a:xfrm>
                          <a:off x="3923" y="1090"/>
                          <a:ext cx="224" cy="381"/>
                        </a:xfrm>
                        <a:prstGeom prst="rect">
                          <a:avLst/>
                        </a:prstGeom>
                        <a:noFill/>
                        <a:ln w="38100">
                          <a:noFill/>
                          <a:miter/>
                        </a:ln>
                      </p:spPr>
                    </p:pic>
                  </p:oleObj>
                </mc:Fallback>
              </mc:AlternateContent>
            </a:graphicData>
          </a:graphic>
        </p:graphicFrame>
        <p:sp>
          <p:nvSpPr>
            <p:cNvPr id="21554" name="Line 187"/>
            <p:cNvSpPr/>
            <p:nvPr/>
          </p:nvSpPr>
          <p:spPr>
            <a:xfrm rot="-5400000">
              <a:off x="4023" y="1942"/>
              <a:ext cx="0" cy="381"/>
            </a:xfrm>
            <a:prstGeom prst="line">
              <a:avLst/>
            </a:prstGeom>
            <a:ln w="28575" cap="flat" cmpd="sng">
              <a:solidFill>
                <a:srgbClr val="00FFFF"/>
              </a:solidFill>
              <a:prstDash val="solid"/>
              <a:headEnd type="none" w="med" len="med"/>
              <a:tailEnd type="triangle" w="med" len="med"/>
            </a:ln>
          </p:spPr>
        </p:sp>
        <p:graphicFrame>
          <p:nvGraphicFramePr>
            <p:cNvPr id="21512" name="Object 188"/>
            <p:cNvGraphicFramePr/>
            <p:nvPr/>
          </p:nvGraphicFramePr>
          <p:xfrm>
            <a:off x="3878" y="1725"/>
            <a:ext cx="223" cy="381"/>
          </p:xfrm>
          <a:graphic>
            <a:graphicData uri="http://schemas.openxmlformats.org/presentationml/2006/ole">
              <mc:AlternateContent xmlns:mc="http://schemas.openxmlformats.org/markup-compatibility/2006">
                <mc:Choice xmlns:v="urn:schemas-microsoft-com:vml" Requires="v">
                  <p:oleObj spid="_x0000_s3195" name="" r:id="rId20" imgW="177800" imgH="304165" progId="Equation.3">
                    <p:embed/>
                  </p:oleObj>
                </mc:Choice>
                <mc:Fallback>
                  <p:oleObj name="" r:id="rId20" imgW="177800" imgH="304165" progId="Equation.3">
                    <p:embed/>
                    <p:pic>
                      <p:nvPicPr>
                        <p:cNvPr id="0" name="图片 3194"/>
                        <p:cNvPicPr/>
                        <p:nvPr/>
                      </p:nvPicPr>
                      <p:blipFill>
                        <a:blip r:embed="rId21">
                          <a:clrChange>
                            <a:clrFrom>
                              <a:srgbClr val="000000"/>
                            </a:clrFrom>
                            <a:clrTo>
                              <a:srgbClr val="FFFFFF"/>
                            </a:clrTo>
                          </a:clrChange>
                        </a:blip>
                        <a:stretch>
                          <a:fillRect/>
                        </a:stretch>
                      </p:blipFill>
                      <p:spPr>
                        <a:xfrm>
                          <a:off x="3878" y="1725"/>
                          <a:ext cx="223" cy="381"/>
                        </a:xfrm>
                        <a:prstGeom prst="rect">
                          <a:avLst/>
                        </a:prstGeom>
                        <a:noFill/>
                        <a:ln w="38100">
                          <a:noFill/>
                          <a:miter/>
                        </a:ln>
                      </p:spPr>
                    </p:pic>
                  </p:oleObj>
                </mc:Fallback>
              </mc:AlternateContent>
            </a:graphicData>
          </a:graphic>
        </p:graphicFrame>
        <p:sp>
          <p:nvSpPr>
            <p:cNvPr id="21555" name="Line 189"/>
            <p:cNvSpPr/>
            <p:nvPr/>
          </p:nvSpPr>
          <p:spPr>
            <a:xfrm rot="-5400000">
              <a:off x="4025" y="1306"/>
              <a:ext cx="0" cy="384"/>
            </a:xfrm>
            <a:prstGeom prst="line">
              <a:avLst/>
            </a:prstGeom>
            <a:ln w="28575" cap="flat" cmpd="sng">
              <a:solidFill>
                <a:srgbClr val="00FFFF"/>
              </a:solidFill>
              <a:prstDash val="solid"/>
              <a:headEnd type="none" w="med" len="med"/>
              <a:tailEnd type="triangle" w="med" len="med"/>
            </a:ln>
          </p:spPr>
        </p:sp>
      </p:grpSp>
      <p:grpSp>
        <p:nvGrpSpPr>
          <p:cNvPr id="11" name="Group 194"/>
          <p:cNvGrpSpPr/>
          <p:nvPr/>
        </p:nvGrpSpPr>
        <p:grpSpPr>
          <a:xfrm>
            <a:off x="2987675" y="4581525"/>
            <a:ext cx="3560763" cy="2052638"/>
            <a:chOff x="1882" y="2886"/>
            <a:chExt cx="2243" cy="1293"/>
          </a:xfrm>
        </p:grpSpPr>
        <p:graphicFrame>
          <p:nvGraphicFramePr>
            <p:cNvPr id="21506" name="Object 3"/>
            <p:cNvGraphicFramePr/>
            <p:nvPr/>
          </p:nvGraphicFramePr>
          <p:xfrm>
            <a:off x="2064" y="2886"/>
            <a:ext cx="2061" cy="1293"/>
          </p:xfrm>
          <a:graphic>
            <a:graphicData uri="http://schemas.openxmlformats.org/presentationml/2006/ole">
              <mc:AlternateContent xmlns:mc="http://schemas.openxmlformats.org/markup-compatibility/2006">
                <mc:Choice xmlns:v="urn:schemas-microsoft-com:vml" Requires="v">
                  <p:oleObj spid="_x0000_s3197" name="" r:id="rId22" imgW="1562100" imgH="977900" progId="Equation.3">
                    <p:embed/>
                  </p:oleObj>
                </mc:Choice>
                <mc:Fallback>
                  <p:oleObj name="" r:id="rId22" imgW="1562100" imgH="977900" progId="Equation.3">
                    <p:embed/>
                    <p:pic>
                      <p:nvPicPr>
                        <p:cNvPr id="0" name="图片 3196"/>
                        <p:cNvPicPr/>
                        <p:nvPr/>
                      </p:nvPicPr>
                      <p:blipFill>
                        <a:blip r:embed="rId23">
                          <a:clrChange>
                            <a:clrFrom>
                              <a:srgbClr val="000000"/>
                            </a:clrFrom>
                            <a:clrTo>
                              <a:srgbClr val="FFFFFF"/>
                            </a:clrTo>
                          </a:clrChange>
                        </a:blip>
                        <a:stretch>
                          <a:fillRect/>
                        </a:stretch>
                      </p:blipFill>
                      <p:spPr>
                        <a:xfrm>
                          <a:off x="2064" y="2886"/>
                          <a:ext cx="2061" cy="1293"/>
                        </a:xfrm>
                        <a:prstGeom prst="rect">
                          <a:avLst/>
                        </a:prstGeom>
                        <a:noFill/>
                        <a:ln w="38100">
                          <a:noFill/>
                          <a:miter/>
                        </a:ln>
                      </p:spPr>
                    </p:pic>
                  </p:oleObj>
                </mc:Fallback>
              </mc:AlternateContent>
            </a:graphicData>
          </a:graphic>
        </p:graphicFrame>
        <p:sp>
          <p:nvSpPr>
            <p:cNvPr id="21527" name="AutoShape 4"/>
            <p:cNvSpPr/>
            <p:nvPr/>
          </p:nvSpPr>
          <p:spPr>
            <a:xfrm>
              <a:off x="1882" y="3158"/>
              <a:ext cx="149" cy="992"/>
            </a:xfrm>
            <a:prstGeom prst="leftBrace">
              <a:avLst>
                <a:gd name="adj1" fmla="val 55480"/>
                <a:gd name="adj2" fmla="val 50000"/>
              </a:avLst>
            </a:prstGeom>
            <a:noFill/>
            <a:ln w="28575" cap="flat" cmpd="sng">
              <a:solidFill>
                <a:schemeClr val="bg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1528" name="Line 191"/>
            <p:cNvSpPr/>
            <p:nvPr/>
          </p:nvSpPr>
          <p:spPr>
            <a:xfrm>
              <a:off x="3452" y="3330"/>
              <a:ext cx="272" cy="0"/>
            </a:xfrm>
            <a:prstGeom prst="line">
              <a:avLst/>
            </a:prstGeom>
            <a:ln w="9525" cap="flat" cmpd="sng">
              <a:solidFill>
                <a:schemeClr val="bg1"/>
              </a:solidFill>
              <a:prstDash val="solid"/>
              <a:headEnd type="none" w="med" len="med"/>
              <a:tailEnd type="none" w="med" len="med"/>
            </a:ln>
          </p:spPr>
        </p:sp>
        <p:sp>
          <p:nvSpPr>
            <p:cNvPr id="21529" name="Line 192"/>
            <p:cNvSpPr/>
            <p:nvPr/>
          </p:nvSpPr>
          <p:spPr>
            <a:xfrm>
              <a:off x="3424" y="3748"/>
              <a:ext cx="635" cy="0"/>
            </a:xfrm>
            <a:prstGeom prst="line">
              <a:avLst/>
            </a:prstGeom>
            <a:ln w="9525" cap="flat" cmpd="sng">
              <a:solidFill>
                <a:schemeClr val="bg1"/>
              </a:solidFill>
              <a:prstDash val="solid"/>
              <a:headEnd type="none" w="med" len="med"/>
              <a:tailEnd type="none" w="med" len="med"/>
            </a:ln>
          </p:spPr>
        </p:sp>
        <p:sp>
          <p:nvSpPr>
            <p:cNvPr id="21530" name="Line 193"/>
            <p:cNvSpPr/>
            <p:nvPr/>
          </p:nvSpPr>
          <p:spPr>
            <a:xfrm>
              <a:off x="3424" y="4156"/>
              <a:ext cx="499" cy="0"/>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iterate type="lt">
                                    <p:tmPct val="100000"/>
                                  </p:iterate>
                                  <p:childTnLst>
                                    <p:set>
                                      <p:cBhvr>
                                        <p:cTn id="10" dur="1" fill="hold">
                                          <p:stCondLst>
                                            <p:cond delay="0"/>
                                          </p:stCondLst>
                                        </p:cTn>
                                        <p:tgtEl>
                                          <p:spTgt spid="84997"/>
                                        </p:tgtEl>
                                        <p:attrNameLst>
                                          <p:attrName>style.visibility</p:attrName>
                                        </p:attrNameLst>
                                      </p:cBhvr>
                                      <p:to>
                                        <p:strVal val="visible"/>
                                      </p:to>
                                    </p:set>
                                    <p:animEffect transition="in" filter="wipe(left)">
                                      <p:cBhvr>
                                        <p:cTn id="11" dur="75"/>
                                        <p:tgtEl>
                                          <p:spTgt spid="84997"/>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blinds(horizontal)">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3" presetClass="entr" presetSubtype="16"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p:cTn id="21" dur="500" fill="hold"/>
                                        <p:tgtEl>
                                          <p:spTgt spid="3"/>
                                        </p:tgtEl>
                                        <p:attrNameLst>
                                          <p:attrName>ppt_w</p:attrName>
                                        </p:attrNameLst>
                                      </p:cBhvr>
                                      <p:tavLst>
                                        <p:tav tm="0">
                                          <p:val>
                                            <p:fltVal val="0.000000"/>
                                          </p:val>
                                        </p:tav>
                                        <p:tav tm="100000">
                                          <p:val>
                                            <p:strVal val="#ppt_w"/>
                                          </p:val>
                                        </p:tav>
                                      </p:tavLst>
                                    </p:anim>
                                    <p:anim calcmode="lin" valueType="num">
                                      <p:cBhvr>
                                        <p:cTn id="22" dur="500" fill="hold"/>
                                        <p:tgtEl>
                                          <p:spTgt spid="3"/>
                                        </p:tgtEl>
                                        <p:attrNameLst>
                                          <p:attrName>ppt_h</p:attrName>
                                        </p:attrNameLst>
                                      </p:cBhvr>
                                      <p:tavLst>
                                        <p:tav tm="0">
                                          <p:val>
                                            <p:fltVal val="0.000000"/>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linds(horizontal)">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grpId="0" nodeType="clickEffect">
                                  <p:stCondLst>
                                    <p:cond delay="0"/>
                                  </p:stCondLst>
                                  <p:childTnLst>
                                    <p:set>
                                      <p:cBhvr>
                                        <p:cTn id="31" dur="1" fill="hold">
                                          <p:stCondLst>
                                            <p:cond delay="0"/>
                                          </p:stCondLst>
                                        </p:cTn>
                                        <p:tgtEl>
                                          <p:spTgt spid="84994"/>
                                        </p:tgtEl>
                                        <p:attrNameLst>
                                          <p:attrName>style.visibility</p:attrName>
                                        </p:attrNameLst>
                                      </p:cBhvr>
                                      <p:to>
                                        <p:strVal val="visible"/>
                                      </p:to>
                                    </p:set>
                                    <p:animEffect transition="in" filter="slide(fromLeft)">
                                      <p:cBhvr>
                                        <p:cTn id="32" dur="500"/>
                                        <p:tgtEl>
                                          <p:spTgt spid="8499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blinds(horizontal)">
                                      <p:cBhvr>
                                        <p:cTn id="37" dur="500"/>
                                        <p:tgtEl>
                                          <p:spTgt spid="11"/>
                                        </p:tgtEl>
                                      </p:cBhvr>
                                    </p:animEffect>
                                  </p:childTnLst>
                                </p:cTn>
                              </p:par>
                            </p:childTnLst>
                          </p:cTn>
                        </p:par>
                        <p:par>
                          <p:cTn id="38" fill="hold">
                            <p:stCondLst>
                              <p:cond delay="500"/>
                            </p:stCondLst>
                            <p:childTnLst>
                              <p:par>
                                <p:cTn id="39" presetID="20" presetClass="entr" presetSubtype="0" fill="hold" grpId="0" nodeType="afterEffect">
                                  <p:stCondLst>
                                    <p:cond delay="0"/>
                                  </p:stCondLst>
                                  <p:childTnLst>
                                    <p:set>
                                      <p:cBhvr>
                                        <p:cTn id="40" dur="1" fill="hold">
                                          <p:stCondLst>
                                            <p:cond delay="0"/>
                                          </p:stCondLst>
                                        </p:cTn>
                                        <p:tgtEl>
                                          <p:spTgt spid="85070"/>
                                        </p:tgtEl>
                                        <p:attrNameLst>
                                          <p:attrName>style.visibility</p:attrName>
                                        </p:attrNameLst>
                                      </p:cBhvr>
                                      <p:to>
                                        <p:strVal val="visible"/>
                                      </p:to>
                                    </p:set>
                                    <p:animEffect transition="in" filter="wedge">
                                      <p:cBhvr>
                                        <p:cTn id="41" dur="2000"/>
                                        <p:tgtEl>
                                          <p:spTgt spid="850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4" grpId="0"/>
      <p:bldP spid="84997" grpId="0"/>
      <p:bldP spid="8507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Text Box 2"/>
          <p:cNvSpPr txBox="1"/>
          <p:nvPr/>
        </p:nvSpPr>
        <p:spPr>
          <a:xfrm>
            <a:off x="323850" y="1077913"/>
            <a:ext cx="2232025" cy="519112"/>
          </a:xfrm>
          <a:prstGeom prst="rect">
            <a:avLst/>
          </a:prstGeom>
          <a:noFill/>
          <a:ln w="9525">
            <a:noFill/>
          </a:ln>
        </p:spPr>
        <p:txBody>
          <a:bodyPr>
            <a:spAutoFit/>
          </a:bodyPr>
          <a:p>
            <a:pPr>
              <a:spcBef>
                <a:spcPct val="50000"/>
              </a:spcBef>
            </a:pPr>
            <a:r>
              <a:rPr lang="zh-CN" altLang="en-US" sz="2800" dirty="0">
                <a:latin typeface="Times New Roman" panose="02020603050405020304" pitchFamily="18" charset="0"/>
              </a:rPr>
              <a:t>计算电流：</a:t>
            </a:r>
            <a:endParaRPr lang="zh-CN" altLang="en-US" sz="2800" dirty="0">
              <a:latin typeface="Times New Roman" panose="02020603050405020304" pitchFamily="18" charset="0"/>
            </a:endParaRPr>
          </a:p>
        </p:txBody>
      </p:sp>
      <p:sp>
        <p:nvSpPr>
          <p:cNvPr id="87044" name="AutoShape 4"/>
          <p:cNvSpPr/>
          <p:nvPr/>
        </p:nvSpPr>
        <p:spPr>
          <a:xfrm>
            <a:off x="2051050" y="790575"/>
            <a:ext cx="293688" cy="2476500"/>
          </a:xfrm>
          <a:prstGeom prst="leftBrace">
            <a:avLst>
              <a:gd name="adj1" fmla="val 70270"/>
              <a:gd name="adj2" fmla="val 50000"/>
            </a:avLst>
          </a:prstGeom>
          <a:noFill/>
          <a:ln w="28575" cap="flat" cmpd="sng">
            <a:solidFill>
              <a:schemeClr val="bg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87045" name="AutoShape 5" descr="羊皮纸"/>
          <p:cNvSpPr/>
          <p:nvPr/>
        </p:nvSpPr>
        <p:spPr>
          <a:xfrm>
            <a:off x="7235825" y="717550"/>
            <a:ext cx="1512888" cy="1079500"/>
          </a:xfrm>
          <a:prstGeom prst="wedgeRoundRectCallout">
            <a:avLst>
              <a:gd name="adj1" fmla="val -113167"/>
              <a:gd name="adj2" fmla="val 20148"/>
              <a:gd name="adj3" fmla="val 16667"/>
            </a:avLst>
          </a:prstGeom>
          <a:blipFill rotWithShape="1">
            <a:blip r:embed="rId1"/>
          </a:blipFill>
          <a:ln w="9525">
            <a:noFill/>
          </a:ln>
        </p:spPr>
        <p:txBody>
          <a:bodyPr/>
          <a:p>
            <a:pPr algn="ctr"/>
            <a:r>
              <a:rPr lang="zh-CN" altLang="en-US" sz="2800" dirty="0">
                <a:solidFill>
                  <a:schemeClr val="tx1"/>
                </a:solidFill>
                <a:latin typeface="Arial" panose="020B0604020202020204" pitchFamily="34" charset="0"/>
              </a:rPr>
              <a:t>为对称电流</a:t>
            </a:r>
            <a:endParaRPr lang="zh-CN" altLang="en-US" sz="2800" dirty="0">
              <a:solidFill>
                <a:schemeClr val="tx1"/>
              </a:solidFill>
              <a:latin typeface="Arial" panose="020B0604020202020204" pitchFamily="34" charset="0"/>
            </a:endParaRPr>
          </a:p>
        </p:txBody>
      </p:sp>
      <p:sp>
        <p:nvSpPr>
          <p:cNvPr id="87046" name="Rectangle 6"/>
          <p:cNvSpPr/>
          <p:nvPr/>
        </p:nvSpPr>
        <p:spPr>
          <a:xfrm>
            <a:off x="684213" y="3598863"/>
            <a:ext cx="8064500" cy="1031875"/>
          </a:xfrm>
          <a:prstGeom prst="rect">
            <a:avLst/>
          </a:prstGeom>
          <a:noFill/>
          <a:ln w="9525">
            <a:noFill/>
          </a:ln>
        </p:spPr>
        <p:txBody>
          <a:bodyPr>
            <a:spAutoFit/>
          </a:bodyPr>
          <a:p>
            <a:pPr marL="342900" indent="-342900">
              <a:lnSpc>
                <a:spcPct val="110000"/>
              </a:lnSpc>
              <a:spcBef>
                <a:spcPct val="20000"/>
              </a:spcBef>
              <a:buAutoNum type="circleNumDbPlain"/>
            </a:pPr>
            <a:r>
              <a:rPr lang="zh-CN" altLang="en-US" sz="2800" dirty="0">
                <a:latin typeface="楷体_GB2312" pitchFamily="49" charset="-122"/>
              </a:rPr>
              <a:t>电源中性点与负载中</a:t>
            </a:r>
            <a:r>
              <a:rPr lang="zh-CN" altLang="en-US" sz="2800" dirty="0">
                <a:latin typeface="Arial" panose="020B0604020202020204" pitchFamily="34" charset="0"/>
              </a:rPr>
              <a:t>性</a:t>
            </a:r>
            <a:r>
              <a:rPr lang="zh-CN" altLang="en-US" sz="2800" dirty="0">
                <a:latin typeface="楷体_GB2312" pitchFamily="49" charset="-122"/>
              </a:rPr>
              <a:t>点等电位。有无中</a:t>
            </a:r>
            <a:r>
              <a:rPr lang="zh-CN" altLang="en-US" sz="2800" dirty="0">
                <a:latin typeface="Arial" panose="020B0604020202020204" pitchFamily="34" charset="0"/>
              </a:rPr>
              <a:t>性</a:t>
            </a:r>
            <a:r>
              <a:rPr lang="zh-CN" altLang="en-US" sz="2800" dirty="0">
                <a:latin typeface="楷体_GB2312" pitchFamily="49" charset="-122"/>
              </a:rPr>
              <a:t>线对电路情况没有影响。</a:t>
            </a:r>
            <a:endParaRPr lang="zh-CN" altLang="en-US" sz="2800" dirty="0">
              <a:latin typeface="楷体_GB2312" pitchFamily="49" charset="-122"/>
            </a:endParaRPr>
          </a:p>
        </p:txBody>
      </p:sp>
      <p:sp>
        <p:nvSpPr>
          <p:cNvPr id="87047" name="Text Box 7"/>
          <p:cNvSpPr txBox="1"/>
          <p:nvPr/>
        </p:nvSpPr>
        <p:spPr>
          <a:xfrm>
            <a:off x="684213" y="4678363"/>
            <a:ext cx="8077200" cy="1630362"/>
          </a:xfrm>
          <a:prstGeom prst="rect">
            <a:avLst/>
          </a:prstGeom>
          <a:noFill/>
          <a:ln w="9525">
            <a:noFill/>
          </a:ln>
        </p:spPr>
        <p:txBody>
          <a:bodyPr>
            <a:spAutoFit/>
          </a:bodyPr>
          <a:p>
            <a:pPr marL="476250" indent="-476250" algn="just">
              <a:lnSpc>
                <a:spcPct val="120000"/>
              </a:lnSpc>
              <a:buAutoNum type="circleNumDbPlain" startAt="2"/>
            </a:pPr>
            <a:r>
              <a:rPr lang="zh-CN" altLang="en-US" sz="2800" dirty="0">
                <a:latin typeface="楷体_GB2312" pitchFamily="49" charset="-122"/>
              </a:rPr>
              <a:t>对称情况下，各相电压、电流都是对称的，可采用一相（</a:t>
            </a:r>
            <a:r>
              <a:rPr lang="en-US" altLang="zh-CN" sz="2800" b="0" dirty="0">
                <a:latin typeface="Times New Roman" panose="02020603050405020304" pitchFamily="18" charset="0"/>
              </a:rPr>
              <a:t>A</a:t>
            </a:r>
            <a:r>
              <a:rPr lang="zh-CN" altLang="en-US" sz="2800" dirty="0">
                <a:latin typeface="楷体_GB2312" pitchFamily="49" charset="-122"/>
              </a:rPr>
              <a:t>相）等效电路计算。其他两相的电压、电流可按对称关系直接写出。</a:t>
            </a:r>
            <a:endParaRPr lang="zh-CN" altLang="en-US" sz="2800" dirty="0">
              <a:latin typeface="楷体_GB2312" pitchFamily="49" charset="-122"/>
            </a:endParaRPr>
          </a:p>
        </p:txBody>
      </p:sp>
      <p:grpSp>
        <p:nvGrpSpPr>
          <p:cNvPr id="2" name="Group 16"/>
          <p:cNvGrpSpPr/>
          <p:nvPr/>
        </p:nvGrpSpPr>
        <p:grpSpPr>
          <a:xfrm>
            <a:off x="395288" y="2781300"/>
            <a:ext cx="1644650" cy="850900"/>
            <a:chOff x="385" y="3022"/>
            <a:chExt cx="1036" cy="536"/>
          </a:xfrm>
        </p:grpSpPr>
        <p:pic>
          <p:nvPicPr>
            <p:cNvPr id="22553" name="Picture 17" descr="123"/>
            <p:cNvPicPr>
              <a:picLocks noChangeAspect="1"/>
            </p:cNvPicPr>
            <p:nvPr/>
          </p:nvPicPr>
          <p:blipFill>
            <a:blip r:embed="rId2"/>
            <a:stretch>
              <a:fillRect/>
            </a:stretch>
          </p:blipFill>
          <p:spPr>
            <a:xfrm>
              <a:off x="385" y="3022"/>
              <a:ext cx="590" cy="536"/>
            </a:xfrm>
            <a:prstGeom prst="rect">
              <a:avLst/>
            </a:prstGeom>
            <a:noFill/>
            <a:ln w="9525">
              <a:noFill/>
            </a:ln>
          </p:spPr>
        </p:pic>
        <p:sp>
          <p:nvSpPr>
            <p:cNvPr id="22554" name="Text Box 18"/>
            <p:cNvSpPr txBox="1"/>
            <p:nvPr/>
          </p:nvSpPr>
          <p:spPr>
            <a:xfrm>
              <a:off x="793" y="3125"/>
              <a:ext cx="628" cy="365"/>
            </a:xfrm>
            <a:prstGeom prst="rect">
              <a:avLst/>
            </a:prstGeom>
            <a:noFill/>
            <a:ln w="9525">
              <a:noFill/>
            </a:ln>
          </p:spPr>
          <p:txBody>
            <a:bodyPr wrap="none">
              <a:spAutoFit/>
            </a:bodyPr>
            <a:p>
              <a:r>
                <a:rPr lang="zh-CN" altLang="en-US" b="0" dirty="0">
                  <a:solidFill>
                    <a:srgbClr val="CC6600"/>
                  </a:solidFill>
                  <a:latin typeface="Arial" panose="020B0604020202020204" pitchFamily="34" charset="0"/>
                  <a:ea typeface="华文行楷" panose="02010800040101010101" pitchFamily="2" charset="-122"/>
                </a:rPr>
                <a:t>结论</a:t>
              </a:r>
              <a:endParaRPr lang="zh-CN" altLang="en-US" b="0" dirty="0">
                <a:solidFill>
                  <a:srgbClr val="CC6600"/>
                </a:solidFill>
                <a:latin typeface="Arial" panose="020B0604020202020204" pitchFamily="34" charset="0"/>
                <a:ea typeface="华文行楷" panose="02010800040101010101" pitchFamily="2" charset="-122"/>
              </a:endParaRPr>
            </a:p>
          </p:txBody>
        </p:sp>
      </p:grpSp>
      <p:grpSp>
        <p:nvGrpSpPr>
          <p:cNvPr id="22537" name="Group 28"/>
          <p:cNvGrpSpPr/>
          <p:nvPr/>
        </p:nvGrpSpPr>
        <p:grpSpPr>
          <a:xfrm>
            <a:off x="8316913" y="6445250"/>
            <a:ext cx="792162" cy="366713"/>
            <a:chOff x="5193" y="4020"/>
            <a:chExt cx="499" cy="231"/>
          </a:xfrm>
        </p:grpSpPr>
        <p:pic>
          <p:nvPicPr>
            <p:cNvPr id="22551" name="Picture 29"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22552" name="Text Box 30">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2538" name="Group 31"/>
          <p:cNvGrpSpPr/>
          <p:nvPr/>
        </p:nvGrpSpPr>
        <p:grpSpPr>
          <a:xfrm>
            <a:off x="7451725" y="6445250"/>
            <a:ext cx="792163" cy="366713"/>
            <a:chOff x="5193" y="4020"/>
            <a:chExt cx="499" cy="231"/>
          </a:xfrm>
        </p:grpSpPr>
        <p:pic>
          <p:nvPicPr>
            <p:cNvPr id="22549" name="Picture 32"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22550" name="Text Box 33">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2539" name="Group 34"/>
          <p:cNvGrpSpPr/>
          <p:nvPr/>
        </p:nvGrpSpPr>
        <p:grpSpPr>
          <a:xfrm>
            <a:off x="6588125" y="6446838"/>
            <a:ext cx="792163" cy="366712"/>
            <a:chOff x="4695" y="4061"/>
            <a:chExt cx="499" cy="231"/>
          </a:xfrm>
        </p:grpSpPr>
        <p:pic>
          <p:nvPicPr>
            <p:cNvPr id="22547" name="Picture 35" descr="78900"/>
            <p:cNvPicPr>
              <a:picLocks noChangeAspect="1"/>
            </p:cNvPicPr>
            <p:nvPr/>
          </p:nvPicPr>
          <p:blipFill>
            <a:blip r:embed="rId3"/>
            <a:stretch>
              <a:fillRect/>
            </a:stretch>
          </p:blipFill>
          <p:spPr>
            <a:xfrm>
              <a:off x="4695" y="4107"/>
              <a:ext cx="499" cy="181"/>
            </a:xfrm>
            <a:prstGeom prst="rect">
              <a:avLst/>
            </a:prstGeom>
            <a:noFill/>
            <a:ln w="9525">
              <a:noFill/>
            </a:ln>
          </p:spPr>
        </p:pic>
        <p:sp>
          <p:nvSpPr>
            <p:cNvPr id="22548" name="Text Box 36">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 name="Group 43"/>
          <p:cNvGrpSpPr/>
          <p:nvPr/>
        </p:nvGrpSpPr>
        <p:grpSpPr>
          <a:xfrm>
            <a:off x="2425700" y="331788"/>
            <a:ext cx="4560888" cy="3122612"/>
            <a:chOff x="1528" y="209"/>
            <a:chExt cx="2873" cy="1967"/>
          </a:xfrm>
        </p:grpSpPr>
        <p:graphicFrame>
          <p:nvGraphicFramePr>
            <p:cNvPr id="22530" name="Object 3"/>
            <p:cNvGraphicFramePr/>
            <p:nvPr/>
          </p:nvGraphicFramePr>
          <p:xfrm>
            <a:off x="1528" y="209"/>
            <a:ext cx="2873" cy="1967"/>
          </p:xfrm>
          <a:graphic>
            <a:graphicData uri="http://schemas.openxmlformats.org/presentationml/2006/ole">
              <mc:AlternateContent xmlns:mc="http://schemas.openxmlformats.org/markup-compatibility/2006">
                <mc:Choice xmlns:v="urn:schemas-microsoft-com:vml" Requires="v">
                  <p:oleObj spid="_x0000_s3196" name="" r:id="rId4" imgW="2362200" imgH="1612900" progId="Equation.3">
                    <p:embed/>
                  </p:oleObj>
                </mc:Choice>
                <mc:Fallback>
                  <p:oleObj name="" r:id="rId4" imgW="2362200" imgH="1612900" progId="Equation.3">
                    <p:embed/>
                    <p:pic>
                      <p:nvPicPr>
                        <p:cNvPr id="0" name="图片 3195"/>
                        <p:cNvPicPr/>
                        <p:nvPr/>
                      </p:nvPicPr>
                      <p:blipFill>
                        <a:blip r:embed="rId5">
                          <a:clrChange>
                            <a:clrFrom>
                              <a:srgbClr val="000000"/>
                            </a:clrFrom>
                            <a:clrTo>
                              <a:srgbClr val="FFFFFF"/>
                            </a:clrTo>
                          </a:clrChange>
                        </a:blip>
                        <a:stretch>
                          <a:fillRect/>
                        </a:stretch>
                      </p:blipFill>
                      <p:spPr>
                        <a:xfrm>
                          <a:off x="1528" y="209"/>
                          <a:ext cx="2873" cy="1967"/>
                        </a:xfrm>
                        <a:prstGeom prst="rect">
                          <a:avLst/>
                        </a:prstGeom>
                        <a:noFill/>
                        <a:ln w="38100">
                          <a:noFill/>
                          <a:miter/>
                        </a:ln>
                      </p:spPr>
                    </p:pic>
                  </p:oleObj>
                </mc:Fallback>
              </mc:AlternateContent>
            </a:graphicData>
          </a:graphic>
        </p:graphicFrame>
        <p:sp>
          <p:nvSpPr>
            <p:cNvPr id="22541" name="Line 37"/>
            <p:cNvSpPr/>
            <p:nvPr/>
          </p:nvSpPr>
          <p:spPr>
            <a:xfrm flipV="1">
              <a:off x="3424" y="1706"/>
              <a:ext cx="46" cy="318"/>
            </a:xfrm>
            <a:prstGeom prst="line">
              <a:avLst/>
            </a:prstGeom>
            <a:ln w="9525" cap="flat" cmpd="sng">
              <a:solidFill>
                <a:schemeClr val="bg1"/>
              </a:solidFill>
              <a:prstDash val="solid"/>
              <a:headEnd type="none" w="med" len="med"/>
              <a:tailEnd type="none" w="med" len="med"/>
            </a:ln>
          </p:spPr>
        </p:sp>
        <p:sp>
          <p:nvSpPr>
            <p:cNvPr id="22542" name="Line 38"/>
            <p:cNvSpPr/>
            <p:nvPr/>
          </p:nvSpPr>
          <p:spPr>
            <a:xfrm>
              <a:off x="3424" y="2024"/>
              <a:ext cx="725" cy="0"/>
            </a:xfrm>
            <a:prstGeom prst="line">
              <a:avLst/>
            </a:prstGeom>
            <a:ln w="9525" cap="flat" cmpd="sng">
              <a:solidFill>
                <a:schemeClr val="bg1"/>
              </a:solidFill>
              <a:prstDash val="solid"/>
              <a:headEnd type="none" w="med" len="med"/>
              <a:tailEnd type="none" w="med" len="med"/>
            </a:ln>
          </p:spPr>
        </p:sp>
        <p:sp>
          <p:nvSpPr>
            <p:cNvPr id="22543" name="Line 39"/>
            <p:cNvSpPr/>
            <p:nvPr/>
          </p:nvSpPr>
          <p:spPr>
            <a:xfrm flipV="1">
              <a:off x="3424" y="1117"/>
              <a:ext cx="46" cy="272"/>
            </a:xfrm>
            <a:prstGeom prst="line">
              <a:avLst/>
            </a:prstGeom>
            <a:ln w="9525" cap="flat" cmpd="sng">
              <a:solidFill>
                <a:schemeClr val="bg1"/>
              </a:solidFill>
              <a:prstDash val="solid"/>
              <a:headEnd type="none" w="med" len="med"/>
              <a:tailEnd type="none" w="med" len="med"/>
            </a:ln>
          </p:spPr>
        </p:sp>
        <p:sp>
          <p:nvSpPr>
            <p:cNvPr id="22544" name="Line 40"/>
            <p:cNvSpPr/>
            <p:nvPr/>
          </p:nvSpPr>
          <p:spPr>
            <a:xfrm>
              <a:off x="3424" y="1389"/>
              <a:ext cx="952" cy="0"/>
            </a:xfrm>
            <a:prstGeom prst="line">
              <a:avLst/>
            </a:prstGeom>
            <a:ln w="9525" cap="flat" cmpd="sng">
              <a:solidFill>
                <a:schemeClr val="bg1"/>
              </a:solidFill>
              <a:prstDash val="solid"/>
              <a:headEnd type="none" w="med" len="med"/>
              <a:tailEnd type="none" w="med" len="med"/>
            </a:ln>
          </p:spPr>
        </p:sp>
        <p:sp>
          <p:nvSpPr>
            <p:cNvPr id="22545" name="Line 41"/>
            <p:cNvSpPr/>
            <p:nvPr/>
          </p:nvSpPr>
          <p:spPr>
            <a:xfrm flipV="1">
              <a:off x="3470" y="527"/>
              <a:ext cx="45" cy="272"/>
            </a:xfrm>
            <a:prstGeom prst="line">
              <a:avLst/>
            </a:prstGeom>
            <a:ln w="9525" cap="flat" cmpd="sng">
              <a:solidFill>
                <a:schemeClr val="bg1"/>
              </a:solidFill>
              <a:prstDash val="solid"/>
              <a:headEnd type="none" w="med" len="med"/>
              <a:tailEnd type="none" w="med" len="med"/>
            </a:ln>
          </p:spPr>
        </p:sp>
        <p:sp>
          <p:nvSpPr>
            <p:cNvPr id="22546" name="Line 42"/>
            <p:cNvSpPr/>
            <p:nvPr/>
          </p:nvSpPr>
          <p:spPr>
            <a:xfrm>
              <a:off x="3470" y="799"/>
              <a:ext cx="408" cy="0"/>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87042"/>
                                        </p:tgtEl>
                                        <p:attrNameLst>
                                          <p:attrName>style.visibility</p:attrName>
                                        </p:attrNameLst>
                                      </p:cBhvr>
                                      <p:to>
                                        <p:strVal val="visible"/>
                                      </p:to>
                                    </p:set>
                                    <p:anim calcmode="lin" valueType="num">
                                      <p:cBhvr additive="base">
                                        <p:cTn id="7" dur="500" fill="hold"/>
                                        <p:tgtEl>
                                          <p:spTgt spid="87042"/>
                                        </p:tgtEl>
                                        <p:attrNameLst>
                                          <p:attrName>ppt_x</p:attrName>
                                        </p:attrNameLst>
                                      </p:cBhvr>
                                      <p:tavLst>
                                        <p:tav tm="0">
                                          <p:val>
                                            <p:strVal val="0-#ppt_w/2"/>
                                          </p:val>
                                        </p:tav>
                                        <p:tav tm="100000">
                                          <p:val>
                                            <p:strVal val="#ppt_x"/>
                                          </p:val>
                                        </p:tav>
                                      </p:tavLst>
                                    </p:anim>
                                    <p:anim calcmode="lin" valueType="num">
                                      <p:cBhvr additive="base">
                                        <p:cTn id="8" dur="500" fill="hold"/>
                                        <p:tgtEl>
                                          <p:spTgt spid="8704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linds(horizontal)">
                                      <p:cBhvr>
                                        <p:cTn id="13" dur="500"/>
                                        <p:tgtEl>
                                          <p:spTgt spid="6"/>
                                        </p:tgtEl>
                                      </p:cBhvr>
                                    </p:animEffect>
                                  </p:childTnLst>
                                </p:cTn>
                              </p:par>
                            </p:childTnLst>
                          </p:cTn>
                        </p:par>
                        <p:par>
                          <p:cTn id="14" fill="hold">
                            <p:stCondLst>
                              <p:cond delay="500"/>
                            </p:stCondLst>
                            <p:childTnLst>
                              <p:par>
                                <p:cTn id="15" presetID="2" presetClass="entr" presetSubtype="8" fill="hold" grpId="0" nodeType="afterEffect">
                                  <p:stCondLst>
                                    <p:cond delay="0"/>
                                  </p:stCondLst>
                                  <p:childTnLst>
                                    <p:set>
                                      <p:cBhvr>
                                        <p:cTn id="16" dur="1" fill="hold">
                                          <p:stCondLst>
                                            <p:cond delay="0"/>
                                          </p:stCondLst>
                                        </p:cTn>
                                        <p:tgtEl>
                                          <p:spTgt spid="87044"/>
                                        </p:tgtEl>
                                        <p:attrNameLst>
                                          <p:attrName>style.visibility</p:attrName>
                                        </p:attrNameLst>
                                      </p:cBhvr>
                                      <p:to>
                                        <p:strVal val="visible"/>
                                      </p:to>
                                    </p:set>
                                    <p:anim calcmode="lin" valueType="num">
                                      <p:cBhvr additive="base">
                                        <p:cTn id="17" dur="500" fill="hold"/>
                                        <p:tgtEl>
                                          <p:spTgt spid="87044"/>
                                        </p:tgtEl>
                                        <p:attrNameLst>
                                          <p:attrName>ppt_x</p:attrName>
                                        </p:attrNameLst>
                                      </p:cBhvr>
                                      <p:tavLst>
                                        <p:tav tm="0">
                                          <p:val>
                                            <p:strVal val="0-#ppt_w/2"/>
                                          </p:val>
                                        </p:tav>
                                        <p:tav tm="100000">
                                          <p:val>
                                            <p:strVal val="#ppt_x"/>
                                          </p:val>
                                        </p:tav>
                                      </p:tavLst>
                                    </p:anim>
                                    <p:anim calcmode="lin" valueType="num">
                                      <p:cBhvr additive="base">
                                        <p:cTn id="18" dur="500" fill="hold"/>
                                        <p:tgtEl>
                                          <p:spTgt spid="87044"/>
                                        </p:tgtEl>
                                        <p:attrNameLst>
                                          <p:attrName>ppt_y</p:attrName>
                                        </p:attrNameLst>
                                      </p:cBhvr>
                                      <p:tavLst>
                                        <p:tav tm="0">
                                          <p:val>
                                            <p:strVal val="#ppt_y"/>
                                          </p:val>
                                        </p:tav>
                                        <p:tav tm="100000">
                                          <p:val>
                                            <p:strVal val="#ppt_y"/>
                                          </p:val>
                                        </p:tav>
                                      </p:tavLst>
                                    </p:anim>
                                  </p:childTnLst>
                                </p:cTn>
                              </p:par>
                            </p:childTnLst>
                          </p:cTn>
                        </p:par>
                        <p:par>
                          <p:cTn id="19" fill="hold">
                            <p:stCondLst>
                              <p:cond delay="1000"/>
                            </p:stCondLst>
                            <p:childTnLst>
                              <p:par>
                                <p:cTn id="20" presetID="20" presetClass="entr" presetSubtype="0" fill="hold" grpId="0" nodeType="afterEffect">
                                  <p:stCondLst>
                                    <p:cond delay="0"/>
                                  </p:stCondLst>
                                  <p:childTnLst>
                                    <p:set>
                                      <p:cBhvr>
                                        <p:cTn id="21" dur="1" fill="hold">
                                          <p:stCondLst>
                                            <p:cond delay="0"/>
                                          </p:stCondLst>
                                        </p:cTn>
                                        <p:tgtEl>
                                          <p:spTgt spid="87045"/>
                                        </p:tgtEl>
                                        <p:attrNameLst>
                                          <p:attrName>style.visibility</p:attrName>
                                        </p:attrNameLst>
                                      </p:cBhvr>
                                      <p:to>
                                        <p:strVal val="visible"/>
                                      </p:to>
                                    </p:set>
                                    <p:animEffect transition="in" filter="wedge">
                                      <p:cBhvr>
                                        <p:cTn id="22" dur="2000"/>
                                        <p:tgtEl>
                                          <p:spTgt spid="8704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lt">
                                    <p:tmPct val="100000"/>
                                  </p:iterate>
                                  <p:childTnLst>
                                    <p:set>
                                      <p:cBhvr>
                                        <p:cTn id="31" dur="1" fill="hold">
                                          <p:stCondLst>
                                            <p:cond delay="0"/>
                                          </p:stCondLst>
                                        </p:cTn>
                                        <p:tgtEl>
                                          <p:spTgt spid="87046"/>
                                        </p:tgtEl>
                                        <p:attrNameLst>
                                          <p:attrName>style.visibility</p:attrName>
                                        </p:attrNameLst>
                                      </p:cBhvr>
                                      <p:to>
                                        <p:strVal val="visible"/>
                                      </p:to>
                                    </p:set>
                                    <p:animEffect transition="in" filter="wipe(left)">
                                      <p:cBhvr>
                                        <p:cTn id="32" dur="75"/>
                                        <p:tgtEl>
                                          <p:spTgt spid="8704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lt">
                                    <p:tmPct val="100000"/>
                                  </p:iterate>
                                  <p:childTnLst>
                                    <p:set>
                                      <p:cBhvr>
                                        <p:cTn id="36" dur="1" fill="hold">
                                          <p:stCondLst>
                                            <p:cond delay="0"/>
                                          </p:stCondLst>
                                        </p:cTn>
                                        <p:tgtEl>
                                          <p:spTgt spid="87047"/>
                                        </p:tgtEl>
                                        <p:attrNameLst>
                                          <p:attrName>style.visibility</p:attrName>
                                        </p:attrNameLst>
                                      </p:cBhvr>
                                      <p:to>
                                        <p:strVal val="visible"/>
                                      </p:to>
                                    </p:set>
                                    <p:animEffect transition="in" filter="wipe(left)">
                                      <p:cBhvr>
                                        <p:cTn id="37" dur="75"/>
                                        <p:tgtEl>
                                          <p:spTgt spid="870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2" grpId="0"/>
      <p:bldP spid="87044" grpId="0" animBg="1"/>
      <p:bldP spid="87045" grpId="0" animBg="1"/>
      <p:bldP spid="87046" grpId="0"/>
      <p:bldP spid="8704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95" name="Text Box 11"/>
          <p:cNvSpPr txBox="1"/>
          <p:nvPr/>
        </p:nvSpPr>
        <p:spPr>
          <a:xfrm>
            <a:off x="684213" y="476250"/>
            <a:ext cx="8024812" cy="946150"/>
          </a:xfrm>
          <a:prstGeom prst="rect">
            <a:avLst/>
          </a:prstGeom>
          <a:noFill/>
          <a:ln w="9525">
            <a:noFill/>
          </a:ln>
        </p:spPr>
        <p:txBody>
          <a:bodyPr>
            <a:spAutoFit/>
          </a:bodyPr>
          <a:p>
            <a:pPr marL="342900" indent="-342900">
              <a:spcBef>
                <a:spcPct val="50000"/>
              </a:spcBef>
              <a:buAutoNum type="circleNumDbPlain" startAt="3"/>
            </a:pPr>
            <a:r>
              <a:rPr lang="en-US" altLang="zh-CN" sz="2800" b="0" dirty="0">
                <a:latin typeface="Times New Roman" panose="02020603050405020304" pitchFamily="18" charset="0"/>
              </a:rPr>
              <a:t>Y</a:t>
            </a:r>
            <a:r>
              <a:rPr lang="zh-CN" altLang="en-US" sz="2800" dirty="0">
                <a:latin typeface="楷体_GB2312" pitchFamily="49" charset="-122"/>
              </a:rPr>
              <a:t>形联结的对称三相负载，根据相、线电压、电流的关系得</a:t>
            </a:r>
            <a:endParaRPr lang="zh-CN" altLang="en-US" sz="2800" dirty="0">
              <a:latin typeface="楷体_GB2312" pitchFamily="49" charset="-122"/>
            </a:endParaRPr>
          </a:p>
        </p:txBody>
      </p:sp>
      <p:graphicFrame>
        <p:nvGraphicFramePr>
          <p:cNvPr id="16396" name="Object 12"/>
          <p:cNvGraphicFramePr/>
          <p:nvPr/>
        </p:nvGraphicFramePr>
        <p:xfrm>
          <a:off x="3635375" y="908050"/>
          <a:ext cx="4622800" cy="633413"/>
        </p:xfrm>
        <a:graphic>
          <a:graphicData uri="http://schemas.openxmlformats.org/presentationml/2006/ole">
            <mc:AlternateContent xmlns:mc="http://schemas.openxmlformats.org/markup-compatibility/2006">
              <mc:Choice xmlns:v="urn:schemas-microsoft-com:vml" Requires="v">
                <p:oleObj spid="_x0000_s3236" name="" r:id="rId1" imgW="2032000" imgH="279400" progId="Equation.3">
                  <p:embed/>
                </p:oleObj>
              </mc:Choice>
              <mc:Fallback>
                <p:oleObj name="" r:id="rId1" imgW="2032000" imgH="279400" progId="Equation.3">
                  <p:embed/>
                  <p:pic>
                    <p:nvPicPr>
                      <p:cNvPr id="0" name="图片 3235"/>
                      <p:cNvPicPr/>
                      <p:nvPr/>
                    </p:nvPicPr>
                    <p:blipFill>
                      <a:blip r:embed="rId2">
                        <a:clrChange>
                          <a:clrFrom>
                            <a:srgbClr val="000000"/>
                          </a:clrFrom>
                          <a:clrTo>
                            <a:srgbClr val="FFFFFF"/>
                          </a:clrTo>
                        </a:clrChange>
                      </a:blip>
                      <a:stretch>
                        <a:fillRect/>
                      </a:stretch>
                    </p:blipFill>
                    <p:spPr>
                      <a:xfrm>
                        <a:off x="3635375" y="908050"/>
                        <a:ext cx="4622800" cy="633413"/>
                      </a:xfrm>
                      <a:prstGeom prst="rect">
                        <a:avLst/>
                      </a:prstGeom>
                      <a:noFill/>
                      <a:ln w="38100">
                        <a:noFill/>
                        <a:miter/>
                      </a:ln>
                    </p:spPr>
                  </p:pic>
                </p:oleObj>
              </mc:Fallback>
            </mc:AlternateContent>
          </a:graphicData>
        </a:graphic>
      </p:graphicFrame>
      <p:sp>
        <p:nvSpPr>
          <p:cNvPr id="16413" name="Text Box 29"/>
          <p:cNvSpPr txBox="1"/>
          <p:nvPr/>
        </p:nvSpPr>
        <p:spPr>
          <a:xfrm>
            <a:off x="468313" y="1484313"/>
            <a:ext cx="2360612" cy="579437"/>
          </a:xfrm>
          <a:prstGeom prst="rect">
            <a:avLst/>
          </a:prstGeom>
          <a:noFill/>
          <a:ln w="9525">
            <a:noFill/>
          </a:ln>
        </p:spPr>
        <p:txBody>
          <a:bodyPr wrap="none">
            <a:spAutoFit/>
          </a:bodyPr>
          <a:p>
            <a:r>
              <a:rPr lang="en-US" altLang="zh-CN" dirty="0">
                <a:solidFill>
                  <a:schemeClr val="bg1"/>
                </a:solidFill>
                <a:latin typeface="仿宋_GB2312" pitchFamily="49" charset="-122"/>
                <a:ea typeface="仿宋_GB2312" pitchFamily="49" charset="-122"/>
              </a:rPr>
              <a:t>2. </a:t>
            </a:r>
            <a:r>
              <a:rPr lang="en-US" altLang="zh-CN" b="0" dirty="0">
                <a:solidFill>
                  <a:schemeClr val="bg1"/>
                </a:solidFill>
                <a:latin typeface="Times New Roman" panose="02020603050405020304" pitchFamily="18" charset="0"/>
                <a:ea typeface="仿宋_GB2312" pitchFamily="49" charset="-122"/>
              </a:rPr>
              <a:t>Y–</a:t>
            </a:r>
            <a:r>
              <a:rPr lang="en-US" altLang="zh-CN" b="0" dirty="0">
                <a:solidFill>
                  <a:schemeClr val="bg1"/>
                </a:solidFill>
                <a:latin typeface="Times New Roman" panose="02020603050405020304" pitchFamily="18" charset="0"/>
                <a:ea typeface="仿宋_GB2312" pitchFamily="49" charset="-122"/>
                <a:sym typeface="Symbol" panose="05050102010706020507" pitchFamily="18" charset="2"/>
              </a:rPr>
              <a:t></a:t>
            </a:r>
            <a:r>
              <a:rPr lang="zh-CN" altLang="en-US" dirty="0">
                <a:solidFill>
                  <a:schemeClr val="bg1"/>
                </a:solidFill>
                <a:latin typeface="楷体_GB2312" pitchFamily="49" charset="-122"/>
                <a:sym typeface="Symbol" panose="05050102010706020507" pitchFamily="18" charset="2"/>
              </a:rPr>
              <a:t>联</a:t>
            </a:r>
            <a:r>
              <a:rPr lang="zh-CN" altLang="en-US" dirty="0">
                <a:solidFill>
                  <a:schemeClr val="bg1"/>
                </a:solidFill>
                <a:latin typeface="楷体_GB2312" pitchFamily="49" charset="-122"/>
              </a:rPr>
              <a:t>结</a:t>
            </a:r>
            <a:endParaRPr lang="zh-CN" altLang="en-US" dirty="0">
              <a:solidFill>
                <a:schemeClr val="bg1"/>
              </a:solidFill>
              <a:latin typeface="楷体_GB2312" pitchFamily="49" charset="-122"/>
            </a:endParaRPr>
          </a:p>
        </p:txBody>
      </p:sp>
      <p:sp>
        <p:nvSpPr>
          <p:cNvPr id="16442" name="Text Box 58"/>
          <p:cNvSpPr txBox="1"/>
          <p:nvPr/>
        </p:nvSpPr>
        <p:spPr>
          <a:xfrm>
            <a:off x="611188" y="4508500"/>
            <a:ext cx="1223962" cy="519113"/>
          </a:xfrm>
          <a:prstGeom prst="rect">
            <a:avLst/>
          </a:prstGeom>
          <a:solidFill>
            <a:srgbClr val="990033"/>
          </a:solidFill>
          <a:ln w="9525">
            <a:noFill/>
          </a:ln>
        </p:spPr>
        <p:txBody>
          <a:bodyPr>
            <a:spAutoFit/>
          </a:bodyPr>
          <a:p>
            <a:pPr>
              <a:spcBef>
                <a:spcPct val="50000"/>
              </a:spcBef>
            </a:pPr>
            <a:r>
              <a:rPr lang="zh-CN" altLang="en-US" sz="2800" dirty="0">
                <a:solidFill>
                  <a:schemeClr val="bg1"/>
                </a:solidFill>
                <a:latin typeface="Arial" panose="020B0604020202020204" pitchFamily="34" charset="0"/>
                <a:ea typeface="宋体" panose="02010600030101010101" pitchFamily="2" charset="-122"/>
              </a:rPr>
              <a:t>解法</a:t>
            </a:r>
            <a:r>
              <a:rPr lang="en-US" altLang="zh-CN" sz="2800" b="0" dirty="0">
                <a:solidFill>
                  <a:schemeClr val="bg1"/>
                </a:solidFill>
                <a:latin typeface="Times New Roman" panose="02020603050405020304" pitchFamily="18" charset="0"/>
                <a:ea typeface="宋体" panose="02010600030101010101" pitchFamily="2" charset="-122"/>
              </a:rPr>
              <a:t>1</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16443" name="Text Box 59"/>
          <p:cNvSpPr txBox="1"/>
          <p:nvPr/>
        </p:nvSpPr>
        <p:spPr>
          <a:xfrm>
            <a:off x="2124075" y="4508500"/>
            <a:ext cx="5256213" cy="519113"/>
          </a:xfrm>
          <a:prstGeom prst="rect">
            <a:avLst/>
          </a:prstGeom>
          <a:noFill/>
          <a:ln w="9525">
            <a:noFill/>
          </a:ln>
        </p:spPr>
        <p:txBody>
          <a:bodyPr>
            <a:spAutoFit/>
          </a:bodyPr>
          <a:p>
            <a:pPr>
              <a:spcBef>
                <a:spcPct val="50000"/>
              </a:spcBef>
            </a:pPr>
            <a:r>
              <a:rPr lang="zh-CN" altLang="en-US" sz="2800" dirty="0">
                <a:latin typeface="Times New Roman" panose="02020603050405020304" pitchFamily="18" charset="0"/>
              </a:rPr>
              <a:t>负载上相电压与线电压相等：</a:t>
            </a:r>
            <a:endParaRPr lang="zh-CN" altLang="en-US" sz="2800" dirty="0">
              <a:latin typeface="Times New Roman" panose="02020603050405020304" pitchFamily="18" charset="0"/>
            </a:endParaRPr>
          </a:p>
        </p:txBody>
      </p:sp>
      <p:grpSp>
        <p:nvGrpSpPr>
          <p:cNvPr id="2" name="Group 67"/>
          <p:cNvGrpSpPr/>
          <p:nvPr/>
        </p:nvGrpSpPr>
        <p:grpSpPr>
          <a:xfrm>
            <a:off x="4500563" y="1557338"/>
            <a:ext cx="3586162" cy="3065462"/>
            <a:chOff x="2925" y="1026"/>
            <a:chExt cx="2259" cy="1931"/>
          </a:xfrm>
        </p:grpSpPr>
        <p:sp>
          <p:nvSpPr>
            <p:cNvPr id="23589" name="Line 31"/>
            <p:cNvSpPr/>
            <p:nvPr/>
          </p:nvSpPr>
          <p:spPr>
            <a:xfrm>
              <a:off x="5148" y="1208"/>
              <a:ext cx="0" cy="1315"/>
            </a:xfrm>
            <a:prstGeom prst="line">
              <a:avLst/>
            </a:prstGeom>
            <a:ln w="28575" cap="flat" cmpd="sng">
              <a:solidFill>
                <a:srgbClr val="FFCC00"/>
              </a:solidFill>
              <a:prstDash val="solid"/>
              <a:headEnd type="none" w="med" len="med"/>
              <a:tailEnd type="none" w="med" len="med"/>
            </a:ln>
          </p:spPr>
        </p:sp>
        <p:sp>
          <p:nvSpPr>
            <p:cNvPr id="23590" name="Text Box 32"/>
            <p:cNvSpPr txBox="1"/>
            <p:nvPr/>
          </p:nvSpPr>
          <p:spPr>
            <a:xfrm>
              <a:off x="4603" y="1389"/>
              <a:ext cx="298"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i="1" dirty="0">
                <a:solidFill>
                  <a:schemeClr val="bg1"/>
                </a:solidFill>
                <a:latin typeface="Times New Roman" panose="02020603050405020304" pitchFamily="18" charset="0"/>
                <a:ea typeface="宋体" panose="02010600030101010101" pitchFamily="2" charset="-122"/>
              </a:endParaRPr>
            </a:p>
          </p:txBody>
        </p:sp>
        <p:sp>
          <p:nvSpPr>
            <p:cNvPr id="23591" name="Line 33"/>
            <p:cNvSpPr/>
            <p:nvPr/>
          </p:nvSpPr>
          <p:spPr>
            <a:xfrm>
              <a:off x="4558" y="1208"/>
              <a:ext cx="0" cy="1315"/>
            </a:xfrm>
            <a:prstGeom prst="line">
              <a:avLst/>
            </a:prstGeom>
            <a:ln w="28575" cap="flat" cmpd="sng">
              <a:solidFill>
                <a:srgbClr val="FFCC00"/>
              </a:solidFill>
              <a:prstDash val="solid"/>
              <a:headEnd type="none" w="med" len="med"/>
              <a:tailEnd type="none" w="med" len="med"/>
            </a:ln>
          </p:spPr>
        </p:sp>
        <p:sp>
          <p:nvSpPr>
            <p:cNvPr id="23592" name="Text Box 34"/>
            <p:cNvSpPr txBox="1"/>
            <p:nvPr/>
          </p:nvSpPr>
          <p:spPr>
            <a:xfrm>
              <a:off x="4830" y="1661"/>
              <a:ext cx="298"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i="1" dirty="0">
                <a:solidFill>
                  <a:schemeClr val="bg1"/>
                </a:solidFill>
                <a:latin typeface="Times New Roman" panose="02020603050405020304" pitchFamily="18" charset="0"/>
                <a:ea typeface="宋体" panose="02010600030101010101" pitchFamily="2" charset="-122"/>
              </a:endParaRPr>
            </a:p>
          </p:txBody>
        </p:sp>
        <p:sp>
          <p:nvSpPr>
            <p:cNvPr id="23593" name="Text Box 35"/>
            <p:cNvSpPr txBox="1"/>
            <p:nvPr/>
          </p:nvSpPr>
          <p:spPr>
            <a:xfrm>
              <a:off x="4558" y="2024"/>
              <a:ext cx="298"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i="1" dirty="0">
                <a:solidFill>
                  <a:schemeClr val="bg1"/>
                </a:solidFill>
                <a:latin typeface="Times New Roman" panose="02020603050405020304" pitchFamily="18" charset="0"/>
                <a:ea typeface="宋体" panose="02010600030101010101" pitchFamily="2" charset="-122"/>
              </a:endParaRPr>
            </a:p>
          </p:txBody>
        </p:sp>
        <p:sp>
          <p:nvSpPr>
            <p:cNvPr id="23594" name="Oval 36"/>
            <p:cNvSpPr/>
            <p:nvPr/>
          </p:nvSpPr>
          <p:spPr>
            <a:xfrm>
              <a:off x="3197" y="1026"/>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3595" name="Oval 37"/>
            <p:cNvSpPr/>
            <p:nvPr/>
          </p:nvSpPr>
          <p:spPr>
            <a:xfrm>
              <a:off x="3152" y="1707"/>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3596" name="Oval 38"/>
            <p:cNvSpPr/>
            <p:nvPr/>
          </p:nvSpPr>
          <p:spPr>
            <a:xfrm>
              <a:off x="3152" y="2342"/>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3597" name="Line 39"/>
            <p:cNvSpPr/>
            <p:nvPr/>
          </p:nvSpPr>
          <p:spPr>
            <a:xfrm rot="5400000" flipH="1">
              <a:off x="4059" y="119"/>
              <a:ext cx="0" cy="2178"/>
            </a:xfrm>
            <a:prstGeom prst="line">
              <a:avLst/>
            </a:prstGeom>
            <a:ln w="28575" cap="flat" cmpd="sng">
              <a:solidFill>
                <a:srgbClr val="FFCC00"/>
              </a:solidFill>
              <a:prstDash val="solid"/>
              <a:headEnd type="none" w="med" len="med"/>
              <a:tailEnd type="none" w="med" len="med"/>
            </a:ln>
          </p:spPr>
        </p:sp>
        <p:sp>
          <p:nvSpPr>
            <p:cNvPr id="23598" name="Text Box 40"/>
            <p:cNvSpPr txBox="1"/>
            <p:nvPr/>
          </p:nvSpPr>
          <p:spPr>
            <a:xfrm rot="5400000">
              <a:off x="3593" y="1175"/>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3599" name="Text Box 41"/>
            <p:cNvSpPr txBox="1"/>
            <p:nvPr/>
          </p:nvSpPr>
          <p:spPr>
            <a:xfrm>
              <a:off x="2970" y="1162"/>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3600" name="Text Box 42"/>
            <p:cNvSpPr txBox="1"/>
            <p:nvPr/>
          </p:nvSpPr>
          <p:spPr>
            <a:xfrm>
              <a:off x="3923" y="1162"/>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3601" name="Line 43"/>
            <p:cNvSpPr/>
            <p:nvPr/>
          </p:nvSpPr>
          <p:spPr>
            <a:xfrm rot="5400000" flipH="1">
              <a:off x="3764" y="1094"/>
              <a:ext cx="0" cy="1588"/>
            </a:xfrm>
            <a:prstGeom prst="line">
              <a:avLst/>
            </a:prstGeom>
            <a:ln w="28575" cap="flat" cmpd="sng">
              <a:solidFill>
                <a:srgbClr val="FFCC00"/>
              </a:solidFill>
              <a:prstDash val="solid"/>
              <a:headEnd type="oval" w="med" len="med"/>
              <a:tailEnd type="oval" w="med" len="med"/>
            </a:ln>
          </p:spPr>
        </p:sp>
        <p:sp>
          <p:nvSpPr>
            <p:cNvPr id="23602" name="Text Box 44"/>
            <p:cNvSpPr txBox="1"/>
            <p:nvPr/>
          </p:nvSpPr>
          <p:spPr>
            <a:xfrm rot="5400000">
              <a:off x="3593" y="1856"/>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3603" name="Text Box 45"/>
            <p:cNvSpPr txBox="1"/>
            <p:nvPr/>
          </p:nvSpPr>
          <p:spPr>
            <a:xfrm>
              <a:off x="2970" y="1843"/>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3604" name="Text Box 46"/>
            <p:cNvSpPr txBox="1"/>
            <p:nvPr/>
          </p:nvSpPr>
          <p:spPr>
            <a:xfrm>
              <a:off x="3923" y="1843"/>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3605" name="Line 47"/>
            <p:cNvSpPr/>
            <p:nvPr/>
          </p:nvSpPr>
          <p:spPr>
            <a:xfrm rot="5400000" flipH="1">
              <a:off x="4059" y="1434"/>
              <a:ext cx="0" cy="2178"/>
            </a:xfrm>
            <a:prstGeom prst="line">
              <a:avLst/>
            </a:prstGeom>
            <a:ln w="28575" cap="flat" cmpd="sng">
              <a:solidFill>
                <a:srgbClr val="FFCC00"/>
              </a:solidFill>
              <a:prstDash val="solid"/>
              <a:headEnd type="none" w="med" len="med"/>
              <a:tailEnd type="none" w="med" len="med"/>
            </a:ln>
          </p:spPr>
        </p:sp>
        <p:sp>
          <p:nvSpPr>
            <p:cNvPr id="23606" name="Text Box 48"/>
            <p:cNvSpPr txBox="1"/>
            <p:nvPr/>
          </p:nvSpPr>
          <p:spPr>
            <a:xfrm rot="5400000">
              <a:off x="3593" y="2445"/>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3607" name="Text Box 49"/>
            <p:cNvSpPr txBox="1"/>
            <p:nvPr/>
          </p:nvSpPr>
          <p:spPr>
            <a:xfrm>
              <a:off x="2925" y="2478"/>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3608" name="Text Box 50"/>
            <p:cNvSpPr txBox="1"/>
            <p:nvPr/>
          </p:nvSpPr>
          <p:spPr>
            <a:xfrm>
              <a:off x="3923" y="2478"/>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3609" name="Line 51"/>
            <p:cNvSpPr/>
            <p:nvPr/>
          </p:nvSpPr>
          <p:spPr>
            <a:xfrm>
              <a:off x="2970" y="1208"/>
              <a:ext cx="0" cy="1312"/>
            </a:xfrm>
            <a:prstGeom prst="line">
              <a:avLst/>
            </a:prstGeom>
            <a:ln w="28575" cap="flat" cmpd="sng">
              <a:solidFill>
                <a:srgbClr val="FFCC00"/>
              </a:solidFill>
              <a:prstDash val="solid"/>
              <a:headEnd type="none" w="med" len="med"/>
              <a:tailEnd type="none" w="med" len="med"/>
            </a:ln>
          </p:spPr>
        </p:sp>
        <p:graphicFrame>
          <p:nvGraphicFramePr>
            <p:cNvPr id="23558" name="Object 52"/>
            <p:cNvGraphicFramePr/>
            <p:nvPr/>
          </p:nvGraphicFramePr>
          <p:xfrm>
            <a:off x="3379" y="1253"/>
            <a:ext cx="284" cy="381"/>
          </p:xfrm>
          <a:graphic>
            <a:graphicData uri="http://schemas.openxmlformats.org/presentationml/2006/ole">
              <mc:AlternateContent xmlns:mc="http://schemas.openxmlformats.org/markup-compatibility/2006">
                <mc:Choice xmlns:v="urn:schemas-microsoft-com:vml" Requires="v">
                  <p:oleObj spid="_x0000_s3234" name="" r:id="rId3" imgW="228600" imgH="304800" progId="Equation.3">
                    <p:embed/>
                  </p:oleObj>
                </mc:Choice>
                <mc:Fallback>
                  <p:oleObj name="" r:id="rId3" imgW="228600" imgH="304800" progId="Equation.3">
                    <p:embed/>
                    <p:pic>
                      <p:nvPicPr>
                        <p:cNvPr id="0" name="图片 3233"/>
                        <p:cNvPicPr/>
                        <p:nvPr/>
                      </p:nvPicPr>
                      <p:blipFill>
                        <a:blip r:embed="rId4">
                          <a:clrChange>
                            <a:clrFrom>
                              <a:srgbClr val="000000"/>
                            </a:clrFrom>
                            <a:clrTo>
                              <a:srgbClr val="FFFFFF"/>
                            </a:clrTo>
                          </a:clrChange>
                        </a:blip>
                        <a:stretch>
                          <a:fillRect/>
                        </a:stretch>
                      </p:blipFill>
                      <p:spPr>
                        <a:xfrm>
                          <a:off x="3379" y="1253"/>
                          <a:ext cx="284" cy="381"/>
                        </a:xfrm>
                        <a:prstGeom prst="rect">
                          <a:avLst/>
                        </a:prstGeom>
                        <a:noFill/>
                        <a:ln w="38100">
                          <a:noFill/>
                          <a:miter/>
                        </a:ln>
                      </p:spPr>
                    </p:pic>
                  </p:oleObj>
                </mc:Fallback>
              </mc:AlternateContent>
            </a:graphicData>
          </a:graphic>
        </p:graphicFrame>
        <p:graphicFrame>
          <p:nvGraphicFramePr>
            <p:cNvPr id="23559" name="Object 53"/>
            <p:cNvGraphicFramePr/>
            <p:nvPr/>
          </p:nvGraphicFramePr>
          <p:xfrm>
            <a:off x="3379" y="1933"/>
            <a:ext cx="285" cy="397"/>
          </p:xfrm>
          <a:graphic>
            <a:graphicData uri="http://schemas.openxmlformats.org/presentationml/2006/ole">
              <mc:AlternateContent xmlns:mc="http://schemas.openxmlformats.org/markup-compatibility/2006">
                <mc:Choice xmlns:v="urn:schemas-microsoft-com:vml" Requires="v">
                  <p:oleObj spid="_x0000_s3235" name="" r:id="rId5" imgW="228600" imgH="317500" progId="Equation.3">
                    <p:embed/>
                  </p:oleObj>
                </mc:Choice>
                <mc:Fallback>
                  <p:oleObj name="" r:id="rId5" imgW="228600" imgH="317500" progId="Equation.3">
                    <p:embed/>
                    <p:pic>
                      <p:nvPicPr>
                        <p:cNvPr id="0" name="图片 3234"/>
                        <p:cNvPicPr/>
                        <p:nvPr/>
                      </p:nvPicPr>
                      <p:blipFill>
                        <a:blip r:embed="rId6">
                          <a:clrChange>
                            <a:clrFrom>
                              <a:srgbClr val="000000"/>
                            </a:clrFrom>
                            <a:clrTo>
                              <a:srgbClr val="FFFFFF"/>
                            </a:clrTo>
                          </a:clrChange>
                        </a:blip>
                        <a:stretch>
                          <a:fillRect/>
                        </a:stretch>
                      </p:blipFill>
                      <p:spPr>
                        <a:xfrm>
                          <a:off x="3379" y="1933"/>
                          <a:ext cx="285" cy="397"/>
                        </a:xfrm>
                        <a:prstGeom prst="rect">
                          <a:avLst/>
                        </a:prstGeom>
                        <a:noFill/>
                        <a:ln w="38100">
                          <a:noFill/>
                          <a:miter/>
                        </a:ln>
                      </p:spPr>
                    </p:pic>
                  </p:oleObj>
                </mc:Fallback>
              </mc:AlternateContent>
            </a:graphicData>
          </a:graphic>
        </p:graphicFrame>
        <p:sp>
          <p:nvSpPr>
            <p:cNvPr id="23610" name="Rectangle 54"/>
            <p:cNvSpPr/>
            <p:nvPr/>
          </p:nvSpPr>
          <p:spPr>
            <a:xfrm>
              <a:off x="5057" y="1661"/>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23611" name="Rectangle 55"/>
            <p:cNvSpPr/>
            <p:nvPr/>
          </p:nvSpPr>
          <p:spPr>
            <a:xfrm>
              <a:off x="4467" y="2070"/>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23612" name="Rectangle 56"/>
            <p:cNvSpPr/>
            <p:nvPr/>
          </p:nvSpPr>
          <p:spPr>
            <a:xfrm>
              <a:off x="4467" y="1389"/>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23613" name="Text Box 62"/>
            <p:cNvSpPr txBox="1"/>
            <p:nvPr/>
          </p:nvSpPr>
          <p:spPr>
            <a:xfrm>
              <a:off x="4513" y="2432"/>
              <a:ext cx="273"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仿宋_GB2312" pitchFamily="49" charset="-122"/>
                </a:rPr>
                <a:t>c</a:t>
              </a:r>
              <a:endParaRPr lang="en-US" altLang="zh-CN" sz="2800" b="0" dirty="0">
                <a:solidFill>
                  <a:schemeClr val="bg1"/>
                </a:solidFill>
                <a:latin typeface="Times New Roman" panose="02020603050405020304" pitchFamily="18" charset="0"/>
                <a:ea typeface="仿宋_GB2312" pitchFamily="49" charset="-122"/>
              </a:endParaRPr>
            </a:p>
          </p:txBody>
        </p:sp>
        <p:sp>
          <p:nvSpPr>
            <p:cNvPr id="23614" name="Text Box 63"/>
            <p:cNvSpPr txBox="1"/>
            <p:nvPr/>
          </p:nvSpPr>
          <p:spPr>
            <a:xfrm>
              <a:off x="4558" y="1116"/>
              <a:ext cx="273"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仿宋_GB2312" pitchFamily="49" charset="-122"/>
                </a:rPr>
                <a:t>a</a:t>
              </a:r>
              <a:endParaRPr lang="en-US" altLang="zh-CN" sz="2800" b="0" dirty="0">
                <a:solidFill>
                  <a:schemeClr val="bg1"/>
                </a:solidFill>
                <a:latin typeface="Times New Roman" panose="02020603050405020304" pitchFamily="18" charset="0"/>
                <a:ea typeface="仿宋_GB2312" pitchFamily="49" charset="-122"/>
              </a:endParaRPr>
            </a:p>
          </p:txBody>
        </p:sp>
        <p:sp>
          <p:nvSpPr>
            <p:cNvPr id="23615" name="Text Box 64"/>
            <p:cNvSpPr txBox="1"/>
            <p:nvPr/>
          </p:nvSpPr>
          <p:spPr>
            <a:xfrm>
              <a:off x="4558" y="1751"/>
              <a:ext cx="273"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仿宋_GB2312" pitchFamily="49" charset="-122"/>
                </a:rPr>
                <a:t>b</a:t>
              </a:r>
              <a:endParaRPr lang="en-US" altLang="zh-CN" sz="2800" b="0" dirty="0">
                <a:solidFill>
                  <a:schemeClr val="bg1"/>
                </a:solidFill>
                <a:latin typeface="Times New Roman" panose="02020603050405020304" pitchFamily="18" charset="0"/>
                <a:ea typeface="仿宋_GB2312" pitchFamily="49" charset="-122"/>
              </a:endParaRPr>
            </a:p>
          </p:txBody>
        </p:sp>
        <p:graphicFrame>
          <p:nvGraphicFramePr>
            <p:cNvPr id="23560" name="Object 66"/>
            <p:cNvGraphicFramePr/>
            <p:nvPr/>
          </p:nvGraphicFramePr>
          <p:xfrm>
            <a:off x="3408" y="2576"/>
            <a:ext cx="317" cy="381"/>
          </p:xfrm>
          <a:graphic>
            <a:graphicData uri="http://schemas.openxmlformats.org/presentationml/2006/ole">
              <mc:AlternateContent xmlns:mc="http://schemas.openxmlformats.org/markup-compatibility/2006">
                <mc:Choice xmlns:v="urn:schemas-microsoft-com:vml" Requires="v">
                  <p:oleObj spid="_x0000_s3240" name="" r:id="rId7" imgW="254000" imgH="304800" progId="Equation.3">
                    <p:embed/>
                  </p:oleObj>
                </mc:Choice>
                <mc:Fallback>
                  <p:oleObj name="" r:id="rId7" imgW="254000" imgH="304800" progId="Equation.3">
                    <p:embed/>
                    <p:pic>
                      <p:nvPicPr>
                        <p:cNvPr id="0" name="图片 3239"/>
                        <p:cNvPicPr/>
                        <p:nvPr/>
                      </p:nvPicPr>
                      <p:blipFill>
                        <a:blip r:embed="rId8">
                          <a:clrChange>
                            <a:clrFrom>
                              <a:srgbClr val="000000"/>
                            </a:clrFrom>
                            <a:clrTo>
                              <a:srgbClr val="FFFFFF"/>
                            </a:clrTo>
                          </a:clrChange>
                        </a:blip>
                        <a:stretch>
                          <a:fillRect/>
                        </a:stretch>
                      </p:blipFill>
                      <p:spPr>
                        <a:xfrm>
                          <a:off x="3408" y="2576"/>
                          <a:ext cx="317" cy="381"/>
                        </a:xfrm>
                        <a:prstGeom prst="rect">
                          <a:avLst/>
                        </a:prstGeom>
                        <a:noFill/>
                        <a:ln w="38100">
                          <a:noFill/>
                          <a:miter/>
                        </a:ln>
                      </p:spPr>
                    </p:pic>
                  </p:oleObj>
                </mc:Fallback>
              </mc:AlternateContent>
            </a:graphicData>
          </a:graphic>
        </p:graphicFrame>
      </p:grpSp>
      <p:grpSp>
        <p:nvGrpSpPr>
          <p:cNvPr id="23566" name="Group 77"/>
          <p:cNvGrpSpPr/>
          <p:nvPr/>
        </p:nvGrpSpPr>
        <p:grpSpPr>
          <a:xfrm>
            <a:off x="8316913" y="6445250"/>
            <a:ext cx="792162" cy="366713"/>
            <a:chOff x="5193" y="4020"/>
            <a:chExt cx="499" cy="231"/>
          </a:xfrm>
        </p:grpSpPr>
        <p:pic>
          <p:nvPicPr>
            <p:cNvPr id="23587" name="Picture 78" descr="78900"/>
            <p:cNvPicPr>
              <a:picLocks noChangeAspect="1"/>
            </p:cNvPicPr>
            <p:nvPr/>
          </p:nvPicPr>
          <p:blipFill>
            <a:blip r:embed="rId9"/>
            <a:stretch>
              <a:fillRect/>
            </a:stretch>
          </p:blipFill>
          <p:spPr>
            <a:xfrm>
              <a:off x="5193" y="4066"/>
              <a:ext cx="499" cy="181"/>
            </a:xfrm>
            <a:prstGeom prst="rect">
              <a:avLst/>
            </a:prstGeom>
            <a:noFill/>
            <a:ln w="9525">
              <a:noFill/>
            </a:ln>
          </p:spPr>
        </p:pic>
        <p:sp>
          <p:nvSpPr>
            <p:cNvPr id="23588" name="Text Box 79">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3567" name="Group 80"/>
          <p:cNvGrpSpPr/>
          <p:nvPr/>
        </p:nvGrpSpPr>
        <p:grpSpPr>
          <a:xfrm>
            <a:off x="7451725" y="6445250"/>
            <a:ext cx="792163" cy="366713"/>
            <a:chOff x="5193" y="4020"/>
            <a:chExt cx="499" cy="231"/>
          </a:xfrm>
        </p:grpSpPr>
        <p:pic>
          <p:nvPicPr>
            <p:cNvPr id="23585" name="Picture 81" descr="78900"/>
            <p:cNvPicPr>
              <a:picLocks noChangeAspect="1"/>
            </p:cNvPicPr>
            <p:nvPr/>
          </p:nvPicPr>
          <p:blipFill>
            <a:blip r:embed="rId9"/>
            <a:stretch>
              <a:fillRect/>
            </a:stretch>
          </p:blipFill>
          <p:spPr>
            <a:xfrm>
              <a:off x="5193" y="4066"/>
              <a:ext cx="499" cy="181"/>
            </a:xfrm>
            <a:prstGeom prst="rect">
              <a:avLst/>
            </a:prstGeom>
            <a:noFill/>
            <a:ln w="9525">
              <a:noFill/>
            </a:ln>
          </p:spPr>
        </p:pic>
        <p:sp>
          <p:nvSpPr>
            <p:cNvPr id="23586" name="Text Box 82">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3568" name="Group 83"/>
          <p:cNvGrpSpPr/>
          <p:nvPr/>
        </p:nvGrpSpPr>
        <p:grpSpPr>
          <a:xfrm>
            <a:off x="6588125" y="6446838"/>
            <a:ext cx="792163" cy="366712"/>
            <a:chOff x="4695" y="4061"/>
            <a:chExt cx="499" cy="231"/>
          </a:xfrm>
        </p:grpSpPr>
        <p:pic>
          <p:nvPicPr>
            <p:cNvPr id="23583" name="Picture 84" descr="78900"/>
            <p:cNvPicPr>
              <a:picLocks noChangeAspect="1"/>
            </p:cNvPicPr>
            <p:nvPr/>
          </p:nvPicPr>
          <p:blipFill>
            <a:blip r:embed="rId9"/>
            <a:stretch>
              <a:fillRect/>
            </a:stretch>
          </p:blipFill>
          <p:spPr>
            <a:xfrm>
              <a:off x="4695" y="4107"/>
              <a:ext cx="499" cy="181"/>
            </a:xfrm>
            <a:prstGeom prst="rect">
              <a:avLst/>
            </a:prstGeom>
            <a:noFill/>
            <a:ln w="9525">
              <a:noFill/>
            </a:ln>
          </p:spPr>
        </p:pic>
        <p:sp>
          <p:nvSpPr>
            <p:cNvPr id="23584" name="Text Box 85">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 name="Group 96"/>
          <p:cNvGrpSpPr/>
          <p:nvPr/>
        </p:nvGrpSpPr>
        <p:grpSpPr>
          <a:xfrm>
            <a:off x="2124075" y="4881563"/>
            <a:ext cx="3662363" cy="1649412"/>
            <a:chOff x="1338" y="3075"/>
            <a:chExt cx="2307" cy="1039"/>
          </a:xfrm>
        </p:grpSpPr>
        <p:graphicFrame>
          <p:nvGraphicFramePr>
            <p:cNvPr id="23557" name="Object 60"/>
            <p:cNvGraphicFramePr/>
            <p:nvPr/>
          </p:nvGraphicFramePr>
          <p:xfrm>
            <a:off x="1521" y="3075"/>
            <a:ext cx="2124" cy="1039"/>
          </p:xfrm>
          <a:graphic>
            <a:graphicData uri="http://schemas.openxmlformats.org/presentationml/2006/ole">
              <mc:AlternateContent xmlns:mc="http://schemas.openxmlformats.org/markup-compatibility/2006">
                <mc:Choice xmlns:v="urn:schemas-microsoft-com:vml" Requires="v">
                  <p:oleObj spid="_x0000_s3239" name="" r:id="rId10" imgW="1689100" imgH="825500" progId="Equation.DSMT4">
                    <p:embed/>
                  </p:oleObj>
                </mc:Choice>
                <mc:Fallback>
                  <p:oleObj name="" r:id="rId10" imgW="1689100" imgH="825500" progId="Equation.DSMT4">
                    <p:embed/>
                    <p:pic>
                      <p:nvPicPr>
                        <p:cNvPr id="0" name="图片 3238"/>
                        <p:cNvPicPr/>
                        <p:nvPr/>
                      </p:nvPicPr>
                      <p:blipFill>
                        <a:blip r:embed="rId11">
                          <a:clrChange>
                            <a:clrFrom>
                              <a:srgbClr val="000000"/>
                            </a:clrFrom>
                            <a:clrTo>
                              <a:srgbClr val="FFFFFF"/>
                            </a:clrTo>
                          </a:clrChange>
                        </a:blip>
                        <a:stretch>
                          <a:fillRect/>
                        </a:stretch>
                      </p:blipFill>
                      <p:spPr>
                        <a:xfrm>
                          <a:off x="1521" y="3075"/>
                          <a:ext cx="2124" cy="1039"/>
                        </a:xfrm>
                        <a:prstGeom prst="rect">
                          <a:avLst/>
                        </a:prstGeom>
                        <a:noFill/>
                        <a:ln w="38100">
                          <a:noFill/>
                          <a:miter/>
                        </a:ln>
                      </p:spPr>
                    </p:pic>
                  </p:oleObj>
                </mc:Fallback>
              </mc:AlternateContent>
            </a:graphicData>
          </a:graphic>
        </p:graphicFrame>
        <p:sp>
          <p:nvSpPr>
            <p:cNvPr id="23579" name="AutoShape 61"/>
            <p:cNvSpPr/>
            <p:nvPr/>
          </p:nvSpPr>
          <p:spPr>
            <a:xfrm>
              <a:off x="1338" y="3203"/>
              <a:ext cx="129" cy="902"/>
            </a:xfrm>
            <a:prstGeom prst="leftBrace">
              <a:avLst>
                <a:gd name="adj1" fmla="val 58268"/>
                <a:gd name="adj2" fmla="val 50000"/>
              </a:avLst>
            </a:prstGeom>
            <a:noFill/>
            <a:ln w="28575" cap="flat" cmpd="sng">
              <a:solidFill>
                <a:schemeClr val="bg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3580" name="Line 92"/>
            <p:cNvSpPr/>
            <p:nvPr/>
          </p:nvSpPr>
          <p:spPr>
            <a:xfrm>
              <a:off x="3061" y="3430"/>
              <a:ext cx="272" cy="0"/>
            </a:xfrm>
            <a:prstGeom prst="line">
              <a:avLst/>
            </a:prstGeom>
            <a:ln w="9525" cap="flat" cmpd="sng">
              <a:solidFill>
                <a:schemeClr val="bg1"/>
              </a:solidFill>
              <a:prstDash val="solid"/>
              <a:headEnd type="none" w="med" len="med"/>
              <a:tailEnd type="none" w="med" len="med"/>
            </a:ln>
          </p:spPr>
        </p:sp>
        <p:sp>
          <p:nvSpPr>
            <p:cNvPr id="23581" name="Line 93"/>
            <p:cNvSpPr/>
            <p:nvPr/>
          </p:nvSpPr>
          <p:spPr>
            <a:xfrm>
              <a:off x="3061" y="3748"/>
              <a:ext cx="545" cy="0"/>
            </a:xfrm>
            <a:prstGeom prst="line">
              <a:avLst/>
            </a:prstGeom>
            <a:ln w="9525" cap="flat" cmpd="sng">
              <a:solidFill>
                <a:schemeClr val="bg1"/>
              </a:solidFill>
              <a:prstDash val="solid"/>
              <a:headEnd type="none" w="med" len="med"/>
              <a:tailEnd type="none" w="med" len="med"/>
            </a:ln>
          </p:spPr>
        </p:sp>
        <p:sp>
          <p:nvSpPr>
            <p:cNvPr id="23582" name="Line 95"/>
            <p:cNvSpPr/>
            <p:nvPr/>
          </p:nvSpPr>
          <p:spPr>
            <a:xfrm>
              <a:off x="3070" y="4065"/>
              <a:ext cx="454" cy="0"/>
            </a:xfrm>
            <a:prstGeom prst="line">
              <a:avLst/>
            </a:prstGeom>
            <a:ln w="9525" cap="flat" cmpd="sng">
              <a:solidFill>
                <a:schemeClr val="bg1"/>
              </a:solidFill>
              <a:prstDash val="solid"/>
              <a:headEnd type="none" w="med" len="med"/>
              <a:tailEnd type="none" w="med" len="med"/>
            </a:ln>
          </p:spPr>
        </p:sp>
      </p:grpSp>
      <p:grpSp>
        <p:nvGrpSpPr>
          <p:cNvPr id="7" name="Group 102"/>
          <p:cNvGrpSpPr/>
          <p:nvPr/>
        </p:nvGrpSpPr>
        <p:grpSpPr>
          <a:xfrm>
            <a:off x="755650" y="1916113"/>
            <a:ext cx="2592388" cy="2592387"/>
            <a:chOff x="476" y="1207"/>
            <a:chExt cx="1633" cy="1633"/>
          </a:xfrm>
        </p:grpSpPr>
        <p:grpSp>
          <p:nvGrpSpPr>
            <p:cNvPr id="23571" name="Group 87"/>
            <p:cNvGrpSpPr/>
            <p:nvPr/>
          </p:nvGrpSpPr>
          <p:grpSpPr>
            <a:xfrm>
              <a:off x="476" y="1207"/>
              <a:ext cx="1633" cy="1270"/>
              <a:chOff x="3424" y="1752"/>
              <a:chExt cx="1751" cy="1361"/>
            </a:xfrm>
          </p:grpSpPr>
          <p:graphicFrame>
            <p:nvGraphicFramePr>
              <p:cNvPr id="23556" name="Object 88"/>
              <p:cNvGraphicFramePr/>
              <p:nvPr/>
            </p:nvGraphicFramePr>
            <p:xfrm>
              <a:off x="3424" y="1752"/>
              <a:ext cx="1751" cy="1361"/>
            </p:xfrm>
            <a:graphic>
              <a:graphicData uri="http://schemas.openxmlformats.org/presentationml/2006/ole">
                <mc:AlternateContent xmlns:mc="http://schemas.openxmlformats.org/markup-compatibility/2006">
                  <mc:Choice xmlns:v="urn:schemas-microsoft-com:vml" Requires="v">
                    <p:oleObj spid="_x0000_s3238" name="" r:id="rId12" imgW="1104900" imgH="838200" progId="Equation.3">
                      <p:embed/>
                    </p:oleObj>
                  </mc:Choice>
                  <mc:Fallback>
                    <p:oleObj name="" r:id="rId12" imgW="1104900" imgH="838200" progId="Equation.3">
                      <p:embed/>
                      <p:pic>
                        <p:nvPicPr>
                          <p:cNvPr id="0" name="图片 3237"/>
                          <p:cNvPicPr/>
                          <p:nvPr/>
                        </p:nvPicPr>
                        <p:blipFill>
                          <a:blip r:embed="rId13">
                            <a:clrChange>
                              <a:clrFrom>
                                <a:srgbClr val="000000"/>
                              </a:clrFrom>
                              <a:clrTo>
                                <a:srgbClr val="FFFFFF"/>
                              </a:clrTo>
                            </a:clrChange>
                          </a:blip>
                          <a:stretch>
                            <a:fillRect/>
                          </a:stretch>
                        </p:blipFill>
                        <p:spPr>
                          <a:xfrm>
                            <a:off x="3424" y="1752"/>
                            <a:ext cx="1751" cy="1361"/>
                          </a:xfrm>
                          <a:prstGeom prst="rect">
                            <a:avLst/>
                          </a:prstGeom>
                          <a:noFill/>
                          <a:ln w="38100">
                            <a:noFill/>
                            <a:miter/>
                          </a:ln>
                        </p:spPr>
                      </p:pic>
                    </p:oleObj>
                  </mc:Fallback>
                </mc:AlternateContent>
              </a:graphicData>
            </a:graphic>
          </p:graphicFrame>
          <p:sp>
            <p:nvSpPr>
              <p:cNvPr id="23576" name="Line 89"/>
              <p:cNvSpPr/>
              <p:nvPr/>
            </p:nvSpPr>
            <p:spPr>
              <a:xfrm>
                <a:off x="4431" y="3076"/>
                <a:ext cx="571" cy="0"/>
              </a:xfrm>
              <a:prstGeom prst="line">
                <a:avLst/>
              </a:prstGeom>
              <a:ln w="9525" cap="flat" cmpd="sng">
                <a:solidFill>
                  <a:schemeClr val="bg1"/>
                </a:solidFill>
                <a:prstDash val="solid"/>
                <a:headEnd type="none" w="med" len="med"/>
                <a:tailEnd type="none" w="med" len="med"/>
              </a:ln>
            </p:spPr>
          </p:sp>
          <p:sp>
            <p:nvSpPr>
              <p:cNvPr id="23577" name="Line 90"/>
              <p:cNvSpPr/>
              <p:nvPr/>
            </p:nvSpPr>
            <p:spPr>
              <a:xfrm flipV="1">
                <a:off x="4459" y="2623"/>
                <a:ext cx="589" cy="0"/>
              </a:xfrm>
              <a:prstGeom prst="line">
                <a:avLst/>
              </a:prstGeom>
              <a:ln w="9525" cap="flat" cmpd="sng">
                <a:solidFill>
                  <a:schemeClr val="bg1"/>
                </a:solidFill>
                <a:prstDash val="solid"/>
                <a:headEnd type="none" w="med" len="med"/>
                <a:tailEnd type="none" w="med" len="med"/>
              </a:ln>
            </p:spPr>
          </p:sp>
          <p:sp>
            <p:nvSpPr>
              <p:cNvPr id="23578" name="Line 91"/>
              <p:cNvSpPr/>
              <p:nvPr/>
            </p:nvSpPr>
            <p:spPr>
              <a:xfrm>
                <a:off x="4495" y="2169"/>
                <a:ext cx="312" cy="0"/>
              </a:xfrm>
              <a:prstGeom prst="line">
                <a:avLst/>
              </a:prstGeom>
              <a:ln w="9525" cap="flat" cmpd="sng">
                <a:solidFill>
                  <a:schemeClr val="bg1"/>
                </a:solidFill>
                <a:prstDash val="solid"/>
                <a:headEnd type="none" w="med" len="med"/>
                <a:tailEnd type="none" w="med" len="med"/>
              </a:ln>
            </p:spPr>
          </p:sp>
        </p:grpSp>
        <p:grpSp>
          <p:nvGrpSpPr>
            <p:cNvPr id="23572" name="Group 101"/>
            <p:cNvGrpSpPr/>
            <p:nvPr/>
          </p:nvGrpSpPr>
          <p:grpSpPr>
            <a:xfrm>
              <a:off x="748" y="2432"/>
              <a:ext cx="1180" cy="408"/>
              <a:chOff x="748" y="2432"/>
              <a:chExt cx="1180" cy="408"/>
            </a:xfrm>
          </p:grpSpPr>
          <p:graphicFrame>
            <p:nvGraphicFramePr>
              <p:cNvPr id="23555" name="Object 86"/>
              <p:cNvGraphicFramePr/>
              <p:nvPr/>
            </p:nvGraphicFramePr>
            <p:xfrm>
              <a:off x="748" y="2502"/>
              <a:ext cx="803" cy="338"/>
            </p:xfrm>
            <a:graphic>
              <a:graphicData uri="http://schemas.openxmlformats.org/presentationml/2006/ole">
                <mc:AlternateContent xmlns:mc="http://schemas.openxmlformats.org/markup-compatibility/2006">
                  <mc:Choice xmlns:v="urn:schemas-microsoft-com:vml" Requires="v">
                    <p:oleObj spid="_x0000_s3237" name="" r:id="rId14" imgW="481965" imgH="203200" progId="Equation.DSMT4">
                      <p:embed/>
                    </p:oleObj>
                  </mc:Choice>
                  <mc:Fallback>
                    <p:oleObj name="" r:id="rId14" imgW="481965" imgH="203200" progId="Equation.DSMT4">
                      <p:embed/>
                      <p:pic>
                        <p:nvPicPr>
                          <p:cNvPr id="0" name="图片 3236"/>
                          <p:cNvPicPr/>
                          <p:nvPr/>
                        </p:nvPicPr>
                        <p:blipFill>
                          <a:blip r:embed="rId15">
                            <a:clrChange>
                              <a:clrFrom>
                                <a:srgbClr val="000000"/>
                              </a:clrFrom>
                              <a:clrTo>
                                <a:srgbClr val="FFFFFF"/>
                              </a:clrTo>
                            </a:clrChange>
                          </a:blip>
                          <a:stretch>
                            <a:fillRect/>
                          </a:stretch>
                        </p:blipFill>
                        <p:spPr>
                          <a:xfrm>
                            <a:off x="748" y="2502"/>
                            <a:ext cx="803" cy="338"/>
                          </a:xfrm>
                          <a:prstGeom prst="rect">
                            <a:avLst/>
                          </a:prstGeom>
                          <a:noFill/>
                          <a:ln w="38100">
                            <a:noFill/>
                            <a:miter/>
                          </a:ln>
                        </p:spPr>
                      </p:pic>
                    </p:oleObj>
                  </mc:Fallback>
                </mc:AlternateContent>
              </a:graphicData>
            </a:graphic>
          </p:graphicFrame>
          <p:sp>
            <p:nvSpPr>
              <p:cNvPr id="23573" name="Text Box 98"/>
              <p:cNvSpPr txBox="1"/>
              <p:nvPr/>
            </p:nvSpPr>
            <p:spPr>
              <a:xfrm>
                <a:off x="1565" y="2432"/>
                <a:ext cx="363" cy="365"/>
              </a:xfrm>
              <a:prstGeom prst="rect">
                <a:avLst/>
              </a:prstGeom>
              <a:noFill/>
              <a:ln w="9525">
                <a:noFill/>
              </a:ln>
            </p:spPr>
            <p:txBody>
              <a:bodyPr>
                <a:spAutoFit/>
              </a:bodyPr>
              <a:p>
                <a:pPr>
                  <a:spcBef>
                    <a:spcPct val="50000"/>
                  </a:spcBef>
                </a:pPr>
                <a:r>
                  <a:rPr lang="en-US" altLang="zh-CN" b="0" i="1" dirty="0">
                    <a:solidFill>
                      <a:schemeClr val="bg1"/>
                    </a:solidFill>
                    <a:latin typeface="Symbol" panose="05050102010706020507" pitchFamily="18" charset="2"/>
                  </a:rPr>
                  <a:t>j</a:t>
                </a:r>
                <a:endParaRPr lang="en-US" altLang="zh-CN" b="0" i="1" dirty="0">
                  <a:solidFill>
                    <a:schemeClr val="bg1"/>
                  </a:solidFill>
                  <a:latin typeface="Symbol" panose="05050102010706020507" pitchFamily="18" charset="2"/>
                </a:endParaRPr>
              </a:p>
            </p:txBody>
          </p:sp>
          <p:sp>
            <p:nvSpPr>
              <p:cNvPr id="23574" name="Line 99"/>
              <p:cNvSpPr/>
              <p:nvPr/>
            </p:nvSpPr>
            <p:spPr>
              <a:xfrm flipH="1">
                <a:off x="1519" y="2523"/>
                <a:ext cx="91" cy="272"/>
              </a:xfrm>
              <a:prstGeom prst="line">
                <a:avLst/>
              </a:prstGeom>
              <a:ln w="19050" cap="flat" cmpd="sng">
                <a:solidFill>
                  <a:schemeClr val="bg1"/>
                </a:solidFill>
                <a:prstDash val="solid"/>
                <a:headEnd type="none" w="med" len="med"/>
                <a:tailEnd type="none" w="med" len="med"/>
              </a:ln>
            </p:spPr>
          </p:sp>
          <p:sp>
            <p:nvSpPr>
              <p:cNvPr id="23575" name="Line 100"/>
              <p:cNvSpPr/>
              <p:nvPr/>
            </p:nvSpPr>
            <p:spPr>
              <a:xfrm>
                <a:off x="1519" y="2795"/>
                <a:ext cx="318" cy="0"/>
              </a:xfrm>
              <a:prstGeom prst="line">
                <a:avLst/>
              </a:prstGeom>
              <a:ln w="19050" cap="flat" cmpd="sng">
                <a:solidFill>
                  <a:schemeClr val="bg1"/>
                </a:solidFill>
                <a:prstDash val="solid"/>
                <a:headEnd type="none" w="med" len="med"/>
                <a:tailEnd type="non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iterate type="lt">
                                    <p:tmPct val="100000"/>
                                  </p:iterate>
                                  <p:childTnLst>
                                    <p:set>
                                      <p:cBhvr>
                                        <p:cTn id="6" dur="1" fill="hold">
                                          <p:stCondLst>
                                            <p:cond delay="0"/>
                                          </p:stCondLst>
                                        </p:cTn>
                                        <p:tgtEl>
                                          <p:spTgt spid="16395"/>
                                        </p:tgtEl>
                                        <p:attrNameLst>
                                          <p:attrName>style.visibility</p:attrName>
                                        </p:attrNameLst>
                                      </p:cBhvr>
                                      <p:to>
                                        <p:strVal val="visible"/>
                                      </p:to>
                                    </p:set>
                                    <p:animEffect transition="in" filter="wipe(left)">
                                      <p:cBhvr>
                                        <p:cTn id="7" dur="75"/>
                                        <p:tgtEl>
                                          <p:spTgt spid="16395"/>
                                        </p:tgtEl>
                                      </p:cBhvr>
                                    </p:animEffect>
                                  </p:childTnLst>
                                </p:cTn>
                              </p:par>
                            </p:childTnLst>
                          </p:cTn>
                        </p:par>
                        <p:par>
                          <p:cTn id="8" fill="hold">
                            <p:stCondLst>
                              <p:cond delay="0"/>
                            </p:stCondLst>
                            <p:childTnLst>
                              <p:par>
                                <p:cTn id="9" presetID="22" presetClass="entr" presetSubtype="8" fill="hold" nodeType="afterEffect">
                                  <p:stCondLst>
                                    <p:cond delay="0"/>
                                  </p:stCondLst>
                                  <p:childTnLst>
                                    <p:set>
                                      <p:cBhvr>
                                        <p:cTn id="10" dur="1" fill="hold">
                                          <p:stCondLst>
                                            <p:cond delay="0"/>
                                          </p:stCondLst>
                                        </p:cTn>
                                        <p:tgtEl>
                                          <p:spTgt spid="16396"/>
                                        </p:tgtEl>
                                        <p:attrNameLst>
                                          <p:attrName>style.visibility</p:attrName>
                                        </p:attrNameLst>
                                      </p:cBhvr>
                                      <p:to>
                                        <p:strVal val="visible"/>
                                      </p:to>
                                    </p:set>
                                    <p:animEffect transition="in" filter="wipe(left)">
                                      <p:cBhvr>
                                        <p:cTn id="11" dur="500"/>
                                        <p:tgtEl>
                                          <p:spTgt spid="16396"/>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16413"/>
                                        </p:tgtEl>
                                        <p:attrNameLst>
                                          <p:attrName>style.visibility</p:attrName>
                                        </p:attrNameLst>
                                      </p:cBhvr>
                                      <p:to>
                                        <p:strVal val="visible"/>
                                      </p:to>
                                    </p:set>
                                    <p:anim calcmode="lin" valueType="num">
                                      <p:cBhvr additive="base">
                                        <p:cTn id="16" dur="500" fill="hold"/>
                                        <p:tgtEl>
                                          <p:spTgt spid="16413"/>
                                        </p:tgtEl>
                                        <p:attrNameLst>
                                          <p:attrName>ppt_x</p:attrName>
                                        </p:attrNameLst>
                                      </p:cBhvr>
                                      <p:tavLst>
                                        <p:tav tm="0">
                                          <p:val>
                                            <p:strVal val="0-#ppt_w/2"/>
                                          </p:val>
                                        </p:tav>
                                        <p:tav tm="100000">
                                          <p:val>
                                            <p:strVal val="#ppt_x"/>
                                          </p:val>
                                        </p:tav>
                                      </p:tavLst>
                                    </p:anim>
                                    <p:anim calcmode="lin" valueType="num">
                                      <p:cBhvr additive="base">
                                        <p:cTn id="17" dur="500" fill="hold"/>
                                        <p:tgtEl>
                                          <p:spTgt spid="16413"/>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linds(horizont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5" presetClass="entr" presetSubtype="0" fill="hold" grpId="0" nodeType="clickEffect">
                                  <p:stCondLst>
                                    <p:cond delay="0"/>
                                  </p:stCondLst>
                                  <p:childTnLst>
                                    <p:set>
                                      <p:cBhvr>
                                        <p:cTn id="31" dur="1" fill="hold">
                                          <p:stCondLst>
                                            <p:cond delay="0"/>
                                          </p:stCondLst>
                                        </p:cTn>
                                        <p:tgtEl>
                                          <p:spTgt spid="16442"/>
                                        </p:tgtEl>
                                        <p:attrNameLst>
                                          <p:attrName>style.visibility</p:attrName>
                                        </p:attrNameLst>
                                      </p:cBhvr>
                                      <p:to>
                                        <p:strVal val="visible"/>
                                      </p:to>
                                    </p:set>
                                    <p:anim calcmode="lin" valueType="num">
                                      <p:cBhvr>
                                        <p:cTn id="32" dur="1000" fill="hold"/>
                                        <p:tgtEl>
                                          <p:spTgt spid="16442"/>
                                        </p:tgtEl>
                                        <p:attrNameLst>
                                          <p:attrName>ppt_w</p:attrName>
                                        </p:attrNameLst>
                                      </p:cBhvr>
                                      <p:tavLst>
                                        <p:tav tm="0">
                                          <p:val>
                                            <p:fltVal val="0.000000"/>
                                          </p:val>
                                        </p:tav>
                                        <p:tav tm="100000">
                                          <p:val>
                                            <p:strVal val="#ppt_w"/>
                                          </p:val>
                                        </p:tav>
                                      </p:tavLst>
                                    </p:anim>
                                    <p:anim calcmode="lin" valueType="num">
                                      <p:cBhvr>
                                        <p:cTn id="33" dur="1000" fill="hold"/>
                                        <p:tgtEl>
                                          <p:spTgt spid="16442"/>
                                        </p:tgtEl>
                                        <p:attrNameLst>
                                          <p:attrName>ppt_h</p:attrName>
                                        </p:attrNameLst>
                                      </p:cBhvr>
                                      <p:tavLst>
                                        <p:tav tm="0">
                                          <p:val>
                                            <p:fltVal val="0.000000"/>
                                          </p:val>
                                        </p:tav>
                                        <p:tav tm="100000">
                                          <p:val>
                                            <p:strVal val="#ppt_h"/>
                                          </p:val>
                                        </p:tav>
                                      </p:tavLst>
                                    </p:anim>
                                    <p:anim calcmode="lin" valueType="num">
                                      <p:cBhvr>
                                        <p:cTn id="34" dur="1000" fill="hold"/>
                                        <p:tgtEl>
                                          <p:spTgt spid="16442"/>
                                        </p:tgtEl>
                                        <p:attrNameLst>
                                          <p:attrName>ppt_x</p:attrName>
                                        </p:attrNameLst>
                                      </p:cBhvr>
                                      <p:tavLst>
                                        <p:tav tm="0" fmla="#ppt_x+(cos(-2*pi*(1-$))*-#ppt_x-sin(-2*pi*(1-$))*(1-#ppt_y))*(1-$)">
                                          <p:val>
                                            <p:fltVal val="0.000000"/>
                                          </p:val>
                                        </p:tav>
                                        <p:tav tm="100000">
                                          <p:val>
                                            <p:fltVal val="1.000000"/>
                                          </p:val>
                                        </p:tav>
                                      </p:tavLst>
                                    </p:anim>
                                    <p:anim calcmode="lin" valueType="num">
                                      <p:cBhvr>
                                        <p:cTn id="35" dur="1000" fill="hold"/>
                                        <p:tgtEl>
                                          <p:spTgt spid="16442"/>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36" fill="hold">
                      <p:stCondLst>
                        <p:cond delay="indefinite"/>
                      </p:stCondLst>
                      <p:childTnLst>
                        <p:par>
                          <p:cTn id="37" fill="hold">
                            <p:stCondLst>
                              <p:cond delay="0"/>
                            </p:stCondLst>
                            <p:childTnLst>
                              <p:par>
                                <p:cTn id="38" presetID="55" presetClass="entr" presetSubtype="0" fill="hold" grpId="0" nodeType="clickEffect">
                                  <p:stCondLst>
                                    <p:cond delay="0"/>
                                  </p:stCondLst>
                                  <p:childTnLst>
                                    <p:set>
                                      <p:cBhvr>
                                        <p:cTn id="39" dur="1" fill="hold">
                                          <p:stCondLst>
                                            <p:cond delay="0"/>
                                          </p:stCondLst>
                                        </p:cTn>
                                        <p:tgtEl>
                                          <p:spTgt spid="16443"/>
                                        </p:tgtEl>
                                        <p:attrNameLst>
                                          <p:attrName>style.visibility</p:attrName>
                                        </p:attrNameLst>
                                      </p:cBhvr>
                                      <p:to>
                                        <p:strVal val="visible"/>
                                      </p:to>
                                    </p:set>
                                    <p:anim calcmode="lin" valueType="num">
                                      <p:cBhvr>
                                        <p:cTn id="40" dur="1000" fill="hold"/>
                                        <p:tgtEl>
                                          <p:spTgt spid="16443"/>
                                        </p:tgtEl>
                                        <p:attrNameLst>
                                          <p:attrName>ppt_w</p:attrName>
                                        </p:attrNameLst>
                                      </p:cBhvr>
                                      <p:tavLst>
                                        <p:tav tm="0">
                                          <p:val>
                                            <p:strVal val="#ppt_w*0.70"/>
                                          </p:val>
                                        </p:tav>
                                        <p:tav tm="100000">
                                          <p:val>
                                            <p:strVal val="#ppt_w"/>
                                          </p:val>
                                        </p:tav>
                                      </p:tavLst>
                                    </p:anim>
                                    <p:anim calcmode="lin" valueType="num">
                                      <p:cBhvr>
                                        <p:cTn id="41" dur="1000" fill="hold"/>
                                        <p:tgtEl>
                                          <p:spTgt spid="16443"/>
                                        </p:tgtEl>
                                        <p:attrNameLst>
                                          <p:attrName>ppt_h</p:attrName>
                                        </p:attrNameLst>
                                      </p:cBhvr>
                                      <p:tavLst>
                                        <p:tav tm="0">
                                          <p:val>
                                            <p:strVal val="#ppt_h"/>
                                          </p:val>
                                        </p:tav>
                                        <p:tav tm="100000">
                                          <p:val>
                                            <p:strVal val="#ppt_h"/>
                                          </p:val>
                                        </p:tav>
                                      </p:tavLst>
                                    </p:anim>
                                    <p:animEffect transition="in" filter="fade">
                                      <p:cBhvr>
                                        <p:cTn id="42" dur="1000"/>
                                        <p:tgtEl>
                                          <p:spTgt spid="1644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blinds(horizontal)">
                                      <p:cBhvr>
                                        <p:cTn id="4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5" grpId="0"/>
      <p:bldP spid="16413" grpId="0"/>
      <p:bldP spid="16442" grpId="0" animBg="1"/>
      <p:bldP spid="1644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24" name="Text Box 64"/>
          <p:cNvSpPr txBox="1"/>
          <p:nvPr/>
        </p:nvSpPr>
        <p:spPr>
          <a:xfrm>
            <a:off x="684213" y="765175"/>
            <a:ext cx="2209800" cy="519113"/>
          </a:xfrm>
          <a:prstGeom prst="rect">
            <a:avLst/>
          </a:prstGeom>
          <a:noFill/>
          <a:ln w="9525">
            <a:noFill/>
          </a:ln>
        </p:spPr>
        <p:txBody>
          <a:bodyPr>
            <a:spAutoFit/>
          </a:bodyPr>
          <a:p>
            <a:pPr>
              <a:spcBef>
                <a:spcPct val="50000"/>
              </a:spcBef>
            </a:pPr>
            <a:r>
              <a:rPr lang="zh-CN" altLang="en-US" sz="2800" dirty="0">
                <a:latin typeface="Times New Roman" panose="02020603050405020304" pitchFamily="18" charset="0"/>
              </a:rPr>
              <a:t>相电流：</a:t>
            </a:r>
            <a:endParaRPr lang="zh-CN" altLang="en-US" sz="2800" dirty="0">
              <a:latin typeface="Times New Roman" panose="02020603050405020304" pitchFamily="18" charset="0"/>
            </a:endParaRPr>
          </a:p>
        </p:txBody>
      </p:sp>
      <p:sp>
        <p:nvSpPr>
          <p:cNvPr id="15425" name="Text Box 65"/>
          <p:cNvSpPr txBox="1"/>
          <p:nvPr/>
        </p:nvSpPr>
        <p:spPr>
          <a:xfrm>
            <a:off x="755650" y="3286125"/>
            <a:ext cx="1638300" cy="519113"/>
          </a:xfrm>
          <a:prstGeom prst="rect">
            <a:avLst/>
          </a:prstGeom>
          <a:noFill/>
          <a:ln w="9525">
            <a:noFill/>
          </a:ln>
        </p:spPr>
        <p:txBody>
          <a:bodyPr>
            <a:spAutoFit/>
          </a:bodyPr>
          <a:p>
            <a:pPr>
              <a:spcBef>
                <a:spcPct val="50000"/>
              </a:spcBef>
            </a:pPr>
            <a:r>
              <a:rPr lang="zh-CN" altLang="en-US" sz="2800" dirty="0">
                <a:latin typeface="Times New Roman" panose="02020603050405020304" pitchFamily="18" charset="0"/>
              </a:rPr>
              <a:t>线电流：</a:t>
            </a:r>
            <a:endParaRPr lang="zh-CN" altLang="en-US" sz="2800" dirty="0">
              <a:latin typeface="Times New Roman" panose="02020603050405020304" pitchFamily="18" charset="0"/>
            </a:endParaRPr>
          </a:p>
        </p:txBody>
      </p:sp>
      <p:grpSp>
        <p:nvGrpSpPr>
          <p:cNvPr id="2" name="Group 70"/>
          <p:cNvGrpSpPr/>
          <p:nvPr/>
        </p:nvGrpSpPr>
        <p:grpSpPr>
          <a:xfrm>
            <a:off x="5219700" y="3068638"/>
            <a:ext cx="3484563" cy="3313112"/>
            <a:chOff x="3270" y="2233"/>
            <a:chExt cx="1863" cy="1845"/>
          </a:xfrm>
        </p:grpSpPr>
        <p:sp>
          <p:nvSpPr>
            <p:cNvPr id="24617" name="Line 71"/>
            <p:cNvSpPr/>
            <p:nvPr/>
          </p:nvSpPr>
          <p:spPr>
            <a:xfrm>
              <a:off x="3992" y="3168"/>
              <a:ext cx="576" cy="0"/>
            </a:xfrm>
            <a:prstGeom prst="line">
              <a:avLst/>
            </a:prstGeom>
            <a:ln w="28575" cap="flat" cmpd="sng">
              <a:solidFill>
                <a:srgbClr val="FFFF00"/>
              </a:solidFill>
              <a:prstDash val="solid"/>
              <a:headEnd type="none" w="med" len="med"/>
              <a:tailEnd type="triangle" w="med" len="med"/>
            </a:ln>
          </p:spPr>
        </p:sp>
        <p:sp>
          <p:nvSpPr>
            <p:cNvPr id="24618" name="Line 72"/>
            <p:cNvSpPr/>
            <p:nvPr/>
          </p:nvSpPr>
          <p:spPr>
            <a:xfrm rot="-7089965">
              <a:off x="4422" y="2416"/>
              <a:ext cx="27" cy="1008"/>
            </a:xfrm>
            <a:prstGeom prst="line">
              <a:avLst/>
            </a:prstGeom>
            <a:ln w="28575" cap="flat" cmpd="sng">
              <a:solidFill>
                <a:srgbClr val="FFFF00"/>
              </a:solidFill>
              <a:prstDash val="solid"/>
              <a:headEnd type="none" w="med" len="med"/>
              <a:tailEnd type="triangle" w="med" len="med"/>
            </a:ln>
          </p:spPr>
        </p:sp>
        <p:sp>
          <p:nvSpPr>
            <p:cNvPr id="24619" name="Text Box 73"/>
            <p:cNvSpPr txBox="1"/>
            <p:nvPr/>
          </p:nvSpPr>
          <p:spPr>
            <a:xfrm>
              <a:off x="4193" y="2962"/>
              <a:ext cx="278" cy="221"/>
            </a:xfrm>
            <a:prstGeom prst="rect">
              <a:avLst/>
            </a:prstGeom>
            <a:noFill/>
            <a:ln w="38100">
              <a:noFill/>
            </a:ln>
          </p:spPr>
          <p:txBody>
            <a:bodyPr wrap="none">
              <a:spAutoFit/>
            </a:bodyPr>
            <a:p>
              <a:r>
                <a:rPr lang="en-US" altLang="zh-CN" sz="2000" b="0" dirty="0">
                  <a:solidFill>
                    <a:schemeClr val="bg1"/>
                  </a:solidFill>
                  <a:latin typeface="Times New Roman" panose="02020603050405020304" pitchFamily="18" charset="0"/>
                  <a:ea typeface="宋体" panose="02010600030101010101" pitchFamily="2" charset="-122"/>
                </a:rPr>
                <a:t>30</a:t>
              </a:r>
              <a:r>
                <a:rPr lang="en-US" altLang="zh-CN" sz="2000" b="0" baseline="40000" dirty="0">
                  <a:solidFill>
                    <a:schemeClr val="bg1"/>
                  </a:solidFill>
                  <a:latin typeface="Times New Roman" panose="02020603050405020304" pitchFamily="18" charset="0"/>
                  <a:ea typeface="宋体" panose="02010600030101010101" pitchFamily="2" charset="-122"/>
                </a:rPr>
                <a:t>o</a:t>
              </a:r>
              <a:endParaRPr lang="en-US" altLang="zh-CN" sz="2000" b="0" dirty="0">
                <a:solidFill>
                  <a:schemeClr val="bg1"/>
                </a:solidFill>
                <a:latin typeface="Times New Roman" panose="02020603050405020304" pitchFamily="18" charset="0"/>
                <a:ea typeface="宋体" panose="02010600030101010101" pitchFamily="2" charset="-122"/>
              </a:endParaRPr>
            </a:p>
          </p:txBody>
        </p:sp>
        <p:sp>
          <p:nvSpPr>
            <p:cNvPr id="24620" name="Text Box 74"/>
            <p:cNvSpPr txBox="1"/>
            <p:nvPr/>
          </p:nvSpPr>
          <p:spPr>
            <a:xfrm>
              <a:off x="3537" y="3116"/>
              <a:ext cx="279" cy="221"/>
            </a:xfrm>
            <a:prstGeom prst="rect">
              <a:avLst/>
            </a:prstGeom>
            <a:noFill/>
            <a:ln w="38100">
              <a:noFill/>
            </a:ln>
          </p:spPr>
          <p:txBody>
            <a:bodyPr wrap="none">
              <a:spAutoFit/>
            </a:bodyPr>
            <a:p>
              <a:r>
                <a:rPr lang="en-US" altLang="zh-CN" sz="2000" b="0" dirty="0">
                  <a:solidFill>
                    <a:schemeClr val="bg1"/>
                  </a:solidFill>
                  <a:latin typeface="Times New Roman" panose="02020603050405020304" pitchFamily="18" charset="0"/>
                  <a:ea typeface="宋体" panose="02010600030101010101" pitchFamily="2" charset="-122"/>
                </a:rPr>
                <a:t>30</a:t>
              </a:r>
              <a:r>
                <a:rPr lang="en-US" altLang="zh-CN" sz="2000" b="0" baseline="40000" dirty="0">
                  <a:solidFill>
                    <a:schemeClr val="bg1"/>
                  </a:solidFill>
                  <a:latin typeface="Times New Roman" panose="02020603050405020304" pitchFamily="18" charset="0"/>
                  <a:ea typeface="宋体" panose="02010600030101010101" pitchFamily="2" charset="-122"/>
                </a:rPr>
                <a:t>o</a:t>
              </a:r>
              <a:endParaRPr lang="en-US" altLang="zh-CN" sz="2000" b="0" dirty="0">
                <a:solidFill>
                  <a:schemeClr val="bg1"/>
                </a:solidFill>
                <a:latin typeface="Times New Roman" panose="02020603050405020304" pitchFamily="18" charset="0"/>
                <a:ea typeface="宋体" panose="02010600030101010101" pitchFamily="2" charset="-122"/>
              </a:endParaRPr>
            </a:p>
          </p:txBody>
        </p:sp>
        <p:graphicFrame>
          <p:nvGraphicFramePr>
            <p:cNvPr id="24580" name="Object 75"/>
            <p:cNvGraphicFramePr/>
            <p:nvPr/>
          </p:nvGraphicFramePr>
          <p:xfrm>
            <a:off x="4574" y="2941"/>
            <a:ext cx="288" cy="382"/>
          </p:xfrm>
          <a:graphic>
            <a:graphicData uri="http://schemas.openxmlformats.org/presentationml/2006/ole">
              <mc:AlternateContent xmlns:mc="http://schemas.openxmlformats.org/markup-compatibility/2006">
                <mc:Choice xmlns:v="urn:schemas-microsoft-com:vml" Requires="v">
                  <p:oleObj spid="_x0000_s3243" name="" r:id="rId1" imgW="228600" imgH="304800" progId="Equation.3">
                    <p:embed/>
                  </p:oleObj>
                </mc:Choice>
                <mc:Fallback>
                  <p:oleObj name="" r:id="rId1" imgW="228600" imgH="304800" progId="Equation.3">
                    <p:embed/>
                    <p:pic>
                      <p:nvPicPr>
                        <p:cNvPr id="0" name="图片 3242"/>
                        <p:cNvPicPr/>
                        <p:nvPr/>
                      </p:nvPicPr>
                      <p:blipFill>
                        <a:blip r:embed="rId2">
                          <a:clrChange>
                            <a:clrFrom>
                              <a:srgbClr val="000000"/>
                            </a:clrFrom>
                            <a:clrTo>
                              <a:srgbClr val="FFFF00"/>
                            </a:clrTo>
                          </a:clrChange>
                        </a:blip>
                        <a:stretch>
                          <a:fillRect/>
                        </a:stretch>
                      </p:blipFill>
                      <p:spPr>
                        <a:xfrm>
                          <a:off x="4574" y="2941"/>
                          <a:ext cx="288" cy="382"/>
                        </a:xfrm>
                        <a:prstGeom prst="rect">
                          <a:avLst/>
                        </a:prstGeom>
                        <a:noFill/>
                        <a:ln w="38100">
                          <a:noFill/>
                          <a:miter/>
                        </a:ln>
                      </p:spPr>
                    </p:pic>
                  </p:oleObj>
                </mc:Fallback>
              </mc:AlternateContent>
            </a:graphicData>
          </a:graphic>
        </p:graphicFrame>
        <p:graphicFrame>
          <p:nvGraphicFramePr>
            <p:cNvPr id="24581" name="Object 76"/>
            <p:cNvGraphicFramePr/>
            <p:nvPr/>
          </p:nvGraphicFramePr>
          <p:xfrm>
            <a:off x="4365" y="3143"/>
            <a:ext cx="336" cy="416"/>
          </p:xfrm>
          <a:graphic>
            <a:graphicData uri="http://schemas.openxmlformats.org/presentationml/2006/ole">
              <mc:AlternateContent xmlns:mc="http://schemas.openxmlformats.org/markup-compatibility/2006">
                <mc:Choice xmlns:v="urn:schemas-microsoft-com:vml" Requires="v">
                  <p:oleObj spid="_x0000_s3241" name="" r:id="rId3" imgW="266065" imgH="329565" progId="Equation.3">
                    <p:embed/>
                  </p:oleObj>
                </mc:Choice>
                <mc:Fallback>
                  <p:oleObj name="" r:id="rId3" imgW="266065" imgH="329565" progId="Equation.3">
                    <p:embed/>
                    <p:pic>
                      <p:nvPicPr>
                        <p:cNvPr id="0" name="图片 3240"/>
                        <p:cNvPicPr/>
                        <p:nvPr/>
                      </p:nvPicPr>
                      <p:blipFill>
                        <a:blip r:embed="rId4">
                          <a:clrChange>
                            <a:clrFrom>
                              <a:srgbClr val="000000"/>
                            </a:clrFrom>
                            <a:clrTo>
                              <a:srgbClr val="FFFFFF"/>
                            </a:clrTo>
                          </a:clrChange>
                        </a:blip>
                        <a:stretch>
                          <a:fillRect/>
                        </a:stretch>
                      </p:blipFill>
                      <p:spPr>
                        <a:xfrm>
                          <a:off x="4365" y="3143"/>
                          <a:ext cx="336" cy="416"/>
                        </a:xfrm>
                        <a:prstGeom prst="rect">
                          <a:avLst/>
                        </a:prstGeom>
                        <a:noFill/>
                        <a:ln w="38100">
                          <a:noFill/>
                          <a:miter/>
                        </a:ln>
                      </p:spPr>
                    </p:pic>
                  </p:oleObj>
                </mc:Fallback>
              </mc:AlternateContent>
            </a:graphicData>
          </a:graphic>
        </p:graphicFrame>
        <p:graphicFrame>
          <p:nvGraphicFramePr>
            <p:cNvPr id="24582" name="Object 77"/>
            <p:cNvGraphicFramePr/>
            <p:nvPr/>
          </p:nvGraphicFramePr>
          <p:xfrm>
            <a:off x="4831" y="2374"/>
            <a:ext cx="302" cy="369"/>
          </p:xfrm>
          <a:graphic>
            <a:graphicData uri="http://schemas.openxmlformats.org/presentationml/2006/ole">
              <mc:AlternateContent xmlns:mc="http://schemas.openxmlformats.org/markup-compatibility/2006">
                <mc:Choice xmlns:v="urn:schemas-microsoft-com:vml" Requires="v">
                  <p:oleObj spid="_x0000_s3249" name="" r:id="rId5" imgW="241300" imgH="292100" progId="Equation.3">
                    <p:embed/>
                  </p:oleObj>
                </mc:Choice>
                <mc:Fallback>
                  <p:oleObj name="" r:id="rId5" imgW="241300" imgH="292100" progId="Equation.3">
                    <p:embed/>
                    <p:pic>
                      <p:nvPicPr>
                        <p:cNvPr id="0" name="图片 3248"/>
                        <p:cNvPicPr/>
                        <p:nvPr/>
                      </p:nvPicPr>
                      <p:blipFill>
                        <a:blip r:embed="rId6">
                          <a:clrChange>
                            <a:clrFrom>
                              <a:srgbClr val="000000"/>
                            </a:clrFrom>
                            <a:clrTo>
                              <a:srgbClr val="FFFF00"/>
                            </a:clrTo>
                          </a:clrChange>
                        </a:blip>
                        <a:stretch>
                          <a:fillRect/>
                        </a:stretch>
                      </p:blipFill>
                      <p:spPr>
                        <a:xfrm>
                          <a:off x="4831" y="2374"/>
                          <a:ext cx="302" cy="369"/>
                        </a:xfrm>
                        <a:prstGeom prst="rect">
                          <a:avLst/>
                        </a:prstGeom>
                        <a:noFill/>
                        <a:ln w="38100">
                          <a:noFill/>
                          <a:miter/>
                        </a:ln>
                      </p:spPr>
                    </p:pic>
                  </p:oleObj>
                </mc:Fallback>
              </mc:AlternateContent>
            </a:graphicData>
          </a:graphic>
        </p:graphicFrame>
        <p:sp>
          <p:nvSpPr>
            <p:cNvPr id="24621" name="Arc 78"/>
            <p:cNvSpPr/>
            <p:nvPr/>
          </p:nvSpPr>
          <p:spPr>
            <a:xfrm rot="-1595087" flipV="1">
              <a:off x="4053" y="3257"/>
              <a:ext cx="84" cy="47"/>
            </a:xfrm>
            <a:custGeom>
              <a:avLst/>
              <a:gdLst>
                <a:gd name="txL" fmla="*/ 0 w 21631"/>
                <a:gd name="txT" fmla="*/ 0 h 21600"/>
                <a:gd name="txR" fmla="*/ 21631 w 21631"/>
                <a:gd name="txB" fmla="*/ 21600 h 21600"/>
              </a:gdLst>
              <a:ahLst/>
              <a:cxnLst>
                <a:cxn ang="0">
                  <a:pos x="0" y="0"/>
                </a:cxn>
                <a:cxn ang="0">
                  <a:pos x="0" y="0"/>
                </a:cxn>
                <a:cxn ang="0">
                  <a:pos x="0" y="0"/>
                </a:cxn>
              </a:cxnLst>
              <a:rect l="txL" t="txT" r="txR" b="txB"/>
              <a:pathLst>
                <a:path w="21631" h="21600" fill="none">
                  <a:moveTo>
                    <a:pt x="0" y="0"/>
                  </a:moveTo>
                  <a:cubicBezTo>
                    <a:pt x="10" y="0"/>
                    <a:pt x="20" y="-1"/>
                    <a:pt x="31" y="0"/>
                  </a:cubicBezTo>
                  <a:cubicBezTo>
                    <a:pt x="11960" y="0"/>
                    <a:pt x="21631" y="9670"/>
                    <a:pt x="21631" y="21600"/>
                  </a:cubicBezTo>
                </a:path>
                <a:path w="21631" h="21600" stroke="0">
                  <a:moveTo>
                    <a:pt x="0" y="0"/>
                  </a:moveTo>
                  <a:cubicBezTo>
                    <a:pt x="10" y="0"/>
                    <a:pt x="20" y="-1"/>
                    <a:pt x="31" y="0"/>
                  </a:cubicBezTo>
                  <a:cubicBezTo>
                    <a:pt x="11960" y="0"/>
                    <a:pt x="21631" y="9670"/>
                    <a:pt x="21631" y="21600"/>
                  </a:cubicBezTo>
                  <a:lnTo>
                    <a:pt x="31" y="21600"/>
                  </a:lnTo>
                  <a:close/>
                </a:path>
              </a:pathLst>
            </a:custGeom>
            <a:noFill/>
            <a:ln w="38100" cap="flat" cmpd="sng">
              <a:solidFill>
                <a:srgbClr val="66FF33"/>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4622" name="Arc 79"/>
            <p:cNvSpPr/>
            <p:nvPr/>
          </p:nvSpPr>
          <p:spPr>
            <a:xfrm rot="-4831461" flipV="1">
              <a:off x="4129" y="3099"/>
              <a:ext cx="84" cy="47"/>
            </a:xfrm>
            <a:custGeom>
              <a:avLst/>
              <a:gdLst>
                <a:gd name="txL" fmla="*/ 0 w 21631"/>
                <a:gd name="txT" fmla="*/ 0 h 21600"/>
                <a:gd name="txR" fmla="*/ 21631 w 21631"/>
                <a:gd name="txB" fmla="*/ 21600 h 21600"/>
              </a:gdLst>
              <a:ahLst/>
              <a:cxnLst>
                <a:cxn ang="0">
                  <a:pos x="0" y="0"/>
                </a:cxn>
                <a:cxn ang="0">
                  <a:pos x="0" y="0"/>
                </a:cxn>
                <a:cxn ang="0">
                  <a:pos x="0" y="0"/>
                </a:cxn>
              </a:cxnLst>
              <a:rect l="txL" t="txT" r="txR" b="txB"/>
              <a:pathLst>
                <a:path w="21631" h="21600" fill="none">
                  <a:moveTo>
                    <a:pt x="0" y="0"/>
                  </a:moveTo>
                  <a:cubicBezTo>
                    <a:pt x="10" y="0"/>
                    <a:pt x="20" y="-1"/>
                    <a:pt x="31" y="0"/>
                  </a:cubicBezTo>
                  <a:cubicBezTo>
                    <a:pt x="11960" y="0"/>
                    <a:pt x="21631" y="9670"/>
                    <a:pt x="21631" y="21600"/>
                  </a:cubicBezTo>
                </a:path>
                <a:path w="21631" h="21600" stroke="0">
                  <a:moveTo>
                    <a:pt x="0" y="0"/>
                  </a:moveTo>
                  <a:cubicBezTo>
                    <a:pt x="10" y="0"/>
                    <a:pt x="20" y="-1"/>
                    <a:pt x="31" y="0"/>
                  </a:cubicBezTo>
                  <a:cubicBezTo>
                    <a:pt x="11960" y="0"/>
                    <a:pt x="21631" y="9670"/>
                    <a:pt x="21631" y="21600"/>
                  </a:cubicBezTo>
                  <a:lnTo>
                    <a:pt x="31" y="21600"/>
                  </a:lnTo>
                  <a:close/>
                </a:path>
              </a:pathLst>
            </a:custGeom>
            <a:noFill/>
            <a:ln w="38100" cap="flat" cmpd="sng">
              <a:solidFill>
                <a:srgbClr val="66FF33"/>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4623" name="Arc 80"/>
            <p:cNvSpPr/>
            <p:nvPr/>
          </p:nvSpPr>
          <p:spPr>
            <a:xfrm rot="6444738" flipV="1">
              <a:off x="3799" y="3183"/>
              <a:ext cx="84" cy="47"/>
            </a:xfrm>
            <a:custGeom>
              <a:avLst/>
              <a:gdLst>
                <a:gd name="txL" fmla="*/ 0 w 21631"/>
                <a:gd name="txT" fmla="*/ 0 h 21600"/>
                <a:gd name="txR" fmla="*/ 21631 w 21631"/>
                <a:gd name="txB" fmla="*/ 21600 h 21600"/>
              </a:gdLst>
              <a:ahLst/>
              <a:cxnLst>
                <a:cxn ang="0">
                  <a:pos x="0" y="0"/>
                </a:cxn>
                <a:cxn ang="0">
                  <a:pos x="0" y="0"/>
                </a:cxn>
                <a:cxn ang="0">
                  <a:pos x="0" y="0"/>
                </a:cxn>
              </a:cxnLst>
              <a:rect l="txL" t="txT" r="txR" b="txB"/>
              <a:pathLst>
                <a:path w="21631" h="21600" fill="none">
                  <a:moveTo>
                    <a:pt x="0" y="0"/>
                  </a:moveTo>
                  <a:cubicBezTo>
                    <a:pt x="10" y="0"/>
                    <a:pt x="20" y="-1"/>
                    <a:pt x="31" y="0"/>
                  </a:cubicBezTo>
                  <a:cubicBezTo>
                    <a:pt x="11960" y="0"/>
                    <a:pt x="21631" y="9670"/>
                    <a:pt x="21631" y="21600"/>
                  </a:cubicBezTo>
                </a:path>
                <a:path w="21631" h="21600" stroke="0">
                  <a:moveTo>
                    <a:pt x="0" y="0"/>
                  </a:moveTo>
                  <a:cubicBezTo>
                    <a:pt x="10" y="0"/>
                    <a:pt x="20" y="-1"/>
                    <a:pt x="31" y="0"/>
                  </a:cubicBezTo>
                  <a:cubicBezTo>
                    <a:pt x="11960" y="0"/>
                    <a:pt x="21631" y="9670"/>
                    <a:pt x="21631" y="21600"/>
                  </a:cubicBezTo>
                  <a:lnTo>
                    <a:pt x="31" y="21600"/>
                  </a:lnTo>
                  <a:close/>
                </a:path>
              </a:pathLst>
            </a:custGeom>
            <a:noFill/>
            <a:ln w="28575" cap="flat" cmpd="sng">
              <a:solidFill>
                <a:srgbClr val="66FF33"/>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4624" name="Line 81"/>
            <p:cNvSpPr/>
            <p:nvPr/>
          </p:nvSpPr>
          <p:spPr>
            <a:xfrm rot="2292804" flipV="1">
              <a:off x="3975" y="3230"/>
              <a:ext cx="425" cy="85"/>
            </a:xfrm>
            <a:prstGeom prst="line">
              <a:avLst/>
            </a:prstGeom>
            <a:ln w="28575" cap="flat" cmpd="sng">
              <a:solidFill>
                <a:srgbClr val="00FFFF"/>
              </a:solidFill>
              <a:prstDash val="solid"/>
              <a:headEnd type="none" w="med" len="med"/>
              <a:tailEnd type="triangle" w="med" len="med"/>
            </a:ln>
          </p:spPr>
        </p:sp>
        <p:sp>
          <p:nvSpPr>
            <p:cNvPr id="24625" name="Line 82"/>
            <p:cNvSpPr/>
            <p:nvPr/>
          </p:nvSpPr>
          <p:spPr>
            <a:xfrm rot="1834131">
              <a:off x="3846" y="3298"/>
              <a:ext cx="602" cy="393"/>
            </a:xfrm>
            <a:prstGeom prst="line">
              <a:avLst/>
            </a:prstGeom>
            <a:ln w="28575" cap="flat" cmpd="sng">
              <a:solidFill>
                <a:srgbClr val="FF3300"/>
              </a:solidFill>
              <a:prstDash val="solid"/>
              <a:headEnd type="none" w="med" len="med"/>
              <a:tailEnd type="stealth" w="sm" len="med"/>
            </a:ln>
          </p:spPr>
        </p:sp>
        <p:sp>
          <p:nvSpPr>
            <p:cNvPr id="24626" name="Line 83"/>
            <p:cNvSpPr/>
            <p:nvPr/>
          </p:nvSpPr>
          <p:spPr>
            <a:xfrm rot="9480000" flipV="1">
              <a:off x="3598" y="3245"/>
              <a:ext cx="425" cy="85"/>
            </a:xfrm>
            <a:prstGeom prst="line">
              <a:avLst/>
            </a:prstGeom>
            <a:ln w="28575" cap="flat" cmpd="sng">
              <a:solidFill>
                <a:srgbClr val="00FFFF"/>
              </a:solidFill>
              <a:prstDash val="solid"/>
              <a:headEnd type="none" w="med" len="med"/>
              <a:tailEnd type="triangle" w="med" len="med"/>
            </a:ln>
          </p:spPr>
        </p:sp>
        <p:sp>
          <p:nvSpPr>
            <p:cNvPr id="24627" name="Line 84"/>
            <p:cNvSpPr/>
            <p:nvPr/>
          </p:nvSpPr>
          <p:spPr>
            <a:xfrm rot="-4320000" flipV="1">
              <a:off x="3799" y="2892"/>
              <a:ext cx="424" cy="101"/>
            </a:xfrm>
            <a:prstGeom prst="line">
              <a:avLst/>
            </a:prstGeom>
            <a:ln w="28575" cap="flat" cmpd="sng">
              <a:solidFill>
                <a:srgbClr val="00FFFF"/>
              </a:solidFill>
              <a:prstDash val="solid"/>
              <a:headEnd type="none" w="med" len="med"/>
              <a:tailEnd type="triangle" w="med" len="med"/>
            </a:ln>
          </p:spPr>
        </p:sp>
        <p:sp>
          <p:nvSpPr>
            <p:cNvPr id="24628" name="Text Box 85"/>
            <p:cNvSpPr txBox="1"/>
            <p:nvPr/>
          </p:nvSpPr>
          <p:spPr>
            <a:xfrm rot="2107919">
              <a:off x="4072" y="3266"/>
              <a:ext cx="278" cy="221"/>
            </a:xfrm>
            <a:prstGeom prst="rect">
              <a:avLst/>
            </a:prstGeom>
            <a:noFill/>
            <a:ln w="38100">
              <a:noFill/>
            </a:ln>
          </p:spPr>
          <p:txBody>
            <a:bodyPr wrap="none">
              <a:spAutoFit/>
            </a:bodyPr>
            <a:p>
              <a:r>
                <a:rPr lang="en-US" altLang="zh-CN" sz="2000" b="0" dirty="0">
                  <a:solidFill>
                    <a:schemeClr val="bg1"/>
                  </a:solidFill>
                  <a:latin typeface="Times New Roman" panose="02020603050405020304" pitchFamily="18" charset="0"/>
                  <a:ea typeface="宋体" panose="02010600030101010101" pitchFamily="2" charset="-122"/>
                </a:rPr>
                <a:t>30</a:t>
              </a:r>
              <a:r>
                <a:rPr lang="en-US" altLang="zh-CN" sz="2000" b="0" baseline="40000" dirty="0">
                  <a:solidFill>
                    <a:schemeClr val="bg1"/>
                  </a:solidFill>
                  <a:latin typeface="Times New Roman" panose="02020603050405020304" pitchFamily="18" charset="0"/>
                  <a:ea typeface="宋体" panose="02010600030101010101" pitchFamily="2" charset="-122"/>
                </a:rPr>
                <a:t>o</a:t>
              </a:r>
              <a:endParaRPr lang="en-US" altLang="zh-CN" sz="2000" b="0" dirty="0">
                <a:solidFill>
                  <a:schemeClr val="bg1"/>
                </a:solidFill>
                <a:latin typeface="Times New Roman" panose="02020603050405020304" pitchFamily="18" charset="0"/>
                <a:ea typeface="宋体" panose="02010600030101010101" pitchFamily="2" charset="-122"/>
              </a:endParaRPr>
            </a:p>
          </p:txBody>
        </p:sp>
        <p:graphicFrame>
          <p:nvGraphicFramePr>
            <p:cNvPr id="24583" name="Object 86"/>
            <p:cNvGraphicFramePr/>
            <p:nvPr/>
          </p:nvGraphicFramePr>
          <p:xfrm>
            <a:off x="4269" y="3662"/>
            <a:ext cx="318" cy="416"/>
          </p:xfrm>
          <a:graphic>
            <a:graphicData uri="http://schemas.openxmlformats.org/presentationml/2006/ole">
              <mc:AlternateContent xmlns:mc="http://schemas.openxmlformats.org/markup-compatibility/2006">
                <mc:Choice xmlns:v="urn:schemas-microsoft-com:vml" Requires="v">
                  <p:oleObj spid="_x0000_s3248" name="" r:id="rId7" imgW="254000" imgH="330200" progId="Equation.3">
                    <p:embed/>
                  </p:oleObj>
                </mc:Choice>
                <mc:Fallback>
                  <p:oleObj name="" r:id="rId7" imgW="254000" imgH="330200" progId="Equation.3">
                    <p:embed/>
                    <p:pic>
                      <p:nvPicPr>
                        <p:cNvPr id="0" name="图片 3247"/>
                        <p:cNvPicPr/>
                        <p:nvPr/>
                      </p:nvPicPr>
                      <p:blipFill>
                        <a:blip r:embed="rId8">
                          <a:clrChange>
                            <a:clrFrom>
                              <a:srgbClr val="000000"/>
                            </a:clrFrom>
                            <a:clrTo>
                              <a:srgbClr val="FF3300"/>
                            </a:clrTo>
                          </a:clrChange>
                        </a:blip>
                        <a:stretch>
                          <a:fillRect/>
                        </a:stretch>
                      </p:blipFill>
                      <p:spPr>
                        <a:xfrm>
                          <a:off x="4269" y="3662"/>
                          <a:ext cx="318" cy="416"/>
                        </a:xfrm>
                        <a:prstGeom prst="rect">
                          <a:avLst/>
                        </a:prstGeom>
                        <a:noFill/>
                        <a:ln w="38100">
                          <a:noFill/>
                          <a:miter/>
                        </a:ln>
                      </p:spPr>
                    </p:pic>
                  </p:oleObj>
                </mc:Fallback>
              </mc:AlternateContent>
            </a:graphicData>
          </a:graphic>
        </p:graphicFrame>
        <p:sp>
          <p:nvSpPr>
            <p:cNvPr id="24629" name="Line 87"/>
            <p:cNvSpPr/>
            <p:nvPr/>
          </p:nvSpPr>
          <p:spPr>
            <a:xfrm rot="9060000">
              <a:off x="3330" y="2949"/>
              <a:ext cx="602" cy="393"/>
            </a:xfrm>
            <a:prstGeom prst="line">
              <a:avLst/>
            </a:prstGeom>
            <a:ln w="28575" cap="flat" cmpd="sng">
              <a:solidFill>
                <a:srgbClr val="FF3300"/>
              </a:solidFill>
              <a:prstDash val="solid"/>
              <a:headEnd type="none" w="med" len="med"/>
              <a:tailEnd type="stealth" w="sm" len="med"/>
            </a:ln>
          </p:spPr>
        </p:sp>
        <p:sp>
          <p:nvSpPr>
            <p:cNvPr id="24630" name="Line 88"/>
            <p:cNvSpPr/>
            <p:nvPr/>
          </p:nvSpPr>
          <p:spPr>
            <a:xfrm rot="-5460000">
              <a:off x="3884" y="2667"/>
              <a:ext cx="602" cy="393"/>
            </a:xfrm>
            <a:prstGeom prst="line">
              <a:avLst/>
            </a:prstGeom>
            <a:ln w="28575" cap="flat" cmpd="sng">
              <a:solidFill>
                <a:srgbClr val="FF3300"/>
              </a:solidFill>
              <a:prstDash val="solid"/>
              <a:headEnd type="none" w="med" len="med"/>
              <a:tailEnd type="stealth" w="sm" len="med"/>
            </a:ln>
          </p:spPr>
        </p:sp>
        <p:sp>
          <p:nvSpPr>
            <p:cNvPr id="24631" name="Arc 89"/>
            <p:cNvSpPr/>
            <p:nvPr/>
          </p:nvSpPr>
          <p:spPr>
            <a:xfrm rot="-7696915" flipV="1">
              <a:off x="4015" y="2961"/>
              <a:ext cx="84" cy="47"/>
            </a:xfrm>
            <a:custGeom>
              <a:avLst/>
              <a:gdLst>
                <a:gd name="txL" fmla="*/ 0 w 21631"/>
                <a:gd name="txT" fmla="*/ 0 h 21600"/>
                <a:gd name="txR" fmla="*/ 21631 w 21631"/>
                <a:gd name="txB" fmla="*/ 21600 h 21600"/>
              </a:gdLst>
              <a:ahLst/>
              <a:cxnLst>
                <a:cxn ang="0">
                  <a:pos x="0" y="0"/>
                </a:cxn>
                <a:cxn ang="0">
                  <a:pos x="0" y="0"/>
                </a:cxn>
                <a:cxn ang="0">
                  <a:pos x="0" y="0"/>
                </a:cxn>
              </a:cxnLst>
              <a:rect l="txL" t="txT" r="txR" b="txB"/>
              <a:pathLst>
                <a:path w="21631" h="21600" fill="none">
                  <a:moveTo>
                    <a:pt x="0" y="0"/>
                  </a:moveTo>
                  <a:cubicBezTo>
                    <a:pt x="10" y="0"/>
                    <a:pt x="20" y="-1"/>
                    <a:pt x="31" y="0"/>
                  </a:cubicBezTo>
                  <a:cubicBezTo>
                    <a:pt x="11960" y="0"/>
                    <a:pt x="21631" y="9670"/>
                    <a:pt x="21631" y="21600"/>
                  </a:cubicBezTo>
                </a:path>
                <a:path w="21631" h="21600" stroke="0">
                  <a:moveTo>
                    <a:pt x="0" y="0"/>
                  </a:moveTo>
                  <a:cubicBezTo>
                    <a:pt x="10" y="0"/>
                    <a:pt x="20" y="-1"/>
                    <a:pt x="31" y="0"/>
                  </a:cubicBezTo>
                  <a:cubicBezTo>
                    <a:pt x="11960" y="0"/>
                    <a:pt x="21631" y="9670"/>
                    <a:pt x="21631" y="21600"/>
                  </a:cubicBezTo>
                  <a:lnTo>
                    <a:pt x="31" y="21600"/>
                  </a:lnTo>
                  <a:close/>
                </a:path>
              </a:pathLst>
            </a:custGeom>
            <a:noFill/>
            <a:ln w="38100" cap="flat" cmpd="sng">
              <a:solidFill>
                <a:srgbClr val="66FF33"/>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4632" name="Text Box 90"/>
            <p:cNvSpPr txBox="1"/>
            <p:nvPr/>
          </p:nvSpPr>
          <p:spPr>
            <a:xfrm rot="-3950795">
              <a:off x="3953" y="2717"/>
              <a:ext cx="290" cy="212"/>
            </a:xfrm>
            <a:prstGeom prst="rect">
              <a:avLst/>
            </a:prstGeom>
            <a:noFill/>
            <a:ln w="38100">
              <a:noFill/>
            </a:ln>
          </p:spPr>
          <p:txBody>
            <a:bodyPr wrap="none">
              <a:spAutoFit/>
            </a:bodyPr>
            <a:p>
              <a:r>
                <a:rPr lang="en-US" altLang="zh-CN" sz="2000" b="0" dirty="0">
                  <a:solidFill>
                    <a:schemeClr val="bg1"/>
                  </a:solidFill>
                  <a:latin typeface="Times New Roman" panose="02020603050405020304" pitchFamily="18" charset="0"/>
                  <a:ea typeface="宋体" panose="02010600030101010101" pitchFamily="2" charset="-122"/>
                </a:rPr>
                <a:t>30</a:t>
              </a:r>
              <a:r>
                <a:rPr lang="en-US" altLang="zh-CN" sz="2000" b="0" baseline="40000" dirty="0">
                  <a:solidFill>
                    <a:schemeClr val="bg1"/>
                  </a:solidFill>
                  <a:latin typeface="Times New Roman" panose="02020603050405020304" pitchFamily="18" charset="0"/>
                  <a:ea typeface="宋体" panose="02010600030101010101" pitchFamily="2" charset="-122"/>
                </a:rPr>
                <a:t>o</a:t>
              </a:r>
              <a:endParaRPr lang="en-US" altLang="zh-CN" sz="2000" b="0" dirty="0">
                <a:solidFill>
                  <a:schemeClr val="bg1"/>
                </a:solidFill>
                <a:latin typeface="Times New Roman" panose="02020603050405020304" pitchFamily="18" charset="0"/>
                <a:ea typeface="宋体" panose="02010600030101010101" pitchFamily="2" charset="-122"/>
              </a:endParaRPr>
            </a:p>
          </p:txBody>
        </p:sp>
        <p:sp>
          <p:nvSpPr>
            <p:cNvPr id="24633" name="Line 91"/>
            <p:cNvSpPr/>
            <p:nvPr/>
          </p:nvSpPr>
          <p:spPr>
            <a:xfrm rot="-80156" flipH="1">
              <a:off x="4302" y="3366"/>
              <a:ext cx="82" cy="442"/>
            </a:xfrm>
            <a:prstGeom prst="line">
              <a:avLst/>
            </a:prstGeom>
            <a:ln w="28575" cap="flat" cmpd="sng">
              <a:solidFill>
                <a:schemeClr val="accent1"/>
              </a:solidFill>
              <a:prstDash val="dash"/>
              <a:headEnd type="none" w="med" len="med"/>
              <a:tailEnd type="none" w="med" len="med"/>
            </a:ln>
          </p:spPr>
        </p:sp>
        <p:sp>
          <p:nvSpPr>
            <p:cNvPr id="24634" name="Line 92"/>
            <p:cNvSpPr/>
            <p:nvPr/>
          </p:nvSpPr>
          <p:spPr>
            <a:xfrm>
              <a:off x="3270" y="3122"/>
              <a:ext cx="358" cy="290"/>
            </a:xfrm>
            <a:prstGeom prst="line">
              <a:avLst/>
            </a:prstGeom>
            <a:ln w="28575" cap="flat" cmpd="sng">
              <a:solidFill>
                <a:schemeClr val="accent1"/>
              </a:solidFill>
              <a:prstDash val="dash"/>
              <a:headEnd type="none" w="med" len="med"/>
              <a:tailEnd type="none" w="med" len="med"/>
            </a:ln>
          </p:spPr>
        </p:sp>
        <p:sp>
          <p:nvSpPr>
            <p:cNvPr id="24635" name="Line 93"/>
            <p:cNvSpPr/>
            <p:nvPr/>
          </p:nvSpPr>
          <p:spPr>
            <a:xfrm flipV="1">
              <a:off x="4031" y="2563"/>
              <a:ext cx="348" cy="171"/>
            </a:xfrm>
            <a:prstGeom prst="line">
              <a:avLst/>
            </a:prstGeom>
            <a:ln w="28575" cap="flat" cmpd="sng">
              <a:solidFill>
                <a:schemeClr val="accent1"/>
              </a:solidFill>
              <a:prstDash val="dash"/>
              <a:headEnd type="none" w="med" len="med"/>
              <a:tailEnd type="none" w="med" len="med"/>
            </a:ln>
          </p:spPr>
        </p:sp>
        <p:graphicFrame>
          <p:nvGraphicFramePr>
            <p:cNvPr id="24584" name="Object 94"/>
            <p:cNvGraphicFramePr/>
            <p:nvPr/>
          </p:nvGraphicFramePr>
          <p:xfrm>
            <a:off x="3467" y="3302"/>
            <a:ext cx="352" cy="416"/>
          </p:xfrm>
          <a:graphic>
            <a:graphicData uri="http://schemas.openxmlformats.org/presentationml/2006/ole">
              <mc:AlternateContent xmlns:mc="http://schemas.openxmlformats.org/markup-compatibility/2006">
                <mc:Choice xmlns:v="urn:schemas-microsoft-com:vml" Requires="v">
                  <p:oleObj spid="_x0000_s3242" name="" r:id="rId9" imgW="279400" imgH="330200" progId="Equation.3">
                    <p:embed/>
                  </p:oleObj>
                </mc:Choice>
                <mc:Fallback>
                  <p:oleObj name="" r:id="rId9" imgW="279400" imgH="330200" progId="Equation.3">
                    <p:embed/>
                    <p:pic>
                      <p:nvPicPr>
                        <p:cNvPr id="0" name="图片 3241"/>
                        <p:cNvPicPr/>
                        <p:nvPr/>
                      </p:nvPicPr>
                      <p:blipFill>
                        <a:blip r:embed="rId10">
                          <a:clrChange>
                            <a:clrFrom>
                              <a:srgbClr val="000000"/>
                            </a:clrFrom>
                            <a:clrTo>
                              <a:srgbClr val="FFFFFF"/>
                            </a:clrTo>
                          </a:clrChange>
                        </a:blip>
                        <a:stretch>
                          <a:fillRect/>
                        </a:stretch>
                      </p:blipFill>
                      <p:spPr>
                        <a:xfrm>
                          <a:off x="3467" y="3302"/>
                          <a:ext cx="352" cy="416"/>
                        </a:xfrm>
                        <a:prstGeom prst="rect">
                          <a:avLst/>
                        </a:prstGeom>
                        <a:noFill/>
                        <a:ln w="38100">
                          <a:noFill/>
                          <a:miter/>
                        </a:ln>
                      </p:spPr>
                    </p:pic>
                  </p:oleObj>
                </mc:Fallback>
              </mc:AlternateContent>
            </a:graphicData>
          </a:graphic>
        </p:graphicFrame>
        <p:graphicFrame>
          <p:nvGraphicFramePr>
            <p:cNvPr id="24585" name="Object 95"/>
            <p:cNvGraphicFramePr/>
            <p:nvPr/>
          </p:nvGraphicFramePr>
          <p:xfrm>
            <a:off x="3728" y="2447"/>
            <a:ext cx="337" cy="416"/>
          </p:xfrm>
          <a:graphic>
            <a:graphicData uri="http://schemas.openxmlformats.org/presentationml/2006/ole">
              <mc:AlternateContent xmlns:mc="http://schemas.openxmlformats.org/markup-compatibility/2006">
                <mc:Choice xmlns:v="urn:schemas-microsoft-com:vml" Requires="v">
                  <p:oleObj spid="_x0000_s3244" name="" r:id="rId11" imgW="266065" imgH="329565" progId="Equation.3">
                    <p:embed/>
                  </p:oleObj>
                </mc:Choice>
                <mc:Fallback>
                  <p:oleObj name="" r:id="rId11" imgW="266065" imgH="329565" progId="Equation.3">
                    <p:embed/>
                    <p:pic>
                      <p:nvPicPr>
                        <p:cNvPr id="0" name="图片 3243"/>
                        <p:cNvPicPr/>
                        <p:nvPr/>
                      </p:nvPicPr>
                      <p:blipFill>
                        <a:blip r:embed="rId12">
                          <a:clrChange>
                            <a:clrFrom>
                              <a:srgbClr val="000000"/>
                            </a:clrFrom>
                            <a:clrTo>
                              <a:srgbClr val="FFFFFF"/>
                            </a:clrTo>
                          </a:clrChange>
                        </a:blip>
                        <a:stretch>
                          <a:fillRect/>
                        </a:stretch>
                      </p:blipFill>
                      <p:spPr>
                        <a:xfrm>
                          <a:off x="3728" y="2447"/>
                          <a:ext cx="337" cy="416"/>
                        </a:xfrm>
                        <a:prstGeom prst="rect">
                          <a:avLst/>
                        </a:prstGeom>
                        <a:noFill/>
                        <a:ln w="38100">
                          <a:noFill/>
                          <a:miter/>
                        </a:ln>
                      </p:spPr>
                    </p:pic>
                  </p:oleObj>
                </mc:Fallback>
              </mc:AlternateContent>
            </a:graphicData>
          </a:graphic>
        </p:graphicFrame>
        <p:graphicFrame>
          <p:nvGraphicFramePr>
            <p:cNvPr id="24586" name="Object 96"/>
            <p:cNvGraphicFramePr/>
            <p:nvPr/>
          </p:nvGraphicFramePr>
          <p:xfrm>
            <a:off x="3295" y="2742"/>
            <a:ext cx="302" cy="416"/>
          </p:xfrm>
          <a:graphic>
            <a:graphicData uri="http://schemas.openxmlformats.org/presentationml/2006/ole">
              <mc:AlternateContent xmlns:mc="http://schemas.openxmlformats.org/markup-compatibility/2006">
                <mc:Choice xmlns:v="urn:schemas-microsoft-com:vml" Requires="v">
                  <p:oleObj spid="_x0000_s3245" name="" r:id="rId13" imgW="241300" imgH="330200" progId="Equation.3">
                    <p:embed/>
                  </p:oleObj>
                </mc:Choice>
                <mc:Fallback>
                  <p:oleObj name="" r:id="rId13" imgW="241300" imgH="330200" progId="Equation.3">
                    <p:embed/>
                    <p:pic>
                      <p:nvPicPr>
                        <p:cNvPr id="0" name="图片 3244"/>
                        <p:cNvPicPr/>
                        <p:nvPr/>
                      </p:nvPicPr>
                      <p:blipFill>
                        <a:blip r:embed="rId14">
                          <a:clrChange>
                            <a:clrFrom>
                              <a:srgbClr val="000000"/>
                            </a:clrFrom>
                            <a:clrTo>
                              <a:srgbClr val="FF3300"/>
                            </a:clrTo>
                          </a:clrChange>
                        </a:blip>
                        <a:stretch>
                          <a:fillRect/>
                        </a:stretch>
                      </p:blipFill>
                      <p:spPr>
                        <a:xfrm>
                          <a:off x="3295" y="2742"/>
                          <a:ext cx="302" cy="416"/>
                        </a:xfrm>
                        <a:prstGeom prst="rect">
                          <a:avLst/>
                        </a:prstGeom>
                        <a:noFill/>
                        <a:ln w="38100">
                          <a:noFill/>
                          <a:miter/>
                        </a:ln>
                      </p:spPr>
                    </p:pic>
                  </p:oleObj>
                </mc:Fallback>
              </mc:AlternateContent>
            </a:graphicData>
          </a:graphic>
        </p:graphicFrame>
        <p:graphicFrame>
          <p:nvGraphicFramePr>
            <p:cNvPr id="24587" name="Object 97"/>
            <p:cNvGraphicFramePr/>
            <p:nvPr/>
          </p:nvGraphicFramePr>
          <p:xfrm>
            <a:off x="4333" y="2233"/>
            <a:ext cx="303" cy="416"/>
          </p:xfrm>
          <a:graphic>
            <a:graphicData uri="http://schemas.openxmlformats.org/presentationml/2006/ole">
              <mc:AlternateContent xmlns:mc="http://schemas.openxmlformats.org/markup-compatibility/2006">
                <mc:Choice xmlns:v="urn:schemas-microsoft-com:vml" Requires="v">
                  <p:oleObj spid="_x0000_s3246" name="" r:id="rId15" imgW="241300" imgH="330200" progId="Equation.3">
                    <p:embed/>
                  </p:oleObj>
                </mc:Choice>
                <mc:Fallback>
                  <p:oleObj name="" r:id="rId15" imgW="241300" imgH="330200" progId="Equation.3">
                    <p:embed/>
                    <p:pic>
                      <p:nvPicPr>
                        <p:cNvPr id="0" name="图片 3245"/>
                        <p:cNvPicPr/>
                        <p:nvPr/>
                      </p:nvPicPr>
                      <p:blipFill>
                        <a:blip r:embed="rId16">
                          <a:clrChange>
                            <a:clrFrom>
                              <a:srgbClr val="000000"/>
                            </a:clrFrom>
                            <a:clrTo>
                              <a:srgbClr val="FF3300"/>
                            </a:clrTo>
                          </a:clrChange>
                        </a:blip>
                        <a:stretch>
                          <a:fillRect/>
                        </a:stretch>
                      </p:blipFill>
                      <p:spPr>
                        <a:xfrm>
                          <a:off x="4333" y="2233"/>
                          <a:ext cx="303" cy="416"/>
                        </a:xfrm>
                        <a:prstGeom prst="rect">
                          <a:avLst/>
                        </a:prstGeom>
                        <a:noFill/>
                        <a:ln w="38100">
                          <a:noFill/>
                          <a:miter/>
                        </a:ln>
                      </p:spPr>
                    </p:pic>
                  </p:oleObj>
                </mc:Fallback>
              </mc:AlternateContent>
            </a:graphicData>
          </a:graphic>
        </p:graphicFrame>
        <p:sp>
          <p:nvSpPr>
            <p:cNvPr id="24636" name="Arc 98"/>
            <p:cNvSpPr/>
            <p:nvPr/>
          </p:nvSpPr>
          <p:spPr>
            <a:xfrm rot="-4438641" flipV="1">
              <a:off x="4069" y="3146"/>
              <a:ext cx="120" cy="47"/>
            </a:xfrm>
            <a:custGeom>
              <a:avLst/>
              <a:gdLst>
                <a:gd name="txL" fmla="*/ 0 w 30824"/>
                <a:gd name="txT" fmla="*/ 0 h 21600"/>
                <a:gd name="txR" fmla="*/ 30824 w 30824"/>
                <a:gd name="txB" fmla="*/ 21600 h 21600"/>
              </a:gdLst>
              <a:ahLst/>
              <a:cxnLst>
                <a:cxn ang="0">
                  <a:pos x="0" y="0"/>
                </a:cxn>
                <a:cxn ang="0">
                  <a:pos x="0" y="0"/>
                </a:cxn>
                <a:cxn ang="0">
                  <a:pos x="0" y="0"/>
                </a:cxn>
              </a:cxnLst>
              <a:rect l="txL" t="txT" r="txR" b="txB"/>
              <a:pathLst>
                <a:path w="30824" h="21600" fill="none">
                  <a:moveTo>
                    <a:pt x="0" y="2068"/>
                  </a:moveTo>
                  <a:cubicBezTo>
                    <a:pt x="2884" y="706"/>
                    <a:pt x="6034" y="-1"/>
                    <a:pt x="9224" y="0"/>
                  </a:cubicBezTo>
                  <a:cubicBezTo>
                    <a:pt x="21153" y="0"/>
                    <a:pt x="30824" y="9670"/>
                    <a:pt x="30824" y="21600"/>
                  </a:cubicBezTo>
                </a:path>
                <a:path w="30824" h="21600" stroke="0">
                  <a:moveTo>
                    <a:pt x="0" y="2068"/>
                  </a:moveTo>
                  <a:cubicBezTo>
                    <a:pt x="2884" y="706"/>
                    <a:pt x="6034" y="-1"/>
                    <a:pt x="9224" y="0"/>
                  </a:cubicBezTo>
                  <a:cubicBezTo>
                    <a:pt x="21153" y="0"/>
                    <a:pt x="30824" y="9670"/>
                    <a:pt x="30824" y="21600"/>
                  </a:cubicBezTo>
                  <a:lnTo>
                    <a:pt x="9224" y="21600"/>
                  </a:lnTo>
                  <a:close/>
                </a:path>
              </a:pathLst>
            </a:custGeom>
            <a:noFill/>
            <a:ln w="38100" cap="flat" cmpd="sng">
              <a:solidFill>
                <a:srgbClr val="66FF33"/>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4637" name="Text Box 99"/>
            <p:cNvSpPr txBox="1"/>
            <p:nvPr/>
          </p:nvSpPr>
          <p:spPr>
            <a:xfrm>
              <a:off x="4195" y="3212"/>
              <a:ext cx="205" cy="254"/>
            </a:xfrm>
            <a:prstGeom prst="rect">
              <a:avLst/>
            </a:prstGeom>
            <a:noFill/>
            <a:ln w="38100">
              <a:noFill/>
            </a:ln>
          </p:spPr>
          <p:txBody>
            <a:bodyPr>
              <a:spAutoFit/>
            </a:bodyPr>
            <a:p>
              <a:pPr>
                <a:spcBef>
                  <a:spcPct val="50000"/>
                </a:spcBef>
              </a:pPr>
              <a:endParaRPr lang="zh-CN" altLang="zh-CN" sz="2400" b="0" dirty="0">
                <a:solidFill>
                  <a:schemeClr val="bg1"/>
                </a:solidFill>
                <a:latin typeface="Times New Roman" panose="02020603050405020304" pitchFamily="18" charset="0"/>
                <a:ea typeface="宋体" panose="02010600030101010101" pitchFamily="2" charset="-122"/>
              </a:endParaRPr>
            </a:p>
          </p:txBody>
        </p:sp>
        <p:sp>
          <p:nvSpPr>
            <p:cNvPr id="24638" name="Text Box 100"/>
            <p:cNvSpPr txBox="1"/>
            <p:nvPr/>
          </p:nvSpPr>
          <p:spPr>
            <a:xfrm>
              <a:off x="4156" y="3069"/>
              <a:ext cx="250" cy="221"/>
            </a:xfrm>
            <a:prstGeom prst="rect">
              <a:avLst/>
            </a:prstGeom>
            <a:noFill/>
            <a:ln w="38100">
              <a:noFill/>
            </a:ln>
          </p:spPr>
          <p:txBody>
            <a:bodyPr>
              <a:spAutoFit/>
            </a:bodyPr>
            <a:p>
              <a:pPr>
                <a:spcBef>
                  <a:spcPct val="50000"/>
                </a:spcBef>
              </a:pPr>
              <a:r>
                <a:rPr lang="en-US" altLang="zh-CN" sz="20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000" b="0" dirty="0">
                <a:solidFill>
                  <a:schemeClr val="bg1"/>
                </a:solidFill>
                <a:latin typeface="Times New Roman" panose="02020603050405020304" pitchFamily="18" charset="0"/>
                <a:ea typeface="宋体" panose="02010600030101010101" pitchFamily="2" charset="-122"/>
              </a:endParaRPr>
            </a:p>
          </p:txBody>
        </p:sp>
        <p:graphicFrame>
          <p:nvGraphicFramePr>
            <p:cNvPr id="24588" name="Object 101"/>
            <p:cNvGraphicFramePr/>
            <p:nvPr/>
          </p:nvGraphicFramePr>
          <p:xfrm>
            <a:off x="4344" y="3493"/>
            <a:ext cx="428" cy="331"/>
          </p:xfrm>
          <a:graphic>
            <a:graphicData uri="http://schemas.openxmlformats.org/presentationml/2006/ole">
              <mc:AlternateContent xmlns:mc="http://schemas.openxmlformats.org/markup-compatibility/2006">
                <mc:Choice xmlns:v="urn:schemas-microsoft-com:vml" Requires="v">
                  <p:oleObj spid="_x0000_s3247" name="" r:id="rId17" imgW="342265" imgH="266065" progId="Equation.3">
                    <p:embed/>
                  </p:oleObj>
                </mc:Choice>
                <mc:Fallback>
                  <p:oleObj name="" r:id="rId17" imgW="342265" imgH="266065" progId="Equation.3">
                    <p:embed/>
                    <p:pic>
                      <p:nvPicPr>
                        <p:cNvPr id="0" name="图片 3246"/>
                        <p:cNvPicPr/>
                        <p:nvPr/>
                      </p:nvPicPr>
                      <p:blipFill>
                        <a:blip r:embed="rId18">
                          <a:clrChange>
                            <a:clrFrom>
                              <a:srgbClr val="000000"/>
                            </a:clrFrom>
                            <a:clrTo>
                              <a:srgbClr val="00CC00"/>
                            </a:clrTo>
                          </a:clrChange>
                        </a:blip>
                        <a:stretch>
                          <a:fillRect/>
                        </a:stretch>
                      </p:blipFill>
                      <p:spPr>
                        <a:xfrm>
                          <a:off x="4344" y="3493"/>
                          <a:ext cx="428" cy="331"/>
                        </a:xfrm>
                        <a:prstGeom prst="rect">
                          <a:avLst/>
                        </a:prstGeom>
                        <a:noFill/>
                        <a:ln w="38100">
                          <a:noFill/>
                          <a:miter/>
                        </a:ln>
                      </p:spPr>
                    </p:pic>
                  </p:oleObj>
                </mc:Fallback>
              </mc:AlternateContent>
            </a:graphicData>
          </a:graphic>
        </p:graphicFrame>
      </p:grpSp>
      <p:grpSp>
        <p:nvGrpSpPr>
          <p:cNvPr id="24592" name="Group 124"/>
          <p:cNvGrpSpPr/>
          <p:nvPr/>
        </p:nvGrpSpPr>
        <p:grpSpPr>
          <a:xfrm>
            <a:off x="8316913" y="6445250"/>
            <a:ext cx="792162" cy="366713"/>
            <a:chOff x="5193" y="4020"/>
            <a:chExt cx="499" cy="231"/>
          </a:xfrm>
        </p:grpSpPr>
        <p:pic>
          <p:nvPicPr>
            <p:cNvPr id="24615" name="Picture 125" descr="78900"/>
            <p:cNvPicPr>
              <a:picLocks noChangeAspect="1"/>
            </p:cNvPicPr>
            <p:nvPr/>
          </p:nvPicPr>
          <p:blipFill>
            <a:blip r:embed="rId19"/>
            <a:stretch>
              <a:fillRect/>
            </a:stretch>
          </p:blipFill>
          <p:spPr>
            <a:xfrm>
              <a:off x="5193" y="4066"/>
              <a:ext cx="499" cy="181"/>
            </a:xfrm>
            <a:prstGeom prst="rect">
              <a:avLst/>
            </a:prstGeom>
            <a:noFill/>
            <a:ln w="9525">
              <a:noFill/>
            </a:ln>
          </p:spPr>
        </p:pic>
        <p:sp>
          <p:nvSpPr>
            <p:cNvPr id="24616" name="Text Box 126">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4593" name="Group 127"/>
          <p:cNvGrpSpPr/>
          <p:nvPr/>
        </p:nvGrpSpPr>
        <p:grpSpPr>
          <a:xfrm>
            <a:off x="7451725" y="6445250"/>
            <a:ext cx="792163" cy="366713"/>
            <a:chOff x="5193" y="4020"/>
            <a:chExt cx="499" cy="231"/>
          </a:xfrm>
        </p:grpSpPr>
        <p:pic>
          <p:nvPicPr>
            <p:cNvPr id="24613" name="Picture 128" descr="78900"/>
            <p:cNvPicPr>
              <a:picLocks noChangeAspect="1"/>
            </p:cNvPicPr>
            <p:nvPr/>
          </p:nvPicPr>
          <p:blipFill>
            <a:blip r:embed="rId19"/>
            <a:stretch>
              <a:fillRect/>
            </a:stretch>
          </p:blipFill>
          <p:spPr>
            <a:xfrm>
              <a:off x="5193" y="4066"/>
              <a:ext cx="499" cy="181"/>
            </a:xfrm>
            <a:prstGeom prst="rect">
              <a:avLst/>
            </a:prstGeom>
            <a:noFill/>
            <a:ln w="9525">
              <a:noFill/>
            </a:ln>
          </p:spPr>
        </p:pic>
        <p:sp>
          <p:nvSpPr>
            <p:cNvPr id="24614" name="Text Box 129">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4594" name="Group 130"/>
          <p:cNvGrpSpPr/>
          <p:nvPr/>
        </p:nvGrpSpPr>
        <p:grpSpPr>
          <a:xfrm>
            <a:off x="6588125" y="6446838"/>
            <a:ext cx="792163" cy="366712"/>
            <a:chOff x="4695" y="4061"/>
            <a:chExt cx="499" cy="231"/>
          </a:xfrm>
        </p:grpSpPr>
        <p:pic>
          <p:nvPicPr>
            <p:cNvPr id="24611" name="Picture 131" descr="78900"/>
            <p:cNvPicPr>
              <a:picLocks noChangeAspect="1"/>
            </p:cNvPicPr>
            <p:nvPr/>
          </p:nvPicPr>
          <p:blipFill>
            <a:blip r:embed="rId19"/>
            <a:stretch>
              <a:fillRect/>
            </a:stretch>
          </p:blipFill>
          <p:spPr>
            <a:xfrm>
              <a:off x="4695" y="4107"/>
              <a:ext cx="499" cy="181"/>
            </a:xfrm>
            <a:prstGeom prst="rect">
              <a:avLst/>
            </a:prstGeom>
            <a:noFill/>
            <a:ln w="9525">
              <a:noFill/>
            </a:ln>
          </p:spPr>
        </p:pic>
        <p:sp>
          <p:nvSpPr>
            <p:cNvPr id="24612" name="Text Box 132">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 name="Group 139"/>
          <p:cNvGrpSpPr/>
          <p:nvPr/>
        </p:nvGrpSpPr>
        <p:grpSpPr>
          <a:xfrm>
            <a:off x="2195513" y="404813"/>
            <a:ext cx="4575175" cy="3127375"/>
            <a:chOff x="1383" y="255"/>
            <a:chExt cx="2882" cy="1970"/>
          </a:xfrm>
        </p:grpSpPr>
        <p:graphicFrame>
          <p:nvGraphicFramePr>
            <p:cNvPr id="24579" name="Object 62"/>
            <p:cNvGraphicFramePr/>
            <p:nvPr/>
          </p:nvGraphicFramePr>
          <p:xfrm>
            <a:off x="1655" y="255"/>
            <a:ext cx="2610" cy="1970"/>
          </p:xfrm>
          <a:graphic>
            <a:graphicData uri="http://schemas.openxmlformats.org/presentationml/2006/ole">
              <mc:AlternateContent xmlns:mc="http://schemas.openxmlformats.org/markup-compatibility/2006">
                <mc:Choice xmlns:v="urn:schemas-microsoft-com:vml" Requires="v">
                  <p:oleObj spid="_x0000_s3252" name="" r:id="rId20" imgW="1930400" imgH="1549400" progId="Equation.3">
                    <p:embed/>
                  </p:oleObj>
                </mc:Choice>
                <mc:Fallback>
                  <p:oleObj name="" r:id="rId20" imgW="1930400" imgH="1549400" progId="Equation.3">
                    <p:embed/>
                    <p:pic>
                      <p:nvPicPr>
                        <p:cNvPr id="0" name="图片 3251"/>
                        <p:cNvPicPr/>
                        <p:nvPr/>
                      </p:nvPicPr>
                      <p:blipFill>
                        <a:blip r:embed="rId21">
                          <a:clrChange>
                            <a:clrFrom>
                              <a:srgbClr val="000000"/>
                            </a:clrFrom>
                            <a:clrTo>
                              <a:srgbClr val="FFFFFF"/>
                            </a:clrTo>
                          </a:clrChange>
                        </a:blip>
                        <a:stretch>
                          <a:fillRect/>
                        </a:stretch>
                      </p:blipFill>
                      <p:spPr>
                        <a:xfrm>
                          <a:off x="1655" y="255"/>
                          <a:ext cx="2610" cy="1970"/>
                        </a:xfrm>
                        <a:prstGeom prst="rect">
                          <a:avLst/>
                        </a:prstGeom>
                        <a:noFill/>
                        <a:ln w="38100">
                          <a:noFill/>
                          <a:miter/>
                        </a:ln>
                      </p:spPr>
                    </p:pic>
                  </p:oleObj>
                </mc:Fallback>
              </mc:AlternateContent>
            </a:graphicData>
          </a:graphic>
        </p:graphicFrame>
        <p:sp>
          <p:nvSpPr>
            <p:cNvPr id="24604" name="AutoShape 63"/>
            <p:cNvSpPr/>
            <p:nvPr/>
          </p:nvSpPr>
          <p:spPr>
            <a:xfrm>
              <a:off x="1383" y="573"/>
              <a:ext cx="202" cy="1380"/>
            </a:xfrm>
            <a:prstGeom prst="leftBrace">
              <a:avLst>
                <a:gd name="adj1" fmla="val 56930"/>
                <a:gd name="adj2" fmla="val 50000"/>
              </a:avLst>
            </a:prstGeom>
            <a:noFill/>
            <a:ln w="28575" cap="flat" cmpd="sng">
              <a:solidFill>
                <a:schemeClr val="bg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4605" name="Line 133"/>
            <p:cNvSpPr/>
            <p:nvPr/>
          </p:nvSpPr>
          <p:spPr>
            <a:xfrm>
              <a:off x="3288" y="799"/>
              <a:ext cx="680" cy="0"/>
            </a:xfrm>
            <a:prstGeom prst="line">
              <a:avLst/>
            </a:prstGeom>
            <a:ln w="9525" cap="flat" cmpd="sng">
              <a:solidFill>
                <a:schemeClr val="bg1"/>
              </a:solidFill>
              <a:prstDash val="solid"/>
              <a:headEnd type="none" w="med" len="med"/>
              <a:tailEnd type="none" w="med" len="med"/>
            </a:ln>
          </p:spPr>
        </p:sp>
        <p:sp>
          <p:nvSpPr>
            <p:cNvPr id="24606" name="Line 134"/>
            <p:cNvSpPr/>
            <p:nvPr/>
          </p:nvSpPr>
          <p:spPr>
            <a:xfrm flipV="1">
              <a:off x="3288" y="482"/>
              <a:ext cx="91" cy="317"/>
            </a:xfrm>
            <a:prstGeom prst="line">
              <a:avLst/>
            </a:prstGeom>
            <a:ln w="9525" cap="flat" cmpd="sng">
              <a:solidFill>
                <a:schemeClr val="bg1"/>
              </a:solidFill>
              <a:prstDash val="solid"/>
              <a:headEnd type="none" w="med" len="med"/>
              <a:tailEnd type="none" w="med" len="med"/>
            </a:ln>
          </p:spPr>
        </p:sp>
        <p:sp>
          <p:nvSpPr>
            <p:cNvPr id="24607" name="Line 135"/>
            <p:cNvSpPr/>
            <p:nvPr/>
          </p:nvSpPr>
          <p:spPr>
            <a:xfrm flipV="1">
              <a:off x="3288" y="1752"/>
              <a:ext cx="45" cy="318"/>
            </a:xfrm>
            <a:prstGeom prst="line">
              <a:avLst/>
            </a:prstGeom>
            <a:ln w="9525" cap="flat" cmpd="sng">
              <a:solidFill>
                <a:schemeClr val="bg1"/>
              </a:solidFill>
              <a:prstDash val="solid"/>
              <a:headEnd type="none" w="med" len="med"/>
              <a:tailEnd type="none" w="med" len="med"/>
            </a:ln>
          </p:spPr>
        </p:sp>
        <p:sp>
          <p:nvSpPr>
            <p:cNvPr id="24608" name="Line 136"/>
            <p:cNvSpPr/>
            <p:nvPr/>
          </p:nvSpPr>
          <p:spPr>
            <a:xfrm>
              <a:off x="3288" y="2069"/>
              <a:ext cx="862" cy="0"/>
            </a:xfrm>
            <a:prstGeom prst="line">
              <a:avLst/>
            </a:prstGeom>
            <a:ln w="9525" cap="flat" cmpd="sng">
              <a:solidFill>
                <a:schemeClr val="bg1"/>
              </a:solidFill>
              <a:prstDash val="solid"/>
              <a:headEnd type="none" w="med" len="med"/>
              <a:tailEnd type="none" w="med" len="med"/>
            </a:ln>
          </p:spPr>
        </p:sp>
        <p:sp>
          <p:nvSpPr>
            <p:cNvPr id="24609" name="Line 137"/>
            <p:cNvSpPr/>
            <p:nvPr/>
          </p:nvSpPr>
          <p:spPr>
            <a:xfrm>
              <a:off x="3288" y="1434"/>
              <a:ext cx="907" cy="0"/>
            </a:xfrm>
            <a:prstGeom prst="line">
              <a:avLst/>
            </a:prstGeom>
            <a:ln w="9525" cap="flat" cmpd="sng">
              <a:solidFill>
                <a:schemeClr val="bg1"/>
              </a:solidFill>
              <a:prstDash val="solid"/>
              <a:headEnd type="none" w="med" len="med"/>
              <a:tailEnd type="none" w="med" len="med"/>
            </a:ln>
          </p:spPr>
        </p:sp>
        <p:sp>
          <p:nvSpPr>
            <p:cNvPr id="24610" name="Line 138"/>
            <p:cNvSpPr/>
            <p:nvPr/>
          </p:nvSpPr>
          <p:spPr>
            <a:xfrm flipV="1">
              <a:off x="3288" y="1162"/>
              <a:ext cx="90" cy="272"/>
            </a:xfrm>
            <a:prstGeom prst="line">
              <a:avLst/>
            </a:prstGeom>
            <a:ln w="9525" cap="flat" cmpd="sng">
              <a:solidFill>
                <a:schemeClr val="bg1"/>
              </a:solidFill>
              <a:prstDash val="solid"/>
              <a:headEnd type="none" w="med" len="med"/>
              <a:tailEnd type="none" w="med" len="med"/>
            </a:ln>
          </p:spPr>
        </p:sp>
      </p:grpSp>
      <p:grpSp>
        <p:nvGrpSpPr>
          <p:cNvPr id="7" name="Group 147"/>
          <p:cNvGrpSpPr/>
          <p:nvPr/>
        </p:nvGrpSpPr>
        <p:grpSpPr>
          <a:xfrm>
            <a:off x="250825" y="3689350"/>
            <a:ext cx="4752975" cy="2065338"/>
            <a:chOff x="158" y="2324"/>
            <a:chExt cx="2994" cy="1301"/>
          </a:xfrm>
        </p:grpSpPr>
        <p:graphicFrame>
          <p:nvGraphicFramePr>
            <p:cNvPr id="24578" name="Object 66"/>
            <p:cNvGraphicFramePr/>
            <p:nvPr/>
          </p:nvGraphicFramePr>
          <p:xfrm>
            <a:off x="385" y="2324"/>
            <a:ext cx="2767" cy="1301"/>
          </p:xfrm>
          <a:graphic>
            <a:graphicData uri="http://schemas.openxmlformats.org/presentationml/2006/ole">
              <mc:AlternateContent xmlns:mc="http://schemas.openxmlformats.org/markup-compatibility/2006">
                <mc:Choice xmlns:v="urn:schemas-microsoft-com:vml" Requires="v">
                  <p:oleObj spid="_x0000_s3250" name="" r:id="rId22" imgW="1943100" imgH="914400" progId="Equation.3">
                    <p:embed/>
                  </p:oleObj>
                </mc:Choice>
                <mc:Fallback>
                  <p:oleObj name="" r:id="rId22" imgW="1943100" imgH="914400" progId="Equation.3">
                    <p:embed/>
                    <p:pic>
                      <p:nvPicPr>
                        <p:cNvPr id="0" name="图片 3249"/>
                        <p:cNvPicPr/>
                        <p:nvPr/>
                      </p:nvPicPr>
                      <p:blipFill>
                        <a:blip r:embed="rId23">
                          <a:clrChange>
                            <a:clrFrom>
                              <a:srgbClr val="000000"/>
                            </a:clrFrom>
                            <a:clrTo>
                              <a:srgbClr val="FFFFFF"/>
                            </a:clrTo>
                          </a:clrChange>
                        </a:blip>
                        <a:stretch>
                          <a:fillRect/>
                        </a:stretch>
                      </p:blipFill>
                      <p:spPr>
                        <a:xfrm>
                          <a:off x="385" y="2324"/>
                          <a:ext cx="2767" cy="1301"/>
                        </a:xfrm>
                        <a:prstGeom prst="rect">
                          <a:avLst/>
                        </a:prstGeom>
                        <a:noFill/>
                        <a:ln w="38100">
                          <a:noFill/>
                          <a:miter/>
                        </a:ln>
                      </p:spPr>
                    </p:pic>
                  </p:oleObj>
                </mc:Fallback>
              </mc:AlternateContent>
            </a:graphicData>
          </a:graphic>
        </p:graphicFrame>
        <p:sp>
          <p:nvSpPr>
            <p:cNvPr id="24597" name="AutoShape 67"/>
            <p:cNvSpPr/>
            <p:nvPr/>
          </p:nvSpPr>
          <p:spPr>
            <a:xfrm>
              <a:off x="158" y="2478"/>
              <a:ext cx="182" cy="1044"/>
            </a:xfrm>
            <a:prstGeom prst="leftBrace">
              <a:avLst>
                <a:gd name="adj1" fmla="val 47802"/>
                <a:gd name="adj2" fmla="val 50051"/>
              </a:avLst>
            </a:prstGeom>
            <a:noFill/>
            <a:ln w="28575" cap="flat" cmpd="sng">
              <a:solidFill>
                <a:schemeClr val="bg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4598" name="Line 141"/>
            <p:cNvSpPr/>
            <p:nvPr/>
          </p:nvSpPr>
          <p:spPr>
            <a:xfrm>
              <a:off x="2517" y="3612"/>
              <a:ext cx="635" cy="0"/>
            </a:xfrm>
            <a:prstGeom prst="line">
              <a:avLst/>
            </a:prstGeom>
            <a:ln w="9525" cap="flat" cmpd="sng">
              <a:solidFill>
                <a:schemeClr val="bg1"/>
              </a:solidFill>
              <a:prstDash val="solid"/>
              <a:headEnd type="none" w="med" len="med"/>
              <a:tailEnd type="none" w="med" len="med"/>
            </a:ln>
          </p:spPr>
        </p:sp>
        <p:sp>
          <p:nvSpPr>
            <p:cNvPr id="24599" name="Line 142"/>
            <p:cNvSpPr/>
            <p:nvPr/>
          </p:nvSpPr>
          <p:spPr>
            <a:xfrm>
              <a:off x="2517" y="3158"/>
              <a:ext cx="544" cy="0"/>
            </a:xfrm>
            <a:prstGeom prst="line">
              <a:avLst/>
            </a:prstGeom>
            <a:ln w="9525" cap="flat" cmpd="sng">
              <a:solidFill>
                <a:schemeClr val="bg1"/>
              </a:solidFill>
              <a:prstDash val="solid"/>
              <a:headEnd type="none" w="med" len="med"/>
              <a:tailEnd type="none" w="med" len="med"/>
            </a:ln>
          </p:spPr>
        </p:sp>
        <p:sp>
          <p:nvSpPr>
            <p:cNvPr id="24600" name="Line 143"/>
            <p:cNvSpPr/>
            <p:nvPr/>
          </p:nvSpPr>
          <p:spPr>
            <a:xfrm>
              <a:off x="2517" y="2704"/>
              <a:ext cx="544" cy="0"/>
            </a:xfrm>
            <a:prstGeom prst="line">
              <a:avLst/>
            </a:prstGeom>
            <a:ln w="9525" cap="flat" cmpd="sng">
              <a:solidFill>
                <a:schemeClr val="bg1"/>
              </a:solidFill>
              <a:prstDash val="solid"/>
              <a:headEnd type="none" w="med" len="med"/>
              <a:tailEnd type="none" w="med" len="med"/>
            </a:ln>
          </p:spPr>
        </p:sp>
        <p:sp>
          <p:nvSpPr>
            <p:cNvPr id="24601" name="Line 144"/>
            <p:cNvSpPr/>
            <p:nvPr/>
          </p:nvSpPr>
          <p:spPr>
            <a:xfrm flipV="1">
              <a:off x="2517" y="2478"/>
              <a:ext cx="45" cy="226"/>
            </a:xfrm>
            <a:prstGeom prst="line">
              <a:avLst/>
            </a:prstGeom>
            <a:ln w="9525" cap="flat" cmpd="sng">
              <a:solidFill>
                <a:schemeClr val="bg1"/>
              </a:solidFill>
              <a:prstDash val="solid"/>
              <a:headEnd type="none" w="med" len="med"/>
              <a:tailEnd type="none" w="med" len="med"/>
            </a:ln>
          </p:spPr>
        </p:sp>
        <p:sp>
          <p:nvSpPr>
            <p:cNvPr id="24602" name="Line 145"/>
            <p:cNvSpPr/>
            <p:nvPr/>
          </p:nvSpPr>
          <p:spPr>
            <a:xfrm flipV="1">
              <a:off x="2517" y="2931"/>
              <a:ext cx="45" cy="227"/>
            </a:xfrm>
            <a:prstGeom prst="line">
              <a:avLst/>
            </a:prstGeom>
            <a:ln w="9525" cap="flat" cmpd="sng">
              <a:solidFill>
                <a:schemeClr val="bg1"/>
              </a:solidFill>
              <a:prstDash val="solid"/>
              <a:headEnd type="none" w="med" len="med"/>
              <a:tailEnd type="none" w="med" len="med"/>
            </a:ln>
          </p:spPr>
        </p:sp>
        <p:sp>
          <p:nvSpPr>
            <p:cNvPr id="24603" name="Line 146"/>
            <p:cNvSpPr/>
            <p:nvPr/>
          </p:nvSpPr>
          <p:spPr>
            <a:xfrm flipV="1">
              <a:off x="2517" y="3339"/>
              <a:ext cx="45" cy="273"/>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5424"/>
                                        </p:tgtEl>
                                        <p:attrNameLst>
                                          <p:attrName>style.visibility</p:attrName>
                                        </p:attrNameLst>
                                      </p:cBhvr>
                                      <p:to>
                                        <p:strVal val="visible"/>
                                      </p:to>
                                    </p:set>
                                    <p:anim calcmode="lin" valueType="num">
                                      <p:cBhvr additive="base">
                                        <p:cTn id="7" dur="500" fill="hold"/>
                                        <p:tgtEl>
                                          <p:spTgt spid="15424"/>
                                        </p:tgtEl>
                                        <p:attrNameLst>
                                          <p:attrName>ppt_x</p:attrName>
                                        </p:attrNameLst>
                                      </p:cBhvr>
                                      <p:tavLst>
                                        <p:tav tm="0">
                                          <p:val>
                                            <p:strVal val="0-#ppt_w/2"/>
                                          </p:val>
                                        </p:tav>
                                        <p:tav tm="100000">
                                          <p:val>
                                            <p:strVal val="#ppt_x"/>
                                          </p:val>
                                        </p:tav>
                                      </p:tavLst>
                                    </p:anim>
                                    <p:anim calcmode="lin" valueType="num">
                                      <p:cBhvr additive="base">
                                        <p:cTn id="8" dur="500" fill="hold"/>
                                        <p:tgtEl>
                                          <p:spTgt spid="1542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10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5425"/>
                                        </p:tgtEl>
                                        <p:attrNameLst>
                                          <p:attrName>style.visibility</p:attrName>
                                        </p:attrNameLst>
                                      </p:cBhvr>
                                      <p:to>
                                        <p:strVal val="visible"/>
                                      </p:to>
                                    </p:set>
                                    <p:anim calcmode="lin" valueType="num">
                                      <p:cBhvr additive="base">
                                        <p:cTn id="18" dur="500" fill="hold"/>
                                        <p:tgtEl>
                                          <p:spTgt spid="15425"/>
                                        </p:tgtEl>
                                        <p:attrNameLst>
                                          <p:attrName>ppt_x</p:attrName>
                                        </p:attrNameLst>
                                      </p:cBhvr>
                                      <p:tavLst>
                                        <p:tav tm="0">
                                          <p:val>
                                            <p:strVal val="0-#ppt_w/2"/>
                                          </p:val>
                                        </p:tav>
                                        <p:tav tm="100000">
                                          <p:val>
                                            <p:strVal val="#ppt_x"/>
                                          </p:val>
                                        </p:tav>
                                      </p:tavLst>
                                    </p:anim>
                                    <p:anim calcmode="lin" valueType="num">
                                      <p:cBhvr additive="base">
                                        <p:cTn id="19" dur="500" fill="hold"/>
                                        <p:tgtEl>
                                          <p:spTgt spid="15425"/>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slide(fromBottom)">
                                      <p:cBhvr>
                                        <p:cTn id="24" dur="10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37"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barn(outVertical)">
                                      <p:cBhvr>
                                        <p:cTn id="2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24" grpId="0"/>
      <p:bldP spid="1542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5" name="Text Box 3"/>
          <p:cNvSpPr txBox="1"/>
          <p:nvPr/>
        </p:nvSpPr>
        <p:spPr>
          <a:xfrm>
            <a:off x="1835150" y="404813"/>
            <a:ext cx="6840538" cy="604837"/>
          </a:xfrm>
          <a:prstGeom prst="rect">
            <a:avLst/>
          </a:prstGeom>
          <a:noFill/>
          <a:ln w="9525">
            <a:noFill/>
          </a:ln>
        </p:spPr>
        <p:txBody>
          <a:bodyPr>
            <a:spAutoFit/>
          </a:bodyPr>
          <a:p>
            <a:pPr marL="381000" indent="-381000" algn="just">
              <a:lnSpc>
                <a:spcPct val="120000"/>
              </a:lnSpc>
              <a:spcBef>
                <a:spcPct val="50000"/>
              </a:spcBef>
              <a:buAutoNum type="circleNumDbPlain"/>
            </a:pPr>
            <a:r>
              <a:rPr lang="zh-CN" altLang="en-US" sz="2800" dirty="0">
                <a:latin typeface="楷体_GB2312" pitchFamily="49" charset="-122"/>
              </a:rPr>
              <a:t>负载上相电压与线电压相等，且对称。</a:t>
            </a:r>
            <a:endParaRPr lang="zh-CN" altLang="en-US" sz="2800" dirty="0">
              <a:latin typeface="楷体_GB2312" pitchFamily="49" charset="-122"/>
            </a:endParaRPr>
          </a:p>
        </p:txBody>
      </p:sp>
      <p:grpSp>
        <p:nvGrpSpPr>
          <p:cNvPr id="2" name="Group 112"/>
          <p:cNvGrpSpPr/>
          <p:nvPr/>
        </p:nvGrpSpPr>
        <p:grpSpPr>
          <a:xfrm>
            <a:off x="827088" y="981075"/>
            <a:ext cx="7704137" cy="1203325"/>
            <a:chOff x="521" y="618"/>
            <a:chExt cx="4853" cy="758"/>
          </a:xfrm>
        </p:grpSpPr>
        <p:sp>
          <p:nvSpPr>
            <p:cNvPr id="25677" name="Text Box 4"/>
            <p:cNvSpPr txBox="1"/>
            <p:nvPr/>
          </p:nvSpPr>
          <p:spPr>
            <a:xfrm>
              <a:off x="521" y="618"/>
              <a:ext cx="4853" cy="758"/>
            </a:xfrm>
            <a:prstGeom prst="rect">
              <a:avLst/>
            </a:prstGeom>
            <a:noFill/>
            <a:ln w="9525">
              <a:noFill/>
            </a:ln>
          </p:spPr>
          <p:txBody>
            <a:bodyPr>
              <a:spAutoFit/>
            </a:bodyPr>
            <a:p>
              <a:pPr marL="381000" indent="-381000" algn="just">
                <a:lnSpc>
                  <a:spcPct val="120000"/>
                </a:lnSpc>
                <a:spcBef>
                  <a:spcPct val="20000"/>
                </a:spcBef>
                <a:buAutoNum type="circleNumDbPlain" startAt="2"/>
              </a:pPr>
              <a:r>
                <a:rPr lang="zh-CN" altLang="en-US" sz="2800" dirty="0">
                  <a:latin typeface="楷体_GB2312" pitchFamily="49" charset="-122"/>
                </a:rPr>
                <a:t>线电流与相电流对称。线电流是相电流的</a:t>
              </a:r>
              <a:endParaRPr lang="zh-CN" altLang="en-US" sz="2800" dirty="0">
                <a:latin typeface="楷体_GB2312" pitchFamily="49" charset="-122"/>
              </a:endParaRPr>
            </a:p>
            <a:p>
              <a:pPr marL="381000" indent="-381000" algn="just">
                <a:lnSpc>
                  <a:spcPct val="120000"/>
                </a:lnSpc>
                <a:spcBef>
                  <a:spcPct val="20000"/>
                </a:spcBef>
                <a:buNone/>
              </a:pPr>
              <a:r>
                <a:rPr lang="zh-CN" altLang="en-US" sz="2800" dirty="0">
                  <a:latin typeface="楷体_GB2312" pitchFamily="49" charset="-122"/>
                </a:rPr>
                <a:t>  倍，相位落后相应相电流</a:t>
              </a:r>
              <a:r>
                <a:rPr lang="en-US" altLang="zh-CN" sz="2800" b="0" dirty="0">
                  <a:latin typeface="Times New Roman" panose="02020603050405020304" pitchFamily="18" charset="0"/>
                </a:rPr>
                <a:t>30°</a:t>
              </a:r>
              <a:r>
                <a:rPr lang="zh-CN" altLang="en-US" sz="2800" dirty="0">
                  <a:latin typeface="楷体_GB2312" pitchFamily="49" charset="-122"/>
                </a:rPr>
                <a:t>。</a:t>
              </a:r>
              <a:endParaRPr lang="zh-CN" altLang="en-US" sz="2800" dirty="0">
                <a:latin typeface="楷体_GB2312" pitchFamily="49" charset="-122"/>
              </a:endParaRPr>
            </a:p>
          </p:txBody>
        </p:sp>
        <p:graphicFrame>
          <p:nvGraphicFramePr>
            <p:cNvPr id="25611" name="Object 5"/>
            <p:cNvGraphicFramePr/>
            <p:nvPr/>
          </p:nvGraphicFramePr>
          <p:xfrm>
            <a:off x="4876" y="709"/>
            <a:ext cx="304" cy="290"/>
          </p:xfrm>
          <a:graphic>
            <a:graphicData uri="http://schemas.openxmlformats.org/presentationml/2006/ole">
              <mc:AlternateContent xmlns:mc="http://schemas.openxmlformats.org/markup-compatibility/2006">
                <mc:Choice xmlns:v="urn:schemas-microsoft-com:vml" Requires="v">
                  <p:oleObj spid="_x0000_s3251" name="" r:id="rId1" imgW="241300" imgH="228600" progId="Equation.3">
                    <p:embed/>
                  </p:oleObj>
                </mc:Choice>
                <mc:Fallback>
                  <p:oleObj name="" r:id="rId1" imgW="241300" imgH="228600" progId="Equation.3">
                    <p:embed/>
                    <p:pic>
                      <p:nvPicPr>
                        <p:cNvPr id="0" name="图片 3250"/>
                        <p:cNvPicPr/>
                        <p:nvPr/>
                      </p:nvPicPr>
                      <p:blipFill>
                        <a:blip r:embed="rId2">
                          <a:clrChange>
                            <a:clrFrom>
                              <a:srgbClr val="000000"/>
                            </a:clrFrom>
                            <a:clrTo>
                              <a:srgbClr val="FFFF00"/>
                            </a:clrTo>
                          </a:clrChange>
                        </a:blip>
                        <a:stretch>
                          <a:fillRect/>
                        </a:stretch>
                      </p:blipFill>
                      <p:spPr>
                        <a:xfrm>
                          <a:off x="4876" y="709"/>
                          <a:ext cx="304" cy="290"/>
                        </a:xfrm>
                        <a:prstGeom prst="rect">
                          <a:avLst/>
                        </a:prstGeom>
                        <a:noFill/>
                        <a:ln w="38100">
                          <a:noFill/>
                          <a:miter/>
                        </a:ln>
                      </p:spPr>
                    </p:pic>
                  </p:oleObj>
                </mc:Fallback>
              </mc:AlternateContent>
            </a:graphicData>
          </a:graphic>
        </p:graphicFrame>
      </p:grpSp>
      <p:sp>
        <p:nvSpPr>
          <p:cNvPr id="13318" name="Text Box 6"/>
          <p:cNvSpPr txBox="1"/>
          <p:nvPr/>
        </p:nvSpPr>
        <p:spPr>
          <a:xfrm>
            <a:off x="755650" y="2060575"/>
            <a:ext cx="7796213" cy="1117600"/>
          </a:xfrm>
          <a:prstGeom prst="rect">
            <a:avLst/>
          </a:prstGeom>
          <a:noFill/>
          <a:ln w="9525">
            <a:noFill/>
          </a:ln>
        </p:spPr>
        <p:txBody>
          <a:bodyPr>
            <a:spAutoFit/>
          </a:bodyPr>
          <a:p>
            <a:pPr marL="342900" indent="-342900">
              <a:lnSpc>
                <a:spcPct val="120000"/>
              </a:lnSpc>
              <a:spcBef>
                <a:spcPct val="50000"/>
              </a:spcBef>
              <a:buAutoNum type="circleNumDbPlain" startAt="3"/>
            </a:pPr>
            <a:r>
              <a:rPr lang="zh-CN" altLang="en-US" sz="2800" dirty="0">
                <a:latin typeface="楷体_GB2312" pitchFamily="49" charset="-122"/>
              </a:rPr>
              <a:t>根据一相的计算结果，由对称性可得到其余两相结果。</a:t>
            </a:r>
            <a:endParaRPr lang="zh-CN" altLang="en-US" sz="2800" dirty="0">
              <a:latin typeface="楷体_GB2312" pitchFamily="49" charset="-122"/>
            </a:endParaRPr>
          </a:p>
        </p:txBody>
      </p:sp>
      <p:sp>
        <p:nvSpPr>
          <p:cNvPr id="13406" name="Text Box 94"/>
          <p:cNvSpPr txBox="1"/>
          <p:nvPr/>
        </p:nvSpPr>
        <p:spPr>
          <a:xfrm>
            <a:off x="539750" y="3429000"/>
            <a:ext cx="1295400" cy="519113"/>
          </a:xfrm>
          <a:prstGeom prst="rect">
            <a:avLst/>
          </a:prstGeom>
          <a:solidFill>
            <a:srgbClr val="990033"/>
          </a:solidFill>
          <a:ln w="9525">
            <a:noFill/>
          </a:ln>
        </p:spPr>
        <p:txBody>
          <a:bodyPr>
            <a:spAutoFit/>
          </a:bodyPr>
          <a:p>
            <a:pPr>
              <a:spcBef>
                <a:spcPct val="50000"/>
              </a:spcBef>
            </a:pPr>
            <a:r>
              <a:rPr lang="zh-CN" altLang="en-US" sz="2800" dirty="0">
                <a:solidFill>
                  <a:schemeClr val="bg1"/>
                </a:solidFill>
                <a:latin typeface="Arial" panose="020B0604020202020204" pitchFamily="34" charset="0"/>
                <a:ea typeface="宋体" panose="02010600030101010101" pitchFamily="2" charset="-122"/>
              </a:rPr>
              <a:t>解法</a:t>
            </a:r>
            <a:r>
              <a:rPr lang="en-US" altLang="zh-CN" sz="2800" b="0" dirty="0">
                <a:solidFill>
                  <a:schemeClr val="bg1"/>
                </a:solidFill>
                <a:latin typeface="Times New Roman" panose="02020603050405020304" pitchFamily="18" charset="0"/>
                <a:ea typeface="宋体" panose="02010600030101010101" pitchFamily="2" charset="-122"/>
              </a:rPr>
              <a:t>2</a:t>
            </a:r>
            <a:endParaRPr lang="en-US" altLang="zh-CN" sz="2800" b="0" dirty="0">
              <a:solidFill>
                <a:schemeClr val="bg1"/>
              </a:solidFill>
              <a:latin typeface="Times New Roman" panose="02020603050405020304" pitchFamily="18" charset="0"/>
              <a:ea typeface="宋体" panose="02010600030101010101" pitchFamily="2" charset="-122"/>
            </a:endParaRPr>
          </a:p>
        </p:txBody>
      </p:sp>
      <p:grpSp>
        <p:nvGrpSpPr>
          <p:cNvPr id="3" name="Group 109"/>
          <p:cNvGrpSpPr/>
          <p:nvPr/>
        </p:nvGrpSpPr>
        <p:grpSpPr>
          <a:xfrm>
            <a:off x="323850" y="333375"/>
            <a:ext cx="1644650" cy="850900"/>
            <a:chOff x="385" y="3022"/>
            <a:chExt cx="1036" cy="536"/>
          </a:xfrm>
        </p:grpSpPr>
        <p:pic>
          <p:nvPicPr>
            <p:cNvPr id="25675" name="Picture 110" descr="123"/>
            <p:cNvPicPr>
              <a:picLocks noChangeAspect="1"/>
            </p:cNvPicPr>
            <p:nvPr/>
          </p:nvPicPr>
          <p:blipFill>
            <a:blip r:embed="rId3"/>
            <a:stretch>
              <a:fillRect/>
            </a:stretch>
          </p:blipFill>
          <p:spPr>
            <a:xfrm>
              <a:off x="385" y="3022"/>
              <a:ext cx="590" cy="536"/>
            </a:xfrm>
            <a:prstGeom prst="rect">
              <a:avLst/>
            </a:prstGeom>
            <a:noFill/>
            <a:ln w="9525">
              <a:noFill/>
            </a:ln>
          </p:spPr>
        </p:pic>
        <p:sp>
          <p:nvSpPr>
            <p:cNvPr id="25676" name="Text Box 111"/>
            <p:cNvSpPr txBox="1"/>
            <p:nvPr/>
          </p:nvSpPr>
          <p:spPr>
            <a:xfrm>
              <a:off x="793" y="3125"/>
              <a:ext cx="628" cy="365"/>
            </a:xfrm>
            <a:prstGeom prst="rect">
              <a:avLst/>
            </a:prstGeom>
            <a:noFill/>
            <a:ln w="9525">
              <a:noFill/>
            </a:ln>
          </p:spPr>
          <p:txBody>
            <a:bodyPr wrap="none">
              <a:spAutoFit/>
            </a:bodyPr>
            <a:p>
              <a:r>
                <a:rPr lang="zh-CN" altLang="en-US" b="0" dirty="0">
                  <a:solidFill>
                    <a:srgbClr val="CC6600"/>
                  </a:solidFill>
                  <a:latin typeface="Arial" panose="020B0604020202020204" pitchFamily="34" charset="0"/>
                  <a:ea typeface="华文行楷" panose="02010800040101010101" pitchFamily="2" charset="-122"/>
                </a:rPr>
                <a:t>结论</a:t>
              </a:r>
              <a:endParaRPr lang="zh-CN" altLang="en-US" b="0" dirty="0">
                <a:solidFill>
                  <a:srgbClr val="CC6600"/>
                </a:solidFill>
                <a:latin typeface="Arial" panose="020B0604020202020204" pitchFamily="34" charset="0"/>
                <a:ea typeface="华文行楷" panose="02010800040101010101" pitchFamily="2" charset="-122"/>
              </a:endParaRPr>
            </a:p>
          </p:txBody>
        </p:sp>
      </p:grpSp>
      <p:grpSp>
        <p:nvGrpSpPr>
          <p:cNvPr id="25617" name="Group 256"/>
          <p:cNvGrpSpPr/>
          <p:nvPr/>
        </p:nvGrpSpPr>
        <p:grpSpPr>
          <a:xfrm>
            <a:off x="8316913" y="6445250"/>
            <a:ext cx="792162" cy="366713"/>
            <a:chOff x="5193" y="4020"/>
            <a:chExt cx="499" cy="231"/>
          </a:xfrm>
        </p:grpSpPr>
        <p:pic>
          <p:nvPicPr>
            <p:cNvPr id="25673" name="Picture 257" descr="78900"/>
            <p:cNvPicPr>
              <a:picLocks noChangeAspect="1"/>
            </p:cNvPicPr>
            <p:nvPr/>
          </p:nvPicPr>
          <p:blipFill>
            <a:blip r:embed="rId4"/>
            <a:stretch>
              <a:fillRect/>
            </a:stretch>
          </p:blipFill>
          <p:spPr>
            <a:xfrm>
              <a:off x="5193" y="4066"/>
              <a:ext cx="499" cy="181"/>
            </a:xfrm>
            <a:prstGeom prst="rect">
              <a:avLst/>
            </a:prstGeom>
            <a:noFill/>
            <a:ln w="9525">
              <a:noFill/>
            </a:ln>
          </p:spPr>
        </p:pic>
        <p:sp>
          <p:nvSpPr>
            <p:cNvPr id="25674" name="Text Box 258">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5618" name="Group 259"/>
          <p:cNvGrpSpPr/>
          <p:nvPr/>
        </p:nvGrpSpPr>
        <p:grpSpPr>
          <a:xfrm>
            <a:off x="7451725" y="6445250"/>
            <a:ext cx="792163" cy="366713"/>
            <a:chOff x="5193" y="4020"/>
            <a:chExt cx="499" cy="231"/>
          </a:xfrm>
        </p:grpSpPr>
        <p:pic>
          <p:nvPicPr>
            <p:cNvPr id="25671" name="Picture 260" descr="78900"/>
            <p:cNvPicPr>
              <a:picLocks noChangeAspect="1"/>
            </p:cNvPicPr>
            <p:nvPr/>
          </p:nvPicPr>
          <p:blipFill>
            <a:blip r:embed="rId4"/>
            <a:stretch>
              <a:fillRect/>
            </a:stretch>
          </p:blipFill>
          <p:spPr>
            <a:xfrm>
              <a:off x="5193" y="4066"/>
              <a:ext cx="499" cy="181"/>
            </a:xfrm>
            <a:prstGeom prst="rect">
              <a:avLst/>
            </a:prstGeom>
            <a:noFill/>
            <a:ln w="9525">
              <a:noFill/>
            </a:ln>
          </p:spPr>
        </p:pic>
        <p:sp>
          <p:nvSpPr>
            <p:cNvPr id="25672" name="Text Box 261">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5619" name="Group 262"/>
          <p:cNvGrpSpPr/>
          <p:nvPr/>
        </p:nvGrpSpPr>
        <p:grpSpPr>
          <a:xfrm>
            <a:off x="6588125" y="6446838"/>
            <a:ext cx="792163" cy="366712"/>
            <a:chOff x="4695" y="4061"/>
            <a:chExt cx="499" cy="231"/>
          </a:xfrm>
        </p:grpSpPr>
        <p:pic>
          <p:nvPicPr>
            <p:cNvPr id="25669" name="Picture 263" descr="78900"/>
            <p:cNvPicPr>
              <a:picLocks noChangeAspect="1"/>
            </p:cNvPicPr>
            <p:nvPr/>
          </p:nvPicPr>
          <p:blipFill>
            <a:blip r:embed="rId4"/>
            <a:stretch>
              <a:fillRect/>
            </a:stretch>
          </p:blipFill>
          <p:spPr>
            <a:xfrm>
              <a:off x="4695" y="4107"/>
              <a:ext cx="499" cy="181"/>
            </a:xfrm>
            <a:prstGeom prst="rect">
              <a:avLst/>
            </a:prstGeom>
            <a:noFill/>
            <a:ln w="9525">
              <a:noFill/>
            </a:ln>
          </p:spPr>
        </p:pic>
        <p:sp>
          <p:nvSpPr>
            <p:cNvPr id="25670" name="Text Box 264">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 name="Group 266"/>
          <p:cNvGrpSpPr/>
          <p:nvPr/>
        </p:nvGrpSpPr>
        <p:grpSpPr>
          <a:xfrm>
            <a:off x="1979613" y="2565400"/>
            <a:ext cx="4662487" cy="3887788"/>
            <a:chOff x="1247" y="1616"/>
            <a:chExt cx="2937" cy="2449"/>
          </a:xfrm>
        </p:grpSpPr>
        <p:sp>
          <p:nvSpPr>
            <p:cNvPr id="25638" name="Text Box 239"/>
            <p:cNvSpPr txBox="1"/>
            <p:nvPr/>
          </p:nvSpPr>
          <p:spPr>
            <a:xfrm>
              <a:off x="3743" y="2841"/>
              <a:ext cx="441"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grpSp>
          <p:nvGrpSpPr>
            <p:cNvPr id="25639" name="Group 265"/>
            <p:cNvGrpSpPr/>
            <p:nvPr/>
          </p:nvGrpSpPr>
          <p:grpSpPr>
            <a:xfrm>
              <a:off x="1247" y="1616"/>
              <a:ext cx="2855" cy="2449"/>
              <a:chOff x="1247" y="1616"/>
              <a:chExt cx="2855" cy="2449"/>
            </a:xfrm>
          </p:grpSpPr>
          <p:sp>
            <p:nvSpPr>
              <p:cNvPr id="25640" name="Text Box 207"/>
              <p:cNvSpPr txBox="1"/>
              <p:nvPr/>
            </p:nvSpPr>
            <p:spPr>
              <a:xfrm>
                <a:off x="2880" y="3657"/>
                <a:ext cx="273"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仿宋_GB2312" pitchFamily="49" charset="-122"/>
                  </a:rPr>
                  <a:t>c</a:t>
                </a:r>
                <a:endParaRPr lang="en-US" altLang="zh-CN" sz="2800" b="0" dirty="0">
                  <a:solidFill>
                    <a:schemeClr val="bg1"/>
                  </a:solidFill>
                  <a:latin typeface="Times New Roman" panose="02020603050405020304" pitchFamily="18" charset="0"/>
                  <a:ea typeface="仿宋_GB2312" pitchFamily="49" charset="-122"/>
                </a:endParaRPr>
              </a:p>
            </p:txBody>
          </p:sp>
          <p:sp>
            <p:nvSpPr>
              <p:cNvPr id="25641" name="Text Box 208"/>
              <p:cNvSpPr txBox="1"/>
              <p:nvPr/>
            </p:nvSpPr>
            <p:spPr>
              <a:xfrm>
                <a:off x="2916" y="2088"/>
                <a:ext cx="273"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仿宋_GB2312" pitchFamily="49" charset="-122"/>
                  </a:rPr>
                  <a:t>a</a:t>
                </a:r>
                <a:endParaRPr lang="en-US" altLang="zh-CN" sz="2800" b="0" dirty="0">
                  <a:solidFill>
                    <a:schemeClr val="bg1"/>
                  </a:solidFill>
                  <a:latin typeface="Times New Roman" panose="02020603050405020304" pitchFamily="18" charset="0"/>
                  <a:ea typeface="仿宋_GB2312" pitchFamily="49" charset="-122"/>
                </a:endParaRPr>
              </a:p>
            </p:txBody>
          </p:sp>
          <p:sp>
            <p:nvSpPr>
              <p:cNvPr id="25642" name="Text Box 209"/>
              <p:cNvSpPr txBox="1"/>
              <p:nvPr/>
            </p:nvSpPr>
            <p:spPr>
              <a:xfrm>
                <a:off x="3107" y="2886"/>
                <a:ext cx="273"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仿宋_GB2312" pitchFamily="49" charset="-122"/>
                  </a:rPr>
                  <a:t>b</a:t>
                </a:r>
                <a:endParaRPr lang="en-US" altLang="zh-CN" sz="2800" b="0" dirty="0">
                  <a:solidFill>
                    <a:schemeClr val="bg1"/>
                  </a:solidFill>
                  <a:latin typeface="Times New Roman" panose="02020603050405020304" pitchFamily="18" charset="0"/>
                  <a:ea typeface="仿宋_GB2312" pitchFamily="49" charset="-122"/>
                </a:endParaRPr>
              </a:p>
            </p:txBody>
          </p:sp>
          <p:sp>
            <p:nvSpPr>
              <p:cNvPr id="25643" name="Oval 211"/>
              <p:cNvSpPr/>
              <p:nvPr/>
            </p:nvSpPr>
            <p:spPr>
              <a:xfrm>
                <a:off x="1791" y="2886"/>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5644" name="Oval 212"/>
              <p:cNvSpPr/>
              <p:nvPr/>
            </p:nvSpPr>
            <p:spPr>
              <a:xfrm>
                <a:off x="1746" y="197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5645" name="Oval 213"/>
              <p:cNvSpPr/>
              <p:nvPr/>
            </p:nvSpPr>
            <p:spPr>
              <a:xfrm>
                <a:off x="1746" y="3702"/>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5646" name="Line 214"/>
              <p:cNvSpPr/>
              <p:nvPr/>
            </p:nvSpPr>
            <p:spPr>
              <a:xfrm rot="10800000">
                <a:off x="1247" y="2160"/>
                <a:ext cx="0" cy="1769"/>
              </a:xfrm>
              <a:prstGeom prst="line">
                <a:avLst/>
              </a:prstGeom>
              <a:ln w="28575" cap="flat" cmpd="sng">
                <a:solidFill>
                  <a:srgbClr val="FFCC00"/>
                </a:solidFill>
                <a:prstDash val="solid"/>
                <a:headEnd type="none" w="med" len="med"/>
                <a:tailEnd type="none" w="med" len="med"/>
              </a:ln>
            </p:spPr>
          </p:sp>
          <p:sp>
            <p:nvSpPr>
              <p:cNvPr id="25647" name="Text Box 215"/>
              <p:cNvSpPr txBox="1"/>
              <p:nvPr/>
            </p:nvSpPr>
            <p:spPr>
              <a:xfrm rot="10800000">
                <a:off x="2290" y="3566"/>
                <a:ext cx="172"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5648" name="Text Box 216"/>
              <p:cNvSpPr txBox="1"/>
              <p:nvPr/>
            </p:nvSpPr>
            <p:spPr>
              <a:xfrm>
                <a:off x="1519" y="2704"/>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5649" name="Line 217"/>
              <p:cNvSpPr/>
              <p:nvPr/>
            </p:nvSpPr>
            <p:spPr>
              <a:xfrm>
                <a:off x="1247" y="2160"/>
                <a:ext cx="2768" cy="1"/>
              </a:xfrm>
              <a:prstGeom prst="line">
                <a:avLst/>
              </a:prstGeom>
              <a:ln w="28575" cap="flat" cmpd="sng">
                <a:solidFill>
                  <a:srgbClr val="FFCC00"/>
                </a:solidFill>
                <a:prstDash val="solid"/>
                <a:headEnd type="none" w="med" len="med"/>
                <a:tailEnd type="none" w="med" len="med"/>
              </a:ln>
            </p:spPr>
          </p:sp>
          <p:sp>
            <p:nvSpPr>
              <p:cNvPr id="25650" name="Line 218"/>
              <p:cNvSpPr/>
              <p:nvPr/>
            </p:nvSpPr>
            <p:spPr>
              <a:xfrm>
                <a:off x="1247" y="3067"/>
                <a:ext cx="1860" cy="1"/>
              </a:xfrm>
              <a:prstGeom prst="line">
                <a:avLst/>
              </a:prstGeom>
              <a:ln w="28575" cap="flat" cmpd="sng">
                <a:solidFill>
                  <a:srgbClr val="FFCC00"/>
                </a:solidFill>
                <a:prstDash val="solid"/>
                <a:headEnd type="oval" w="med" len="med"/>
                <a:tailEnd type="oval" w="med" len="med"/>
              </a:ln>
            </p:spPr>
          </p:sp>
          <p:sp>
            <p:nvSpPr>
              <p:cNvPr id="25651" name="Line 219"/>
              <p:cNvSpPr/>
              <p:nvPr/>
            </p:nvSpPr>
            <p:spPr>
              <a:xfrm>
                <a:off x="1247" y="3929"/>
                <a:ext cx="2768" cy="1"/>
              </a:xfrm>
              <a:prstGeom prst="line">
                <a:avLst/>
              </a:prstGeom>
              <a:ln w="28575" cap="flat" cmpd="sng">
                <a:solidFill>
                  <a:srgbClr val="FFCC00"/>
                </a:solidFill>
                <a:prstDash val="solid"/>
                <a:headEnd type="none" w="med" len="med"/>
                <a:tailEnd type="none" w="med" len="med"/>
              </a:ln>
            </p:spPr>
          </p:sp>
          <p:graphicFrame>
            <p:nvGraphicFramePr>
              <p:cNvPr id="25602" name="Object 220"/>
              <p:cNvGraphicFramePr/>
              <p:nvPr/>
            </p:nvGraphicFramePr>
            <p:xfrm>
              <a:off x="1836" y="1616"/>
              <a:ext cx="285" cy="381"/>
            </p:xfrm>
            <a:graphic>
              <a:graphicData uri="http://schemas.openxmlformats.org/presentationml/2006/ole">
                <mc:AlternateContent xmlns:mc="http://schemas.openxmlformats.org/markup-compatibility/2006">
                  <mc:Choice xmlns:v="urn:schemas-microsoft-com:vml" Requires="v">
                    <p:oleObj spid="_x0000_s3254" name="" r:id="rId5" imgW="228600" imgH="304800" progId="Equation.3">
                      <p:embed/>
                    </p:oleObj>
                  </mc:Choice>
                  <mc:Fallback>
                    <p:oleObj name="" r:id="rId5" imgW="228600" imgH="304800" progId="Equation.3">
                      <p:embed/>
                      <p:pic>
                        <p:nvPicPr>
                          <p:cNvPr id="0" name="图片 3253"/>
                          <p:cNvPicPr/>
                          <p:nvPr/>
                        </p:nvPicPr>
                        <p:blipFill>
                          <a:blip r:embed="rId6">
                            <a:clrChange>
                              <a:clrFrom>
                                <a:srgbClr val="000000"/>
                              </a:clrFrom>
                              <a:clrTo>
                                <a:srgbClr val="FFFFFF"/>
                              </a:clrTo>
                            </a:clrChange>
                          </a:blip>
                          <a:stretch>
                            <a:fillRect/>
                          </a:stretch>
                        </p:blipFill>
                        <p:spPr>
                          <a:xfrm>
                            <a:off x="1836" y="1616"/>
                            <a:ext cx="285" cy="381"/>
                          </a:xfrm>
                          <a:prstGeom prst="rect">
                            <a:avLst/>
                          </a:prstGeom>
                          <a:noFill/>
                          <a:ln w="38100">
                            <a:noFill/>
                            <a:miter/>
                          </a:ln>
                        </p:spPr>
                      </p:pic>
                    </p:oleObj>
                  </mc:Fallback>
                </mc:AlternateContent>
              </a:graphicData>
            </a:graphic>
          </p:graphicFrame>
          <p:graphicFrame>
            <p:nvGraphicFramePr>
              <p:cNvPr id="25603" name="Object 221"/>
              <p:cNvGraphicFramePr/>
              <p:nvPr/>
            </p:nvGraphicFramePr>
            <p:xfrm>
              <a:off x="1836" y="2478"/>
              <a:ext cx="285" cy="397"/>
            </p:xfrm>
            <a:graphic>
              <a:graphicData uri="http://schemas.openxmlformats.org/presentationml/2006/ole">
                <mc:AlternateContent xmlns:mc="http://schemas.openxmlformats.org/markup-compatibility/2006">
                  <mc:Choice xmlns:v="urn:schemas-microsoft-com:vml" Requires="v">
                    <p:oleObj spid="_x0000_s3253" name="" r:id="rId7" imgW="228600" imgH="317500" progId="Equation.3">
                      <p:embed/>
                    </p:oleObj>
                  </mc:Choice>
                  <mc:Fallback>
                    <p:oleObj name="" r:id="rId7" imgW="228600" imgH="317500" progId="Equation.3">
                      <p:embed/>
                      <p:pic>
                        <p:nvPicPr>
                          <p:cNvPr id="0" name="图片 3252"/>
                          <p:cNvPicPr/>
                          <p:nvPr/>
                        </p:nvPicPr>
                        <p:blipFill>
                          <a:blip r:embed="rId8">
                            <a:clrChange>
                              <a:clrFrom>
                                <a:srgbClr val="000000"/>
                              </a:clrFrom>
                              <a:clrTo>
                                <a:srgbClr val="FFFFFF"/>
                              </a:clrTo>
                            </a:clrChange>
                          </a:blip>
                          <a:stretch>
                            <a:fillRect/>
                          </a:stretch>
                        </p:blipFill>
                        <p:spPr>
                          <a:xfrm>
                            <a:off x="1836" y="2478"/>
                            <a:ext cx="285" cy="397"/>
                          </a:xfrm>
                          <a:prstGeom prst="rect">
                            <a:avLst/>
                          </a:prstGeom>
                          <a:noFill/>
                          <a:ln w="38100">
                            <a:noFill/>
                            <a:miter/>
                          </a:ln>
                        </p:spPr>
                      </p:pic>
                    </p:oleObj>
                  </mc:Fallback>
                </mc:AlternateContent>
              </a:graphicData>
            </a:graphic>
          </p:graphicFrame>
          <p:graphicFrame>
            <p:nvGraphicFramePr>
              <p:cNvPr id="25604" name="Object 222"/>
              <p:cNvGraphicFramePr/>
              <p:nvPr/>
            </p:nvGraphicFramePr>
            <p:xfrm>
              <a:off x="1836" y="3249"/>
              <a:ext cx="299" cy="416"/>
            </p:xfrm>
            <a:graphic>
              <a:graphicData uri="http://schemas.openxmlformats.org/presentationml/2006/ole">
                <mc:AlternateContent xmlns:mc="http://schemas.openxmlformats.org/markup-compatibility/2006">
                  <mc:Choice xmlns:v="urn:schemas-microsoft-com:vml" Requires="v">
                    <p:oleObj spid="_x0000_s3255" name="" r:id="rId9" imgW="228600" imgH="317500" progId="Equation.3">
                      <p:embed/>
                    </p:oleObj>
                  </mc:Choice>
                  <mc:Fallback>
                    <p:oleObj name="" r:id="rId9" imgW="228600" imgH="317500" progId="Equation.3">
                      <p:embed/>
                      <p:pic>
                        <p:nvPicPr>
                          <p:cNvPr id="0" name="图片 3254"/>
                          <p:cNvPicPr/>
                          <p:nvPr/>
                        </p:nvPicPr>
                        <p:blipFill>
                          <a:blip r:embed="rId10">
                            <a:clrChange>
                              <a:clrFrom>
                                <a:srgbClr val="000000"/>
                              </a:clrFrom>
                              <a:clrTo>
                                <a:srgbClr val="FFFFFF"/>
                              </a:clrTo>
                            </a:clrChange>
                          </a:blip>
                          <a:stretch>
                            <a:fillRect/>
                          </a:stretch>
                        </p:blipFill>
                        <p:spPr>
                          <a:xfrm>
                            <a:off x="1836" y="3249"/>
                            <a:ext cx="299" cy="416"/>
                          </a:xfrm>
                          <a:prstGeom prst="rect">
                            <a:avLst/>
                          </a:prstGeom>
                          <a:noFill/>
                          <a:ln w="38100">
                            <a:noFill/>
                            <a:miter/>
                          </a:ln>
                        </p:spPr>
                      </p:pic>
                    </p:oleObj>
                  </mc:Fallback>
                </mc:AlternateContent>
              </a:graphicData>
            </a:graphic>
          </p:graphicFrame>
          <p:sp>
            <p:nvSpPr>
              <p:cNvPr id="25652" name="Text Box 223"/>
              <p:cNvSpPr txBox="1"/>
              <p:nvPr/>
            </p:nvSpPr>
            <p:spPr>
              <a:xfrm>
                <a:off x="2154" y="1888"/>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5653" name="Text Box 224"/>
              <p:cNvSpPr txBox="1"/>
              <p:nvPr/>
            </p:nvSpPr>
            <p:spPr>
              <a:xfrm rot="10800000">
                <a:off x="1519" y="1888"/>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5654" name="Text Box 225"/>
              <p:cNvSpPr txBox="1"/>
              <p:nvPr/>
            </p:nvSpPr>
            <p:spPr>
              <a:xfrm>
                <a:off x="2199" y="2704"/>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5655" name="Text Box 226"/>
              <p:cNvSpPr txBox="1"/>
              <p:nvPr/>
            </p:nvSpPr>
            <p:spPr>
              <a:xfrm rot="10800000">
                <a:off x="1519" y="3612"/>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5656" name="Line 227"/>
              <p:cNvSpPr/>
              <p:nvPr/>
            </p:nvSpPr>
            <p:spPr>
              <a:xfrm>
                <a:off x="3107" y="2161"/>
                <a:ext cx="0" cy="1769"/>
              </a:xfrm>
              <a:prstGeom prst="line">
                <a:avLst/>
              </a:prstGeom>
              <a:ln w="28575" cap="flat" cmpd="sng">
                <a:solidFill>
                  <a:srgbClr val="FFCC00"/>
                </a:solidFill>
                <a:prstDash val="solid"/>
                <a:headEnd type="none" w="med" len="med"/>
                <a:tailEnd type="none" w="med" len="med"/>
              </a:ln>
            </p:spPr>
          </p:sp>
          <p:sp>
            <p:nvSpPr>
              <p:cNvPr id="25657" name="Line 228"/>
              <p:cNvSpPr/>
              <p:nvPr/>
            </p:nvSpPr>
            <p:spPr>
              <a:xfrm>
                <a:off x="4015" y="2161"/>
                <a:ext cx="0" cy="1769"/>
              </a:xfrm>
              <a:prstGeom prst="line">
                <a:avLst/>
              </a:prstGeom>
              <a:ln w="28575" cap="flat" cmpd="sng">
                <a:solidFill>
                  <a:srgbClr val="FFCC00"/>
                </a:solidFill>
                <a:prstDash val="solid"/>
                <a:headEnd type="none" w="med" len="med"/>
                <a:tailEnd type="none" w="med" len="med"/>
              </a:ln>
            </p:spPr>
          </p:sp>
          <p:sp>
            <p:nvSpPr>
              <p:cNvPr id="25658" name="Rectangle 229"/>
              <p:cNvSpPr/>
              <p:nvPr/>
            </p:nvSpPr>
            <p:spPr>
              <a:xfrm>
                <a:off x="3951" y="2841"/>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25659" name="Rectangle 230"/>
              <p:cNvSpPr/>
              <p:nvPr/>
            </p:nvSpPr>
            <p:spPr>
              <a:xfrm>
                <a:off x="3044" y="3295"/>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25660" name="Line 232"/>
              <p:cNvSpPr/>
              <p:nvPr/>
            </p:nvSpPr>
            <p:spPr>
              <a:xfrm rot="-5400000">
                <a:off x="2618" y="2875"/>
                <a:ext cx="0" cy="384"/>
              </a:xfrm>
              <a:prstGeom prst="line">
                <a:avLst/>
              </a:prstGeom>
              <a:ln w="28575" cap="flat" cmpd="sng">
                <a:solidFill>
                  <a:srgbClr val="00FFFF"/>
                </a:solidFill>
                <a:prstDash val="solid"/>
                <a:headEnd type="none" w="med" len="med"/>
                <a:tailEnd type="triangle" w="med" len="med"/>
              </a:ln>
            </p:spPr>
          </p:sp>
          <p:graphicFrame>
            <p:nvGraphicFramePr>
              <p:cNvPr id="25605" name="Object 233"/>
              <p:cNvGraphicFramePr/>
              <p:nvPr/>
            </p:nvGraphicFramePr>
            <p:xfrm>
              <a:off x="2472" y="2115"/>
              <a:ext cx="221" cy="381"/>
            </p:xfrm>
            <a:graphic>
              <a:graphicData uri="http://schemas.openxmlformats.org/presentationml/2006/ole">
                <mc:AlternateContent xmlns:mc="http://schemas.openxmlformats.org/markup-compatibility/2006">
                  <mc:Choice xmlns:v="urn:schemas-microsoft-com:vml" Requires="v">
                    <p:oleObj spid="_x0000_s3258" name="" r:id="rId11" imgW="177800" imgH="304165" progId="Equation.3">
                      <p:embed/>
                    </p:oleObj>
                  </mc:Choice>
                  <mc:Fallback>
                    <p:oleObj name="" r:id="rId11" imgW="177800" imgH="304165" progId="Equation.3">
                      <p:embed/>
                      <p:pic>
                        <p:nvPicPr>
                          <p:cNvPr id="0" name="图片 3257"/>
                          <p:cNvPicPr/>
                          <p:nvPr/>
                        </p:nvPicPr>
                        <p:blipFill>
                          <a:blip r:embed="rId12">
                            <a:clrChange>
                              <a:clrFrom>
                                <a:srgbClr val="000000"/>
                              </a:clrFrom>
                              <a:clrTo>
                                <a:srgbClr val="FFFFFF"/>
                              </a:clrTo>
                            </a:clrChange>
                          </a:blip>
                          <a:stretch>
                            <a:fillRect/>
                          </a:stretch>
                        </p:blipFill>
                        <p:spPr>
                          <a:xfrm>
                            <a:off x="2472" y="2115"/>
                            <a:ext cx="221" cy="381"/>
                          </a:xfrm>
                          <a:prstGeom prst="rect">
                            <a:avLst/>
                          </a:prstGeom>
                          <a:noFill/>
                          <a:ln w="38100">
                            <a:noFill/>
                            <a:miter/>
                          </a:ln>
                        </p:spPr>
                      </p:pic>
                    </p:oleObj>
                  </mc:Fallback>
                </mc:AlternateContent>
              </a:graphicData>
            </a:graphic>
          </p:graphicFrame>
          <p:sp>
            <p:nvSpPr>
              <p:cNvPr id="25661" name="Line 234"/>
              <p:cNvSpPr/>
              <p:nvPr/>
            </p:nvSpPr>
            <p:spPr>
              <a:xfrm rot="1800000">
                <a:off x="3043" y="2750"/>
                <a:ext cx="136" cy="249"/>
              </a:xfrm>
              <a:prstGeom prst="line">
                <a:avLst/>
              </a:prstGeom>
              <a:ln w="38100" cap="flat" cmpd="sng">
                <a:solidFill>
                  <a:srgbClr val="00FFFF"/>
                </a:solidFill>
                <a:prstDash val="solid"/>
                <a:headEnd type="none" w="med" len="med"/>
                <a:tailEnd type="triangle" w="med" len="med"/>
              </a:ln>
            </p:spPr>
          </p:sp>
          <p:graphicFrame>
            <p:nvGraphicFramePr>
              <p:cNvPr id="25606" name="Object 235"/>
              <p:cNvGraphicFramePr/>
              <p:nvPr/>
            </p:nvGraphicFramePr>
            <p:xfrm>
              <a:off x="2517" y="2686"/>
              <a:ext cx="223" cy="381"/>
            </p:xfrm>
            <a:graphic>
              <a:graphicData uri="http://schemas.openxmlformats.org/presentationml/2006/ole">
                <mc:AlternateContent xmlns:mc="http://schemas.openxmlformats.org/markup-compatibility/2006">
                  <mc:Choice xmlns:v="urn:schemas-microsoft-com:vml" Requires="v">
                    <p:oleObj spid="_x0000_s3261" name="" r:id="rId13" imgW="177800" imgH="304165" progId="Equation.3">
                      <p:embed/>
                    </p:oleObj>
                  </mc:Choice>
                  <mc:Fallback>
                    <p:oleObj name="" r:id="rId13" imgW="177800" imgH="304165" progId="Equation.3">
                      <p:embed/>
                      <p:pic>
                        <p:nvPicPr>
                          <p:cNvPr id="0" name="图片 3260"/>
                          <p:cNvPicPr/>
                          <p:nvPr/>
                        </p:nvPicPr>
                        <p:blipFill>
                          <a:blip r:embed="rId14">
                            <a:clrChange>
                              <a:clrFrom>
                                <a:srgbClr val="000000"/>
                              </a:clrFrom>
                              <a:clrTo>
                                <a:srgbClr val="FFFFFF"/>
                              </a:clrTo>
                            </a:clrChange>
                          </a:blip>
                          <a:stretch>
                            <a:fillRect/>
                          </a:stretch>
                        </p:blipFill>
                        <p:spPr>
                          <a:xfrm>
                            <a:off x="2517" y="2686"/>
                            <a:ext cx="223" cy="381"/>
                          </a:xfrm>
                          <a:prstGeom prst="rect">
                            <a:avLst/>
                          </a:prstGeom>
                          <a:noFill/>
                          <a:ln w="38100">
                            <a:noFill/>
                            <a:miter/>
                          </a:ln>
                        </p:spPr>
                      </p:pic>
                    </p:oleObj>
                  </mc:Fallback>
                </mc:AlternateContent>
              </a:graphicData>
            </a:graphic>
          </p:graphicFrame>
          <p:sp>
            <p:nvSpPr>
              <p:cNvPr id="25662" name="Line 236"/>
              <p:cNvSpPr/>
              <p:nvPr/>
            </p:nvSpPr>
            <p:spPr>
              <a:xfrm rot="-5400000">
                <a:off x="2616" y="3738"/>
                <a:ext cx="0" cy="381"/>
              </a:xfrm>
              <a:prstGeom prst="line">
                <a:avLst/>
              </a:prstGeom>
              <a:ln w="28575" cap="flat" cmpd="sng">
                <a:solidFill>
                  <a:srgbClr val="00FFFF"/>
                </a:solidFill>
                <a:prstDash val="solid"/>
                <a:headEnd type="none" w="med" len="med"/>
                <a:tailEnd type="triangle" w="med" len="med"/>
              </a:ln>
            </p:spPr>
          </p:sp>
          <p:graphicFrame>
            <p:nvGraphicFramePr>
              <p:cNvPr id="25607" name="Object 237"/>
              <p:cNvGraphicFramePr/>
              <p:nvPr/>
            </p:nvGraphicFramePr>
            <p:xfrm>
              <a:off x="2517" y="3566"/>
              <a:ext cx="223" cy="381"/>
            </p:xfrm>
            <a:graphic>
              <a:graphicData uri="http://schemas.openxmlformats.org/presentationml/2006/ole">
                <mc:AlternateContent xmlns:mc="http://schemas.openxmlformats.org/markup-compatibility/2006">
                  <mc:Choice xmlns:v="urn:schemas-microsoft-com:vml" Requires="v">
                    <p:oleObj spid="_x0000_s3259" name="" r:id="rId15" imgW="177800" imgH="304165" progId="Equation.3">
                      <p:embed/>
                    </p:oleObj>
                  </mc:Choice>
                  <mc:Fallback>
                    <p:oleObj name="" r:id="rId15" imgW="177800" imgH="304165" progId="Equation.3">
                      <p:embed/>
                      <p:pic>
                        <p:nvPicPr>
                          <p:cNvPr id="0" name="图片 3258"/>
                          <p:cNvPicPr/>
                          <p:nvPr/>
                        </p:nvPicPr>
                        <p:blipFill>
                          <a:blip r:embed="rId16">
                            <a:clrChange>
                              <a:clrFrom>
                                <a:srgbClr val="000000"/>
                              </a:clrFrom>
                              <a:clrTo>
                                <a:srgbClr val="FFFFFF"/>
                              </a:clrTo>
                            </a:clrChange>
                          </a:blip>
                          <a:stretch>
                            <a:fillRect/>
                          </a:stretch>
                        </p:blipFill>
                        <p:spPr>
                          <a:xfrm>
                            <a:off x="2517" y="3566"/>
                            <a:ext cx="223" cy="381"/>
                          </a:xfrm>
                          <a:prstGeom prst="rect">
                            <a:avLst/>
                          </a:prstGeom>
                          <a:noFill/>
                          <a:ln w="38100">
                            <a:noFill/>
                            <a:miter/>
                          </a:ln>
                        </p:spPr>
                      </p:pic>
                    </p:oleObj>
                  </mc:Fallback>
                </mc:AlternateContent>
              </a:graphicData>
            </a:graphic>
          </p:graphicFrame>
          <p:sp>
            <p:nvSpPr>
              <p:cNvPr id="25663" name="Line 238"/>
              <p:cNvSpPr/>
              <p:nvPr/>
            </p:nvSpPr>
            <p:spPr>
              <a:xfrm rot="-5400000">
                <a:off x="2573" y="1968"/>
                <a:ext cx="0" cy="384"/>
              </a:xfrm>
              <a:prstGeom prst="line">
                <a:avLst/>
              </a:prstGeom>
              <a:ln w="28575" cap="flat" cmpd="sng">
                <a:solidFill>
                  <a:srgbClr val="00FFFF"/>
                </a:solidFill>
                <a:prstDash val="solid"/>
                <a:headEnd type="none" w="med" len="med"/>
                <a:tailEnd type="triangle" w="med" len="med"/>
              </a:ln>
            </p:spPr>
          </p:sp>
          <p:sp>
            <p:nvSpPr>
              <p:cNvPr id="25664" name="Text Box 240"/>
              <p:cNvSpPr txBox="1"/>
              <p:nvPr/>
            </p:nvSpPr>
            <p:spPr>
              <a:xfrm>
                <a:off x="2790" y="3295"/>
                <a:ext cx="544"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25665" name="Text Box 241"/>
              <p:cNvSpPr txBox="1"/>
              <p:nvPr/>
            </p:nvSpPr>
            <p:spPr>
              <a:xfrm>
                <a:off x="2790" y="2478"/>
                <a:ext cx="266"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graphicFrame>
            <p:nvGraphicFramePr>
              <p:cNvPr id="25608" name="Object 242"/>
              <p:cNvGraphicFramePr/>
              <p:nvPr/>
            </p:nvGraphicFramePr>
            <p:xfrm>
              <a:off x="3152" y="2568"/>
              <a:ext cx="287" cy="380"/>
            </p:xfrm>
            <a:graphic>
              <a:graphicData uri="http://schemas.openxmlformats.org/presentationml/2006/ole">
                <mc:AlternateContent xmlns:mc="http://schemas.openxmlformats.org/markup-compatibility/2006">
                  <mc:Choice xmlns:v="urn:schemas-microsoft-com:vml" Requires="v">
                    <p:oleObj spid="_x0000_s3260" name="" r:id="rId17" imgW="228600" imgH="304800" progId="Equation.3">
                      <p:embed/>
                    </p:oleObj>
                  </mc:Choice>
                  <mc:Fallback>
                    <p:oleObj name="" r:id="rId17" imgW="228600" imgH="304800" progId="Equation.3">
                      <p:embed/>
                      <p:pic>
                        <p:nvPicPr>
                          <p:cNvPr id="0" name="图片 3259"/>
                          <p:cNvPicPr/>
                          <p:nvPr/>
                        </p:nvPicPr>
                        <p:blipFill>
                          <a:blip r:embed="rId18">
                            <a:clrChange>
                              <a:clrFrom>
                                <a:srgbClr val="000000"/>
                              </a:clrFrom>
                              <a:clrTo>
                                <a:srgbClr val="FFFFFF"/>
                              </a:clrTo>
                            </a:clrChange>
                          </a:blip>
                          <a:stretch>
                            <a:fillRect/>
                          </a:stretch>
                        </p:blipFill>
                        <p:spPr>
                          <a:xfrm>
                            <a:off x="3152" y="2568"/>
                            <a:ext cx="287" cy="380"/>
                          </a:xfrm>
                          <a:prstGeom prst="rect">
                            <a:avLst/>
                          </a:prstGeom>
                          <a:noFill/>
                          <a:ln w="38100">
                            <a:noFill/>
                            <a:miter/>
                          </a:ln>
                        </p:spPr>
                      </p:pic>
                    </p:oleObj>
                  </mc:Fallback>
                </mc:AlternateContent>
              </a:graphicData>
            </a:graphic>
          </p:graphicFrame>
          <p:sp>
            <p:nvSpPr>
              <p:cNvPr id="25666" name="Line 243"/>
              <p:cNvSpPr/>
              <p:nvPr/>
            </p:nvSpPr>
            <p:spPr>
              <a:xfrm rot="5400000" flipV="1">
                <a:off x="2948" y="3770"/>
                <a:ext cx="317" cy="0"/>
              </a:xfrm>
              <a:prstGeom prst="line">
                <a:avLst/>
              </a:prstGeom>
              <a:ln w="38100" cap="flat" cmpd="sng">
                <a:solidFill>
                  <a:srgbClr val="00FFFF"/>
                </a:solidFill>
                <a:prstDash val="solid"/>
                <a:headEnd type="none" w="med" len="med"/>
                <a:tailEnd type="triangle" w="med" len="med"/>
              </a:ln>
            </p:spPr>
          </p:sp>
          <p:graphicFrame>
            <p:nvGraphicFramePr>
              <p:cNvPr id="25609" name="Object 244"/>
              <p:cNvGraphicFramePr/>
              <p:nvPr/>
            </p:nvGraphicFramePr>
            <p:xfrm>
              <a:off x="3152" y="3475"/>
              <a:ext cx="308" cy="409"/>
            </p:xfrm>
            <a:graphic>
              <a:graphicData uri="http://schemas.openxmlformats.org/presentationml/2006/ole">
                <mc:AlternateContent xmlns:mc="http://schemas.openxmlformats.org/markup-compatibility/2006">
                  <mc:Choice xmlns:v="urn:schemas-microsoft-com:vml" Requires="v">
                    <p:oleObj spid="_x0000_s3257" name="" r:id="rId19" imgW="228600" imgH="304800" progId="Equation.3">
                      <p:embed/>
                    </p:oleObj>
                  </mc:Choice>
                  <mc:Fallback>
                    <p:oleObj name="" r:id="rId19" imgW="228600" imgH="304800" progId="Equation.3">
                      <p:embed/>
                      <p:pic>
                        <p:nvPicPr>
                          <p:cNvPr id="0" name="图片 3256"/>
                          <p:cNvPicPr/>
                          <p:nvPr/>
                        </p:nvPicPr>
                        <p:blipFill>
                          <a:blip r:embed="rId20">
                            <a:clrChange>
                              <a:clrFrom>
                                <a:srgbClr val="000000"/>
                              </a:clrFrom>
                              <a:clrTo>
                                <a:srgbClr val="FFFFFF"/>
                              </a:clrTo>
                            </a:clrChange>
                          </a:blip>
                          <a:stretch>
                            <a:fillRect/>
                          </a:stretch>
                        </p:blipFill>
                        <p:spPr>
                          <a:xfrm>
                            <a:off x="3152" y="3475"/>
                            <a:ext cx="308" cy="409"/>
                          </a:xfrm>
                          <a:prstGeom prst="rect">
                            <a:avLst/>
                          </a:prstGeom>
                          <a:noFill/>
                          <a:ln w="38100">
                            <a:noFill/>
                            <a:miter/>
                          </a:ln>
                        </p:spPr>
                      </p:pic>
                    </p:oleObj>
                  </mc:Fallback>
                </mc:AlternateContent>
              </a:graphicData>
            </a:graphic>
          </p:graphicFrame>
          <p:graphicFrame>
            <p:nvGraphicFramePr>
              <p:cNvPr id="25610" name="Object 245"/>
              <p:cNvGraphicFramePr/>
              <p:nvPr/>
            </p:nvGraphicFramePr>
            <p:xfrm>
              <a:off x="3742" y="2387"/>
              <a:ext cx="286" cy="381"/>
            </p:xfrm>
            <a:graphic>
              <a:graphicData uri="http://schemas.openxmlformats.org/presentationml/2006/ole">
                <mc:AlternateContent xmlns:mc="http://schemas.openxmlformats.org/markup-compatibility/2006">
                  <mc:Choice xmlns:v="urn:schemas-microsoft-com:vml" Requires="v">
                    <p:oleObj spid="_x0000_s3256" name="" r:id="rId21" imgW="228600" imgH="304800" progId="Equation.3">
                      <p:embed/>
                    </p:oleObj>
                  </mc:Choice>
                  <mc:Fallback>
                    <p:oleObj name="" r:id="rId21" imgW="228600" imgH="304800" progId="Equation.3">
                      <p:embed/>
                      <p:pic>
                        <p:nvPicPr>
                          <p:cNvPr id="0" name="图片 3255"/>
                          <p:cNvPicPr/>
                          <p:nvPr/>
                        </p:nvPicPr>
                        <p:blipFill>
                          <a:blip r:embed="rId22">
                            <a:clrChange>
                              <a:clrFrom>
                                <a:srgbClr val="000000"/>
                              </a:clrFrom>
                              <a:clrTo>
                                <a:srgbClr val="FFFFFF"/>
                              </a:clrTo>
                            </a:clrChange>
                          </a:blip>
                          <a:stretch>
                            <a:fillRect/>
                          </a:stretch>
                        </p:blipFill>
                        <p:spPr>
                          <a:xfrm>
                            <a:off x="3742" y="2387"/>
                            <a:ext cx="286" cy="381"/>
                          </a:xfrm>
                          <a:prstGeom prst="rect">
                            <a:avLst/>
                          </a:prstGeom>
                          <a:noFill/>
                          <a:ln w="38100">
                            <a:noFill/>
                            <a:miter/>
                          </a:ln>
                        </p:spPr>
                      </p:pic>
                    </p:oleObj>
                  </mc:Fallback>
                </mc:AlternateContent>
              </a:graphicData>
            </a:graphic>
          </p:graphicFrame>
          <p:sp>
            <p:nvSpPr>
              <p:cNvPr id="25667" name="Line 246"/>
              <p:cNvSpPr/>
              <p:nvPr/>
            </p:nvSpPr>
            <p:spPr>
              <a:xfrm rot="-1800000" flipV="1">
                <a:off x="3922" y="2379"/>
                <a:ext cx="180" cy="320"/>
              </a:xfrm>
              <a:prstGeom prst="line">
                <a:avLst/>
              </a:prstGeom>
              <a:ln w="38100" cap="flat" cmpd="sng">
                <a:solidFill>
                  <a:srgbClr val="00FFFF"/>
                </a:solidFill>
                <a:prstDash val="solid"/>
                <a:headEnd type="none" w="med" len="med"/>
                <a:tailEnd type="triangle" w="med" len="med"/>
              </a:ln>
            </p:spPr>
          </p:sp>
          <p:sp>
            <p:nvSpPr>
              <p:cNvPr id="25668" name="Rectangle 231"/>
              <p:cNvSpPr/>
              <p:nvPr/>
            </p:nvSpPr>
            <p:spPr>
              <a:xfrm>
                <a:off x="3044" y="2433"/>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grpSp>
      </p:grpSp>
      <p:grpSp>
        <p:nvGrpSpPr>
          <p:cNvPr id="9" name="Group 152"/>
          <p:cNvGrpSpPr/>
          <p:nvPr/>
        </p:nvGrpSpPr>
        <p:grpSpPr>
          <a:xfrm>
            <a:off x="4241800" y="3213100"/>
            <a:ext cx="2408238" cy="3168650"/>
            <a:chOff x="1273" y="1797"/>
            <a:chExt cx="1517" cy="1996"/>
          </a:xfrm>
        </p:grpSpPr>
        <p:grpSp>
          <p:nvGrpSpPr>
            <p:cNvPr id="25622" name="Group 153"/>
            <p:cNvGrpSpPr/>
            <p:nvPr/>
          </p:nvGrpSpPr>
          <p:grpSpPr>
            <a:xfrm>
              <a:off x="1429" y="1797"/>
              <a:ext cx="1361" cy="1996"/>
              <a:chOff x="2154" y="1842"/>
              <a:chExt cx="1361" cy="1996"/>
            </a:xfrm>
          </p:grpSpPr>
          <p:sp>
            <p:nvSpPr>
              <p:cNvPr id="25626" name="Rectangle 154"/>
              <p:cNvSpPr/>
              <p:nvPr/>
            </p:nvSpPr>
            <p:spPr>
              <a:xfrm>
                <a:off x="2154" y="1842"/>
                <a:ext cx="1361" cy="1996"/>
              </a:xfrm>
              <a:prstGeom prst="rect">
                <a:avLst/>
              </a:prstGeom>
              <a:solidFill>
                <a:srgbClr val="000099"/>
              </a:solidFill>
              <a:ln w="9525">
                <a:noFill/>
              </a:ln>
            </p:spPr>
            <p:txBody>
              <a:bodyPr wrap="none" anchor="ctr" anchorCtr="0"/>
              <a:p>
                <a:endParaRPr lang="zh-CN" altLang="en-US" dirty="0">
                  <a:latin typeface="Arial" panose="020B0604020202020204" pitchFamily="34" charset="0"/>
                </a:endParaRPr>
              </a:p>
            </p:txBody>
          </p:sp>
          <p:sp>
            <p:nvSpPr>
              <p:cNvPr id="25627" name="Line 155"/>
              <p:cNvSpPr/>
              <p:nvPr/>
            </p:nvSpPr>
            <p:spPr>
              <a:xfrm>
                <a:off x="2154" y="3748"/>
                <a:ext cx="1044" cy="0"/>
              </a:xfrm>
              <a:prstGeom prst="line">
                <a:avLst/>
              </a:prstGeom>
              <a:ln w="28575" cap="flat" cmpd="sng">
                <a:solidFill>
                  <a:srgbClr val="FFCC00"/>
                </a:solidFill>
                <a:prstDash val="solid"/>
                <a:headEnd type="none" w="med" len="med"/>
                <a:tailEnd type="none" w="med" len="med"/>
              </a:ln>
            </p:spPr>
          </p:sp>
          <p:sp>
            <p:nvSpPr>
              <p:cNvPr id="25628" name="Line 156"/>
              <p:cNvSpPr/>
              <p:nvPr/>
            </p:nvSpPr>
            <p:spPr>
              <a:xfrm flipV="1">
                <a:off x="2154" y="2886"/>
                <a:ext cx="1044" cy="5"/>
              </a:xfrm>
              <a:prstGeom prst="line">
                <a:avLst/>
              </a:prstGeom>
              <a:ln w="28575" cap="flat" cmpd="sng">
                <a:solidFill>
                  <a:srgbClr val="FFCC00"/>
                </a:solidFill>
                <a:prstDash val="solid"/>
                <a:headEnd type="none" w="med" len="med"/>
                <a:tailEnd type="oval" w="med" len="med"/>
              </a:ln>
            </p:spPr>
          </p:sp>
          <p:sp>
            <p:nvSpPr>
              <p:cNvPr id="25629" name="Line 157"/>
              <p:cNvSpPr/>
              <p:nvPr/>
            </p:nvSpPr>
            <p:spPr>
              <a:xfrm flipV="1">
                <a:off x="2154" y="1979"/>
                <a:ext cx="1044" cy="0"/>
              </a:xfrm>
              <a:prstGeom prst="line">
                <a:avLst/>
              </a:prstGeom>
              <a:ln w="28575" cap="flat" cmpd="sng">
                <a:solidFill>
                  <a:srgbClr val="FFCC00"/>
                </a:solidFill>
                <a:prstDash val="solid"/>
                <a:headEnd type="none" w="med" len="med"/>
                <a:tailEnd type="none" w="med" len="med"/>
              </a:ln>
            </p:spPr>
          </p:sp>
          <p:sp>
            <p:nvSpPr>
              <p:cNvPr id="25630" name="Rectangle 158"/>
              <p:cNvSpPr/>
              <p:nvPr/>
            </p:nvSpPr>
            <p:spPr>
              <a:xfrm>
                <a:off x="2426" y="3657"/>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5631" name="Rectangle 159"/>
              <p:cNvSpPr/>
              <p:nvPr/>
            </p:nvSpPr>
            <p:spPr>
              <a:xfrm>
                <a:off x="2426" y="2795"/>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5632" name="Rectangle 160"/>
              <p:cNvSpPr/>
              <p:nvPr/>
            </p:nvSpPr>
            <p:spPr>
              <a:xfrm>
                <a:off x="2426" y="1933"/>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5633" name="Line 161"/>
              <p:cNvSpPr/>
              <p:nvPr/>
            </p:nvSpPr>
            <p:spPr>
              <a:xfrm>
                <a:off x="3198" y="1979"/>
                <a:ext cx="1" cy="1769"/>
              </a:xfrm>
              <a:prstGeom prst="line">
                <a:avLst/>
              </a:prstGeom>
              <a:ln w="28575" cap="flat" cmpd="sng">
                <a:solidFill>
                  <a:srgbClr val="FFCC00"/>
                </a:solidFill>
                <a:prstDash val="solid"/>
                <a:headEnd type="none" w="med" len="med"/>
                <a:tailEnd type="none" w="med" len="med"/>
              </a:ln>
            </p:spPr>
          </p:sp>
          <p:sp>
            <p:nvSpPr>
              <p:cNvPr id="25634" name="Text Box 162"/>
              <p:cNvSpPr txBox="1"/>
              <p:nvPr/>
            </p:nvSpPr>
            <p:spPr>
              <a:xfrm>
                <a:off x="2381" y="2024"/>
                <a:ext cx="499"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仿宋_GB2312" pitchFamily="49" charset="-122"/>
                  </a:rPr>
                  <a:t>Z/3</a:t>
                </a:r>
                <a:endParaRPr lang="en-US" altLang="zh-CN" sz="2800" b="0" dirty="0">
                  <a:solidFill>
                    <a:schemeClr val="bg1"/>
                  </a:solidFill>
                  <a:latin typeface="Times New Roman" panose="02020603050405020304" pitchFamily="18" charset="0"/>
                  <a:ea typeface="仿宋_GB2312" pitchFamily="49" charset="-122"/>
                </a:endParaRPr>
              </a:p>
            </p:txBody>
          </p:sp>
          <p:sp>
            <p:nvSpPr>
              <p:cNvPr id="25635" name="Text Box 163"/>
              <p:cNvSpPr txBox="1"/>
              <p:nvPr/>
            </p:nvSpPr>
            <p:spPr>
              <a:xfrm>
                <a:off x="2336" y="2478"/>
                <a:ext cx="499"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仿宋_GB2312" pitchFamily="49" charset="-122"/>
                  </a:rPr>
                  <a:t>Z/3</a:t>
                </a:r>
                <a:endParaRPr lang="en-US" altLang="zh-CN" sz="2800" b="0" dirty="0">
                  <a:solidFill>
                    <a:schemeClr val="bg1"/>
                  </a:solidFill>
                  <a:latin typeface="Times New Roman" panose="02020603050405020304" pitchFamily="18" charset="0"/>
                  <a:ea typeface="仿宋_GB2312" pitchFamily="49" charset="-122"/>
                </a:endParaRPr>
              </a:p>
            </p:txBody>
          </p:sp>
          <p:sp>
            <p:nvSpPr>
              <p:cNvPr id="25636" name="Text Box 164"/>
              <p:cNvSpPr txBox="1"/>
              <p:nvPr/>
            </p:nvSpPr>
            <p:spPr>
              <a:xfrm>
                <a:off x="2336" y="3339"/>
                <a:ext cx="499"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仿宋_GB2312" pitchFamily="49" charset="-122"/>
                  </a:rPr>
                  <a:t>Z/3</a:t>
                </a:r>
                <a:endParaRPr lang="en-US" altLang="zh-CN" sz="2800" b="0" dirty="0">
                  <a:solidFill>
                    <a:schemeClr val="bg1"/>
                  </a:solidFill>
                  <a:latin typeface="Times New Roman" panose="02020603050405020304" pitchFamily="18" charset="0"/>
                  <a:ea typeface="仿宋_GB2312" pitchFamily="49" charset="-122"/>
                </a:endParaRPr>
              </a:p>
            </p:txBody>
          </p:sp>
          <p:sp>
            <p:nvSpPr>
              <p:cNvPr id="25637" name="Text Box 165"/>
              <p:cNvSpPr txBox="1"/>
              <p:nvPr/>
            </p:nvSpPr>
            <p:spPr>
              <a:xfrm>
                <a:off x="2835" y="2886"/>
                <a:ext cx="499" cy="327"/>
              </a:xfrm>
              <a:prstGeom prst="rect">
                <a:avLst/>
              </a:prstGeom>
              <a:noFill/>
              <a:ln w="9525">
                <a:noFill/>
              </a:ln>
            </p:spPr>
            <p:txBody>
              <a:bodyPr>
                <a:spAutoFit/>
              </a:bodyPr>
              <a:p>
                <a:pPr>
                  <a:spcBef>
                    <a:spcPct val="50000"/>
                  </a:spcBef>
                  <a:buNone/>
                </a:pPr>
                <a:r>
                  <a:rPr lang="en-US" altLang="zh-CN" sz="2800" b="0" dirty="0">
                    <a:solidFill>
                      <a:schemeClr val="bg1"/>
                    </a:solidFill>
                    <a:latin typeface="Times New Roman" panose="02020603050405020304" pitchFamily="18" charset="0"/>
                    <a:ea typeface="仿宋_GB2312" pitchFamily="49" charset="-122"/>
                  </a:rPr>
                  <a:t>N'</a:t>
                </a:r>
                <a:endParaRPr lang="en-US" altLang="zh-CN" sz="2800" b="0" dirty="0">
                  <a:solidFill>
                    <a:schemeClr val="bg1"/>
                  </a:solidFill>
                  <a:latin typeface="Times New Roman" panose="02020603050405020304" pitchFamily="18" charset="0"/>
                  <a:ea typeface="仿宋_GB2312" pitchFamily="49" charset="-122"/>
                </a:endParaRPr>
              </a:p>
            </p:txBody>
          </p:sp>
        </p:grpSp>
        <p:sp>
          <p:nvSpPr>
            <p:cNvPr id="25623" name="Text Box 166"/>
            <p:cNvSpPr txBox="1"/>
            <p:nvPr/>
          </p:nvSpPr>
          <p:spPr>
            <a:xfrm>
              <a:off x="1274" y="3385"/>
              <a:ext cx="563"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  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5624" name="Text Box 167"/>
            <p:cNvSpPr txBox="1"/>
            <p:nvPr/>
          </p:nvSpPr>
          <p:spPr>
            <a:xfrm>
              <a:off x="1319" y="2523"/>
              <a:ext cx="563"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  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5625" name="Text Box 168"/>
            <p:cNvSpPr txBox="1"/>
            <p:nvPr/>
          </p:nvSpPr>
          <p:spPr>
            <a:xfrm>
              <a:off x="1273" y="1933"/>
              <a:ext cx="563"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  a</a:t>
              </a:r>
              <a:endParaRPr lang="en-US" altLang="zh-CN" sz="2800" b="0" dirty="0">
                <a:solidFill>
                  <a:schemeClr val="bg1"/>
                </a:solidFill>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315"/>
                                        </p:tgtEl>
                                        <p:attrNameLst>
                                          <p:attrName>style.visibility</p:attrName>
                                        </p:attrNameLst>
                                      </p:cBhvr>
                                      <p:to>
                                        <p:strVal val="visible"/>
                                      </p:to>
                                    </p:set>
                                    <p:animEffect transition="in" filter="wipe(left)">
                                      <p:cBhvr>
                                        <p:cTn id="12" dur="1000"/>
                                        <p:tgtEl>
                                          <p:spTgt spid="1331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318"/>
                                        </p:tgtEl>
                                        <p:attrNameLst>
                                          <p:attrName>style.visibility</p:attrName>
                                        </p:attrNameLst>
                                      </p:cBhvr>
                                      <p:to>
                                        <p:strVal val="visible"/>
                                      </p:to>
                                    </p:set>
                                    <p:animEffect transition="in" filter="blinds(horizontal)">
                                      <p:cBhvr>
                                        <p:cTn id="22" dur="500"/>
                                        <p:tgtEl>
                                          <p:spTgt spid="13318"/>
                                        </p:tgtEl>
                                      </p:cBhvr>
                                    </p:animEffect>
                                  </p:childTnLst>
                                </p:cTn>
                              </p:par>
                            </p:childTnLst>
                          </p:cTn>
                        </p:par>
                      </p:childTnLst>
                    </p:cTn>
                  </p:par>
                  <p:par>
                    <p:cTn id="23" fill="hold">
                      <p:stCondLst>
                        <p:cond delay="indefinite"/>
                      </p:stCondLst>
                      <p:childTnLst>
                        <p:par>
                          <p:cTn id="24" fill="hold">
                            <p:stCondLst>
                              <p:cond delay="0"/>
                            </p:stCondLst>
                            <p:childTnLst>
                              <p:par>
                                <p:cTn id="25" presetID="15" presetClass="entr" presetSubtype="0" fill="hold" grpId="0" nodeType="clickEffect">
                                  <p:stCondLst>
                                    <p:cond delay="0"/>
                                  </p:stCondLst>
                                  <p:childTnLst>
                                    <p:set>
                                      <p:cBhvr>
                                        <p:cTn id="26" dur="1" fill="hold">
                                          <p:stCondLst>
                                            <p:cond delay="0"/>
                                          </p:stCondLst>
                                        </p:cTn>
                                        <p:tgtEl>
                                          <p:spTgt spid="13406"/>
                                        </p:tgtEl>
                                        <p:attrNameLst>
                                          <p:attrName>style.visibility</p:attrName>
                                        </p:attrNameLst>
                                      </p:cBhvr>
                                      <p:to>
                                        <p:strVal val="visible"/>
                                      </p:to>
                                    </p:set>
                                    <p:anim calcmode="lin" valueType="num">
                                      <p:cBhvr>
                                        <p:cTn id="27" dur="1000" fill="hold"/>
                                        <p:tgtEl>
                                          <p:spTgt spid="13406"/>
                                        </p:tgtEl>
                                        <p:attrNameLst>
                                          <p:attrName>ppt_w</p:attrName>
                                        </p:attrNameLst>
                                      </p:cBhvr>
                                      <p:tavLst>
                                        <p:tav tm="0">
                                          <p:val>
                                            <p:fltVal val="0.000000"/>
                                          </p:val>
                                        </p:tav>
                                        <p:tav tm="100000">
                                          <p:val>
                                            <p:strVal val="#ppt_w"/>
                                          </p:val>
                                        </p:tav>
                                      </p:tavLst>
                                    </p:anim>
                                    <p:anim calcmode="lin" valueType="num">
                                      <p:cBhvr>
                                        <p:cTn id="28" dur="1000" fill="hold"/>
                                        <p:tgtEl>
                                          <p:spTgt spid="13406"/>
                                        </p:tgtEl>
                                        <p:attrNameLst>
                                          <p:attrName>ppt_h</p:attrName>
                                        </p:attrNameLst>
                                      </p:cBhvr>
                                      <p:tavLst>
                                        <p:tav tm="0">
                                          <p:val>
                                            <p:fltVal val="0.000000"/>
                                          </p:val>
                                        </p:tav>
                                        <p:tav tm="100000">
                                          <p:val>
                                            <p:strVal val="#ppt_h"/>
                                          </p:val>
                                        </p:tav>
                                      </p:tavLst>
                                    </p:anim>
                                    <p:anim calcmode="lin" valueType="num">
                                      <p:cBhvr>
                                        <p:cTn id="29" dur="1000" fill="hold"/>
                                        <p:tgtEl>
                                          <p:spTgt spid="13406"/>
                                        </p:tgtEl>
                                        <p:attrNameLst>
                                          <p:attrName>ppt_x</p:attrName>
                                        </p:attrNameLst>
                                      </p:cBhvr>
                                      <p:tavLst>
                                        <p:tav tm="0" fmla="#ppt_x+(cos(-2*pi*(1-$))*-#ppt_x-sin(-2*pi*(1-$))*(1-#ppt_y))*(1-$)">
                                          <p:val>
                                            <p:fltVal val="0.000000"/>
                                          </p:val>
                                        </p:tav>
                                        <p:tav tm="100000">
                                          <p:val>
                                            <p:fltVal val="1.000000"/>
                                          </p:val>
                                        </p:tav>
                                      </p:tavLst>
                                    </p:anim>
                                    <p:anim calcmode="lin" valueType="num">
                                      <p:cBhvr>
                                        <p:cTn id="30" dur="1000" fill="hold"/>
                                        <p:tgtEl>
                                          <p:spTgt spid="13406"/>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blinds(horizontal)">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blinds(horizontal)">
                                      <p:cBhvr>
                                        <p:cTn id="4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p:bldP spid="13318" grpId="0"/>
      <p:bldP spid="1340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11" name="Text Box 23"/>
          <p:cNvSpPr txBox="1"/>
          <p:nvPr/>
        </p:nvSpPr>
        <p:spPr>
          <a:xfrm>
            <a:off x="2339975" y="3300413"/>
            <a:ext cx="5616575" cy="519112"/>
          </a:xfrm>
          <a:prstGeom prst="rect">
            <a:avLst/>
          </a:prstGeom>
          <a:noFill/>
          <a:ln w="9525">
            <a:noFill/>
          </a:ln>
        </p:spPr>
        <p:txBody>
          <a:bodyPr>
            <a:spAutoFit/>
          </a:bodyPr>
          <a:p>
            <a:pPr>
              <a:spcBef>
                <a:spcPct val="50000"/>
              </a:spcBef>
            </a:pPr>
            <a:r>
              <a:rPr lang="zh-CN" altLang="en-US" sz="2800" dirty="0">
                <a:latin typeface="Times New Roman" panose="02020603050405020304" pitchFamily="18" charset="0"/>
              </a:rPr>
              <a:t>利用计算相电流的一相等效电路。</a:t>
            </a:r>
            <a:endParaRPr lang="zh-CN" altLang="en-US" sz="2800" dirty="0">
              <a:latin typeface="Times New Roman" panose="02020603050405020304" pitchFamily="18" charset="0"/>
            </a:endParaRPr>
          </a:p>
        </p:txBody>
      </p:sp>
      <p:sp>
        <p:nvSpPr>
          <p:cNvPr id="12331" name="Text Box 43"/>
          <p:cNvSpPr txBox="1"/>
          <p:nvPr/>
        </p:nvSpPr>
        <p:spPr>
          <a:xfrm>
            <a:off x="755650" y="3371850"/>
            <a:ext cx="1295400" cy="519113"/>
          </a:xfrm>
          <a:prstGeom prst="rect">
            <a:avLst/>
          </a:prstGeom>
          <a:solidFill>
            <a:srgbClr val="990033"/>
          </a:solidFill>
          <a:ln w="9525">
            <a:noFill/>
          </a:ln>
        </p:spPr>
        <p:txBody>
          <a:bodyPr>
            <a:spAutoFit/>
          </a:bodyPr>
          <a:p>
            <a:pPr>
              <a:spcBef>
                <a:spcPct val="50000"/>
              </a:spcBef>
            </a:pPr>
            <a:r>
              <a:rPr lang="zh-CN" altLang="en-US" sz="2800" dirty="0">
                <a:solidFill>
                  <a:schemeClr val="bg1"/>
                </a:solidFill>
                <a:latin typeface="Arial" panose="020B0604020202020204" pitchFamily="34" charset="0"/>
                <a:ea typeface="宋体" panose="02010600030101010101" pitchFamily="2" charset="-122"/>
              </a:rPr>
              <a:t>解法</a:t>
            </a:r>
            <a:r>
              <a:rPr lang="en-US" altLang="zh-CN" sz="2800" b="0" dirty="0">
                <a:solidFill>
                  <a:schemeClr val="bg1"/>
                </a:solidFill>
                <a:latin typeface="Times New Roman" panose="02020603050405020304" pitchFamily="18" charset="0"/>
                <a:ea typeface="宋体" panose="02010600030101010101" pitchFamily="2" charset="-122"/>
              </a:rPr>
              <a:t>3</a:t>
            </a:r>
            <a:endParaRPr lang="en-US" altLang="zh-CN" sz="2800" b="0" dirty="0">
              <a:solidFill>
                <a:schemeClr val="bg1"/>
              </a:solidFill>
              <a:latin typeface="Times New Roman" panose="02020603050405020304" pitchFamily="18" charset="0"/>
              <a:ea typeface="宋体" panose="02010600030101010101" pitchFamily="2" charset="-122"/>
            </a:endParaRPr>
          </a:p>
        </p:txBody>
      </p:sp>
      <p:grpSp>
        <p:nvGrpSpPr>
          <p:cNvPr id="2" name="Group 141"/>
          <p:cNvGrpSpPr/>
          <p:nvPr/>
        </p:nvGrpSpPr>
        <p:grpSpPr>
          <a:xfrm>
            <a:off x="539750" y="3803650"/>
            <a:ext cx="3116263" cy="2392363"/>
            <a:chOff x="340" y="2396"/>
            <a:chExt cx="1963" cy="1507"/>
          </a:xfrm>
        </p:grpSpPr>
        <p:sp>
          <p:nvSpPr>
            <p:cNvPr id="26679" name="Oval 75"/>
            <p:cNvSpPr/>
            <p:nvPr/>
          </p:nvSpPr>
          <p:spPr>
            <a:xfrm>
              <a:off x="476" y="2895"/>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6680" name="Rectangle 83"/>
            <p:cNvSpPr/>
            <p:nvPr/>
          </p:nvSpPr>
          <p:spPr>
            <a:xfrm>
              <a:off x="657" y="2714"/>
              <a:ext cx="1406" cy="907"/>
            </a:xfrm>
            <a:prstGeom prst="rect">
              <a:avLst/>
            </a:prstGeom>
            <a:noFill/>
            <a:ln w="28575" cap="flat" cmpd="sng">
              <a:solidFill>
                <a:srgbClr val="FFCC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6681" name="Text Box 73"/>
            <p:cNvSpPr txBox="1"/>
            <p:nvPr/>
          </p:nvSpPr>
          <p:spPr>
            <a:xfrm>
              <a:off x="1837" y="2396"/>
              <a:ext cx="254"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6682" name="Text Box 74"/>
            <p:cNvSpPr txBox="1"/>
            <p:nvPr/>
          </p:nvSpPr>
          <p:spPr>
            <a:xfrm>
              <a:off x="1746" y="2986"/>
              <a:ext cx="557"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6683" name="Text Box 76"/>
            <p:cNvSpPr txBox="1"/>
            <p:nvPr/>
          </p:nvSpPr>
          <p:spPr>
            <a:xfrm>
              <a:off x="793" y="2669"/>
              <a:ext cx="251"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6684" name="Text Box 77"/>
            <p:cNvSpPr txBox="1"/>
            <p:nvPr/>
          </p:nvSpPr>
          <p:spPr>
            <a:xfrm>
              <a:off x="793" y="3213"/>
              <a:ext cx="257"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graphicFrame>
          <p:nvGraphicFramePr>
            <p:cNvPr id="26632" name="Object 78"/>
            <p:cNvGraphicFramePr/>
            <p:nvPr/>
          </p:nvGraphicFramePr>
          <p:xfrm>
            <a:off x="822" y="2895"/>
            <a:ext cx="411" cy="398"/>
          </p:xfrm>
          <a:graphic>
            <a:graphicData uri="http://schemas.openxmlformats.org/presentationml/2006/ole">
              <mc:AlternateContent xmlns:mc="http://schemas.openxmlformats.org/markup-compatibility/2006">
                <mc:Choice xmlns:v="urn:schemas-microsoft-com:vml" Requires="v">
                  <p:oleObj spid="_x0000_s3262" name="" r:id="rId1" imgW="342900" imgH="317500" progId="Equation.3">
                    <p:embed/>
                  </p:oleObj>
                </mc:Choice>
                <mc:Fallback>
                  <p:oleObj name="" r:id="rId1" imgW="342900" imgH="317500" progId="Equation.3">
                    <p:embed/>
                    <p:pic>
                      <p:nvPicPr>
                        <p:cNvPr id="0" name="图片 3261"/>
                        <p:cNvPicPr/>
                        <p:nvPr/>
                      </p:nvPicPr>
                      <p:blipFill>
                        <a:blip r:embed="rId2">
                          <a:clrChange>
                            <a:clrFrom>
                              <a:srgbClr val="000000"/>
                            </a:clrFrom>
                            <a:clrTo>
                              <a:srgbClr val="FFFFFF"/>
                            </a:clrTo>
                          </a:clrChange>
                        </a:blip>
                        <a:stretch>
                          <a:fillRect/>
                        </a:stretch>
                      </p:blipFill>
                      <p:spPr>
                        <a:xfrm>
                          <a:off x="822" y="2895"/>
                          <a:ext cx="411" cy="398"/>
                        </a:xfrm>
                        <a:prstGeom prst="rect">
                          <a:avLst/>
                        </a:prstGeom>
                        <a:noFill/>
                        <a:ln w="38100">
                          <a:noFill/>
                          <a:miter/>
                        </a:ln>
                      </p:spPr>
                    </p:pic>
                  </p:oleObj>
                </mc:Fallback>
              </mc:AlternateContent>
            </a:graphicData>
          </a:graphic>
        </p:graphicFrame>
        <p:sp>
          <p:nvSpPr>
            <p:cNvPr id="26685" name="Line 79"/>
            <p:cNvSpPr/>
            <p:nvPr/>
          </p:nvSpPr>
          <p:spPr>
            <a:xfrm>
              <a:off x="1202" y="2713"/>
              <a:ext cx="348" cy="0"/>
            </a:xfrm>
            <a:prstGeom prst="line">
              <a:avLst/>
            </a:prstGeom>
            <a:ln w="28575" cap="flat" cmpd="sng">
              <a:solidFill>
                <a:srgbClr val="00FFFF"/>
              </a:solidFill>
              <a:prstDash val="solid"/>
              <a:headEnd type="none" w="med" len="med"/>
              <a:tailEnd type="triangle" w="med" len="med"/>
            </a:ln>
          </p:spPr>
        </p:sp>
        <p:graphicFrame>
          <p:nvGraphicFramePr>
            <p:cNvPr id="26633" name="Object 80"/>
            <p:cNvGraphicFramePr/>
            <p:nvPr/>
          </p:nvGraphicFramePr>
          <p:xfrm>
            <a:off x="1202" y="2659"/>
            <a:ext cx="285" cy="368"/>
          </p:xfrm>
          <a:graphic>
            <a:graphicData uri="http://schemas.openxmlformats.org/presentationml/2006/ole">
              <mc:AlternateContent xmlns:mc="http://schemas.openxmlformats.org/markup-compatibility/2006">
                <mc:Choice xmlns:v="urn:schemas-microsoft-com:vml" Requires="v">
                  <p:oleObj spid="_x0000_s3263" name="" r:id="rId3" imgW="228600" imgH="292100" progId="Equation.3">
                    <p:embed/>
                  </p:oleObj>
                </mc:Choice>
                <mc:Fallback>
                  <p:oleObj name="" r:id="rId3" imgW="228600" imgH="292100" progId="Equation.3">
                    <p:embed/>
                    <p:pic>
                      <p:nvPicPr>
                        <p:cNvPr id="0" name="图片 3262"/>
                        <p:cNvPicPr/>
                        <p:nvPr/>
                      </p:nvPicPr>
                      <p:blipFill>
                        <a:blip r:embed="rId4">
                          <a:clrChange>
                            <a:clrFrom>
                              <a:srgbClr val="000000"/>
                            </a:clrFrom>
                            <a:clrTo>
                              <a:srgbClr val="FFFFFF"/>
                            </a:clrTo>
                          </a:clrChange>
                        </a:blip>
                        <a:stretch>
                          <a:fillRect/>
                        </a:stretch>
                      </p:blipFill>
                      <p:spPr>
                        <a:xfrm>
                          <a:off x="1202" y="2659"/>
                          <a:ext cx="285" cy="368"/>
                        </a:xfrm>
                        <a:prstGeom prst="rect">
                          <a:avLst/>
                        </a:prstGeom>
                        <a:noFill/>
                        <a:ln w="38100">
                          <a:noFill/>
                          <a:miter/>
                        </a:ln>
                      </p:spPr>
                    </p:pic>
                  </p:oleObj>
                </mc:Fallback>
              </mc:AlternateContent>
            </a:graphicData>
          </a:graphic>
        </p:graphicFrame>
        <p:sp>
          <p:nvSpPr>
            <p:cNvPr id="26686" name="Text Box 81"/>
            <p:cNvSpPr txBox="1"/>
            <p:nvPr/>
          </p:nvSpPr>
          <p:spPr>
            <a:xfrm>
              <a:off x="340" y="2533"/>
              <a:ext cx="251"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6687" name="Text Box 82"/>
            <p:cNvSpPr txBox="1"/>
            <p:nvPr/>
          </p:nvSpPr>
          <p:spPr>
            <a:xfrm>
              <a:off x="340" y="3440"/>
              <a:ext cx="254"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6688" name="Rectangle 84"/>
            <p:cNvSpPr/>
            <p:nvPr/>
          </p:nvSpPr>
          <p:spPr>
            <a:xfrm>
              <a:off x="2000" y="2941"/>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26689" name="Text Box 85"/>
            <p:cNvSpPr txBox="1"/>
            <p:nvPr/>
          </p:nvSpPr>
          <p:spPr>
            <a:xfrm>
              <a:off x="1837" y="3576"/>
              <a:ext cx="254"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grpSp>
      <p:grpSp>
        <p:nvGrpSpPr>
          <p:cNvPr id="26637" name="Group 95"/>
          <p:cNvGrpSpPr/>
          <p:nvPr/>
        </p:nvGrpSpPr>
        <p:grpSpPr>
          <a:xfrm>
            <a:off x="8316913" y="6445250"/>
            <a:ext cx="792162" cy="366713"/>
            <a:chOff x="5193" y="4020"/>
            <a:chExt cx="499" cy="231"/>
          </a:xfrm>
        </p:grpSpPr>
        <p:pic>
          <p:nvPicPr>
            <p:cNvPr id="26677" name="Picture 96" descr="78900"/>
            <p:cNvPicPr>
              <a:picLocks noChangeAspect="1"/>
            </p:cNvPicPr>
            <p:nvPr/>
          </p:nvPicPr>
          <p:blipFill>
            <a:blip r:embed="rId5"/>
            <a:stretch>
              <a:fillRect/>
            </a:stretch>
          </p:blipFill>
          <p:spPr>
            <a:xfrm>
              <a:off x="5193" y="4066"/>
              <a:ext cx="499" cy="181"/>
            </a:xfrm>
            <a:prstGeom prst="rect">
              <a:avLst/>
            </a:prstGeom>
            <a:noFill/>
            <a:ln w="9525">
              <a:noFill/>
            </a:ln>
          </p:spPr>
        </p:pic>
        <p:sp>
          <p:nvSpPr>
            <p:cNvPr id="26678" name="Text Box 97">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6638" name="Group 98"/>
          <p:cNvGrpSpPr/>
          <p:nvPr/>
        </p:nvGrpSpPr>
        <p:grpSpPr>
          <a:xfrm>
            <a:off x="7451725" y="6445250"/>
            <a:ext cx="792163" cy="366713"/>
            <a:chOff x="5193" y="4020"/>
            <a:chExt cx="499" cy="231"/>
          </a:xfrm>
        </p:grpSpPr>
        <p:pic>
          <p:nvPicPr>
            <p:cNvPr id="26675" name="Picture 99" descr="78900"/>
            <p:cNvPicPr>
              <a:picLocks noChangeAspect="1"/>
            </p:cNvPicPr>
            <p:nvPr/>
          </p:nvPicPr>
          <p:blipFill>
            <a:blip r:embed="rId5"/>
            <a:stretch>
              <a:fillRect/>
            </a:stretch>
          </p:blipFill>
          <p:spPr>
            <a:xfrm>
              <a:off x="5193" y="4066"/>
              <a:ext cx="499" cy="181"/>
            </a:xfrm>
            <a:prstGeom prst="rect">
              <a:avLst/>
            </a:prstGeom>
            <a:noFill/>
            <a:ln w="9525">
              <a:noFill/>
            </a:ln>
          </p:spPr>
        </p:pic>
        <p:sp>
          <p:nvSpPr>
            <p:cNvPr id="26676" name="Text Box 100">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6639" name="Group 101"/>
          <p:cNvGrpSpPr/>
          <p:nvPr/>
        </p:nvGrpSpPr>
        <p:grpSpPr>
          <a:xfrm>
            <a:off x="6588125" y="6446838"/>
            <a:ext cx="792163" cy="366712"/>
            <a:chOff x="4695" y="4061"/>
            <a:chExt cx="499" cy="231"/>
          </a:xfrm>
        </p:grpSpPr>
        <p:pic>
          <p:nvPicPr>
            <p:cNvPr id="26673" name="Picture 102" descr="78900"/>
            <p:cNvPicPr>
              <a:picLocks noChangeAspect="1"/>
            </p:cNvPicPr>
            <p:nvPr/>
          </p:nvPicPr>
          <p:blipFill>
            <a:blip r:embed="rId5"/>
            <a:stretch>
              <a:fillRect/>
            </a:stretch>
          </p:blipFill>
          <p:spPr>
            <a:xfrm>
              <a:off x="4695" y="4107"/>
              <a:ext cx="499" cy="181"/>
            </a:xfrm>
            <a:prstGeom prst="rect">
              <a:avLst/>
            </a:prstGeom>
            <a:noFill/>
            <a:ln w="9525">
              <a:noFill/>
            </a:ln>
          </p:spPr>
        </p:pic>
        <p:sp>
          <p:nvSpPr>
            <p:cNvPr id="26674" name="Text Box 103">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 name="Group 126"/>
          <p:cNvGrpSpPr/>
          <p:nvPr/>
        </p:nvGrpSpPr>
        <p:grpSpPr>
          <a:xfrm>
            <a:off x="395288" y="476250"/>
            <a:ext cx="3384550" cy="2392363"/>
            <a:chOff x="249" y="300"/>
            <a:chExt cx="2132" cy="1507"/>
          </a:xfrm>
        </p:grpSpPr>
        <p:sp>
          <p:nvSpPr>
            <p:cNvPr id="26661" name="Oval 105"/>
            <p:cNvSpPr/>
            <p:nvPr/>
          </p:nvSpPr>
          <p:spPr>
            <a:xfrm>
              <a:off x="385" y="662"/>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6662" name="Rectangle 106"/>
            <p:cNvSpPr/>
            <p:nvPr/>
          </p:nvSpPr>
          <p:spPr>
            <a:xfrm>
              <a:off x="566" y="481"/>
              <a:ext cx="1406" cy="907"/>
            </a:xfrm>
            <a:prstGeom prst="rect">
              <a:avLst/>
            </a:prstGeom>
            <a:noFill/>
            <a:ln w="28575" cap="flat" cmpd="sng">
              <a:solidFill>
                <a:srgbClr val="FFCC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6663" name="Text Box 113" descr="羊皮纸"/>
            <p:cNvSpPr txBox="1"/>
            <p:nvPr/>
          </p:nvSpPr>
          <p:spPr>
            <a:xfrm>
              <a:off x="521" y="1480"/>
              <a:ext cx="1452" cy="327"/>
            </a:xfrm>
            <a:prstGeom prst="rect">
              <a:avLst/>
            </a:prstGeom>
            <a:blipFill rotWithShape="1">
              <a:blip r:embed="rId6"/>
            </a:blipFill>
            <a:ln w="9525">
              <a:noFill/>
            </a:ln>
          </p:spPr>
          <p:txBody>
            <a:bodyPr>
              <a:spAutoFit/>
            </a:bodyPr>
            <a:p>
              <a:pPr>
                <a:spcBef>
                  <a:spcPct val="50000"/>
                </a:spcBef>
              </a:pPr>
              <a:r>
                <a:rPr lang="en-US" altLang="zh-CN" sz="2800" b="0" dirty="0">
                  <a:solidFill>
                    <a:schemeClr val="tx1"/>
                  </a:solidFill>
                  <a:latin typeface="Times New Roman" panose="02020603050405020304" pitchFamily="18" charset="0"/>
                </a:rPr>
                <a:t>A</a:t>
              </a:r>
              <a:r>
                <a:rPr lang="zh-CN" altLang="en-US" sz="2800" dirty="0">
                  <a:solidFill>
                    <a:schemeClr val="tx1"/>
                  </a:solidFill>
                  <a:latin typeface="楷体_GB2312" pitchFamily="49" charset="-122"/>
                </a:rPr>
                <a:t>相计算电路</a:t>
              </a:r>
              <a:endParaRPr lang="zh-CN" altLang="en-US" sz="2800" dirty="0">
                <a:solidFill>
                  <a:schemeClr val="tx1"/>
                </a:solidFill>
                <a:latin typeface="楷体_GB2312" pitchFamily="49" charset="-122"/>
              </a:endParaRPr>
            </a:p>
          </p:txBody>
        </p:sp>
        <p:sp>
          <p:nvSpPr>
            <p:cNvPr id="26664" name="Text Box 114"/>
            <p:cNvSpPr txBox="1"/>
            <p:nvPr/>
          </p:nvSpPr>
          <p:spPr>
            <a:xfrm>
              <a:off x="702" y="436"/>
              <a:ext cx="251"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6665" name="Text Box 115"/>
            <p:cNvSpPr txBox="1"/>
            <p:nvPr/>
          </p:nvSpPr>
          <p:spPr>
            <a:xfrm>
              <a:off x="702" y="980"/>
              <a:ext cx="257"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graphicFrame>
          <p:nvGraphicFramePr>
            <p:cNvPr id="26630" name="Object 116"/>
            <p:cNvGraphicFramePr/>
            <p:nvPr/>
          </p:nvGraphicFramePr>
          <p:xfrm>
            <a:off x="793" y="662"/>
            <a:ext cx="304" cy="398"/>
          </p:xfrm>
          <a:graphic>
            <a:graphicData uri="http://schemas.openxmlformats.org/presentationml/2006/ole">
              <mc:AlternateContent xmlns:mc="http://schemas.openxmlformats.org/markup-compatibility/2006">
                <mc:Choice xmlns:v="urn:schemas-microsoft-com:vml" Requires="v">
                  <p:oleObj spid="_x0000_s3229" name="" r:id="rId7" imgW="241300" imgH="317500" progId="Equation.3">
                    <p:embed/>
                  </p:oleObj>
                </mc:Choice>
                <mc:Fallback>
                  <p:oleObj name="" r:id="rId7" imgW="241300" imgH="317500" progId="Equation.3">
                    <p:embed/>
                    <p:pic>
                      <p:nvPicPr>
                        <p:cNvPr id="0" name="图片 3228"/>
                        <p:cNvPicPr/>
                        <p:nvPr/>
                      </p:nvPicPr>
                      <p:blipFill>
                        <a:blip r:embed="rId8">
                          <a:clrChange>
                            <a:clrFrom>
                              <a:srgbClr val="000000"/>
                            </a:clrFrom>
                            <a:clrTo>
                              <a:srgbClr val="FFFFFF"/>
                            </a:clrTo>
                          </a:clrChange>
                        </a:blip>
                        <a:stretch>
                          <a:fillRect/>
                        </a:stretch>
                      </p:blipFill>
                      <p:spPr>
                        <a:xfrm>
                          <a:off x="793" y="662"/>
                          <a:ext cx="304" cy="398"/>
                        </a:xfrm>
                        <a:prstGeom prst="rect">
                          <a:avLst/>
                        </a:prstGeom>
                        <a:noFill/>
                        <a:ln w="38100">
                          <a:noFill/>
                          <a:miter/>
                        </a:ln>
                      </p:spPr>
                    </p:pic>
                  </p:oleObj>
                </mc:Fallback>
              </mc:AlternateContent>
            </a:graphicData>
          </a:graphic>
        </p:graphicFrame>
        <p:sp>
          <p:nvSpPr>
            <p:cNvPr id="26666" name="Line 117"/>
            <p:cNvSpPr/>
            <p:nvPr/>
          </p:nvSpPr>
          <p:spPr>
            <a:xfrm>
              <a:off x="1157" y="481"/>
              <a:ext cx="348" cy="0"/>
            </a:xfrm>
            <a:prstGeom prst="line">
              <a:avLst/>
            </a:prstGeom>
            <a:ln w="28575" cap="flat" cmpd="sng">
              <a:solidFill>
                <a:srgbClr val="00FFFF"/>
              </a:solidFill>
              <a:prstDash val="solid"/>
              <a:headEnd type="none" w="med" len="med"/>
              <a:tailEnd type="triangle" w="med" len="med"/>
            </a:ln>
          </p:spPr>
        </p:sp>
        <p:graphicFrame>
          <p:nvGraphicFramePr>
            <p:cNvPr id="26631" name="Object 118"/>
            <p:cNvGraphicFramePr/>
            <p:nvPr/>
          </p:nvGraphicFramePr>
          <p:xfrm>
            <a:off x="1157" y="436"/>
            <a:ext cx="254" cy="368"/>
          </p:xfrm>
          <a:graphic>
            <a:graphicData uri="http://schemas.openxmlformats.org/presentationml/2006/ole">
              <mc:AlternateContent xmlns:mc="http://schemas.openxmlformats.org/markup-compatibility/2006">
                <mc:Choice xmlns:v="urn:schemas-microsoft-com:vml" Requires="v">
                  <p:oleObj spid="_x0000_s3233" name="" r:id="rId9" imgW="203200" imgH="292100" progId="Equation.3">
                    <p:embed/>
                  </p:oleObj>
                </mc:Choice>
                <mc:Fallback>
                  <p:oleObj name="" r:id="rId9" imgW="203200" imgH="292100" progId="Equation.3">
                    <p:embed/>
                    <p:pic>
                      <p:nvPicPr>
                        <p:cNvPr id="0" name="图片 3232"/>
                        <p:cNvPicPr/>
                        <p:nvPr/>
                      </p:nvPicPr>
                      <p:blipFill>
                        <a:blip r:embed="rId10">
                          <a:clrChange>
                            <a:clrFrom>
                              <a:srgbClr val="000000"/>
                            </a:clrFrom>
                            <a:clrTo>
                              <a:srgbClr val="FFFFFF"/>
                            </a:clrTo>
                          </a:clrChange>
                        </a:blip>
                        <a:stretch>
                          <a:fillRect/>
                        </a:stretch>
                      </p:blipFill>
                      <p:spPr>
                        <a:xfrm>
                          <a:off x="1157" y="436"/>
                          <a:ext cx="254" cy="368"/>
                        </a:xfrm>
                        <a:prstGeom prst="rect">
                          <a:avLst/>
                        </a:prstGeom>
                        <a:noFill/>
                        <a:ln w="38100">
                          <a:noFill/>
                          <a:miter/>
                        </a:ln>
                      </p:spPr>
                    </p:pic>
                  </p:oleObj>
                </mc:Fallback>
              </mc:AlternateContent>
            </a:graphicData>
          </a:graphic>
        </p:graphicFrame>
        <p:sp>
          <p:nvSpPr>
            <p:cNvPr id="26667" name="Text Box 119"/>
            <p:cNvSpPr txBox="1"/>
            <p:nvPr/>
          </p:nvSpPr>
          <p:spPr>
            <a:xfrm>
              <a:off x="249" y="300"/>
              <a:ext cx="251"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6668" name="Text Box 120"/>
            <p:cNvSpPr txBox="1"/>
            <p:nvPr/>
          </p:nvSpPr>
          <p:spPr>
            <a:xfrm>
              <a:off x="249" y="1207"/>
              <a:ext cx="254"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6669" name="Text Box 121"/>
            <p:cNvSpPr txBox="1"/>
            <p:nvPr/>
          </p:nvSpPr>
          <p:spPr>
            <a:xfrm>
              <a:off x="1972" y="1207"/>
              <a:ext cx="409" cy="327"/>
            </a:xfrm>
            <a:prstGeom prst="rect">
              <a:avLst/>
            </a:prstGeom>
            <a:noFill/>
            <a:ln w="38100">
              <a:noFill/>
            </a:ln>
          </p:spPr>
          <p:txBody>
            <a:bodyPr>
              <a:spAutoFit/>
            </a:bodyPr>
            <a:p>
              <a:pPr>
                <a:spcBef>
                  <a:spcPct val="50000"/>
                </a:spcBef>
                <a:buNone/>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6670" name="Rectangle 123"/>
            <p:cNvSpPr/>
            <p:nvPr/>
          </p:nvSpPr>
          <p:spPr>
            <a:xfrm>
              <a:off x="1918" y="70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26671" name="Text Box 124"/>
            <p:cNvSpPr txBox="1"/>
            <p:nvPr/>
          </p:nvSpPr>
          <p:spPr>
            <a:xfrm>
              <a:off x="1973" y="346"/>
              <a:ext cx="254"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6672" name="Text Box 125"/>
            <p:cNvSpPr txBox="1"/>
            <p:nvPr/>
          </p:nvSpPr>
          <p:spPr>
            <a:xfrm>
              <a:off x="1519" y="663"/>
              <a:ext cx="557"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dirty="0">
                  <a:solidFill>
                    <a:schemeClr val="bg1"/>
                  </a:solidFill>
                  <a:latin typeface="Times New Roman" panose="02020603050405020304" pitchFamily="18" charset="0"/>
                  <a:ea typeface="宋体" panose="02010600030101010101" pitchFamily="2" charset="-122"/>
                </a:rPr>
                <a:t>3</a:t>
              </a:r>
              <a:endParaRPr lang="en-US" altLang="zh-CN" sz="2800" b="0" dirty="0">
                <a:solidFill>
                  <a:schemeClr val="bg1"/>
                </a:solidFill>
                <a:latin typeface="Times New Roman" panose="02020603050405020304" pitchFamily="18" charset="0"/>
                <a:ea typeface="宋体" panose="02010600030101010101" pitchFamily="2" charset="-122"/>
              </a:endParaRPr>
            </a:p>
          </p:txBody>
        </p:sp>
      </p:grpSp>
      <p:grpSp>
        <p:nvGrpSpPr>
          <p:cNvPr id="7" name="Group 138"/>
          <p:cNvGrpSpPr/>
          <p:nvPr/>
        </p:nvGrpSpPr>
        <p:grpSpPr>
          <a:xfrm>
            <a:off x="4211638" y="333375"/>
            <a:ext cx="3954462" cy="1192213"/>
            <a:chOff x="2653" y="210"/>
            <a:chExt cx="2491" cy="751"/>
          </a:xfrm>
        </p:grpSpPr>
        <p:graphicFrame>
          <p:nvGraphicFramePr>
            <p:cNvPr id="26629" name="Object 2"/>
            <p:cNvGraphicFramePr/>
            <p:nvPr/>
          </p:nvGraphicFramePr>
          <p:xfrm>
            <a:off x="2653" y="210"/>
            <a:ext cx="2491" cy="751"/>
          </p:xfrm>
          <a:graphic>
            <a:graphicData uri="http://schemas.openxmlformats.org/presentationml/2006/ole">
              <mc:AlternateContent xmlns:mc="http://schemas.openxmlformats.org/markup-compatibility/2006">
                <mc:Choice xmlns:v="urn:schemas-microsoft-com:vml" Requires="v">
                  <p:oleObj spid="_x0000_s3231" name="" r:id="rId11" imgW="1981200" imgH="596900" progId="Equation.3">
                    <p:embed/>
                  </p:oleObj>
                </mc:Choice>
                <mc:Fallback>
                  <p:oleObj name="" r:id="rId11" imgW="1981200" imgH="596900" progId="Equation.3">
                    <p:embed/>
                    <p:pic>
                      <p:nvPicPr>
                        <p:cNvPr id="0" name="图片 3230"/>
                        <p:cNvPicPr/>
                        <p:nvPr/>
                      </p:nvPicPr>
                      <p:blipFill>
                        <a:blip r:embed="rId12">
                          <a:clrChange>
                            <a:clrFrom>
                              <a:srgbClr val="000000"/>
                            </a:clrFrom>
                            <a:clrTo>
                              <a:srgbClr val="FFFFFF"/>
                            </a:clrTo>
                          </a:clrChange>
                        </a:blip>
                        <a:stretch>
                          <a:fillRect/>
                        </a:stretch>
                      </p:blipFill>
                      <p:spPr>
                        <a:xfrm>
                          <a:off x="2653" y="210"/>
                          <a:ext cx="2491" cy="751"/>
                        </a:xfrm>
                        <a:prstGeom prst="rect">
                          <a:avLst/>
                        </a:prstGeom>
                        <a:noFill/>
                        <a:ln w="38100">
                          <a:noFill/>
                          <a:miter/>
                        </a:ln>
                      </p:spPr>
                    </p:pic>
                  </p:oleObj>
                </mc:Fallback>
              </mc:AlternateContent>
            </a:graphicData>
          </a:graphic>
        </p:graphicFrame>
        <p:sp>
          <p:nvSpPr>
            <p:cNvPr id="26659" name="Line 127"/>
            <p:cNvSpPr/>
            <p:nvPr/>
          </p:nvSpPr>
          <p:spPr>
            <a:xfrm>
              <a:off x="4740" y="799"/>
              <a:ext cx="363" cy="0"/>
            </a:xfrm>
            <a:prstGeom prst="line">
              <a:avLst/>
            </a:prstGeom>
            <a:ln w="9525" cap="flat" cmpd="sng">
              <a:solidFill>
                <a:schemeClr val="bg1"/>
              </a:solidFill>
              <a:prstDash val="solid"/>
              <a:headEnd type="none" w="med" len="med"/>
              <a:tailEnd type="none" w="med" len="med"/>
            </a:ln>
          </p:spPr>
        </p:sp>
        <p:sp>
          <p:nvSpPr>
            <p:cNvPr id="26660" name="Line 131"/>
            <p:cNvSpPr/>
            <p:nvPr/>
          </p:nvSpPr>
          <p:spPr>
            <a:xfrm flipV="1">
              <a:off x="4740" y="527"/>
              <a:ext cx="45" cy="272"/>
            </a:xfrm>
            <a:prstGeom prst="line">
              <a:avLst/>
            </a:prstGeom>
            <a:ln w="9525" cap="flat" cmpd="sng">
              <a:solidFill>
                <a:schemeClr val="bg1"/>
              </a:solidFill>
              <a:prstDash val="solid"/>
              <a:headEnd type="none" w="med" len="med"/>
              <a:tailEnd type="none" w="med" len="med"/>
            </a:ln>
          </p:spPr>
        </p:sp>
      </p:grpSp>
      <p:grpSp>
        <p:nvGrpSpPr>
          <p:cNvPr id="8" name="Group 139"/>
          <p:cNvGrpSpPr/>
          <p:nvPr/>
        </p:nvGrpSpPr>
        <p:grpSpPr>
          <a:xfrm>
            <a:off x="4211638" y="1484313"/>
            <a:ext cx="4511675" cy="1014412"/>
            <a:chOff x="2653" y="935"/>
            <a:chExt cx="2842" cy="639"/>
          </a:xfrm>
        </p:grpSpPr>
        <p:graphicFrame>
          <p:nvGraphicFramePr>
            <p:cNvPr id="26628" name="Object 21"/>
            <p:cNvGraphicFramePr/>
            <p:nvPr/>
          </p:nvGraphicFramePr>
          <p:xfrm>
            <a:off x="2653" y="935"/>
            <a:ext cx="2842" cy="639"/>
          </p:xfrm>
          <a:graphic>
            <a:graphicData uri="http://schemas.openxmlformats.org/presentationml/2006/ole">
              <mc:AlternateContent xmlns:mc="http://schemas.openxmlformats.org/markup-compatibility/2006">
                <mc:Choice xmlns:v="urn:schemas-microsoft-com:vml" Requires="v">
                  <p:oleObj spid="_x0000_s3228" name="" r:id="rId13" imgW="2260600" imgH="508000" progId="Equation.3">
                    <p:embed/>
                  </p:oleObj>
                </mc:Choice>
                <mc:Fallback>
                  <p:oleObj name="" r:id="rId13" imgW="2260600" imgH="508000" progId="Equation.3">
                    <p:embed/>
                    <p:pic>
                      <p:nvPicPr>
                        <p:cNvPr id="0" name="图片 3227"/>
                        <p:cNvPicPr/>
                        <p:nvPr/>
                      </p:nvPicPr>
                      <p:blipFill>
                        <a:blip r:embed="rId14">
                          <a:clrChange>
                            <a:clrFrom>
                              <a:srgbClr val="000000"/>
                            </a:clrFrom>
                            <a:clrTo>
                              <a:srgbClr val="FFFFFF"/>
                            </a:clrTo>
                          </a:clrChange>
                        </a:blip>
                        <a:stretch>
                          <a:fillRect/>
                        </a:stretch>
                      </p:blipFill>
                      <p:spPr>
                        <a:xfrm>
                          <a:off x="2653" y="935"/>
                          <a:ext cx="2842" cy="639"/>
                        </a:xfrm>
                        <a:prstGeom prst="rect">
                          <a:avLst/>
                        </a:prstGeom>
                        <a:noFill/>
                        <a:ln w="38100">
                          <a:noFill/>
                          <a:miter/>
                        </a:ln>
                      </p:spPr>
                    </p:pic>
                  </p:oleObj>
                </mc:Fallback>
              </mc:AlternateContent>
            </a:graphicData>
          </a:graphic>
        </p:graphicFrame>
        <p:sp>
          <p:nvSpPr>
            <p:cNvPr id="26655" name="Line 128"/>
            <p:cNvSpPr/>
            <p:nvPr/>
          </p:nvSpPr>
          <p:spPr>
            <a:xfrm flipV="1">
              <a:off x="4740" y="1117"/>
              <a:ext cx="45" cy="272"/>
            </a:xfrm>
            <a:prstGeom prst="line">
              <a:avLst/>
            </a:prstGeom>
            <a:ln w="9525" cap="flat" cmpd="sng">
              <a:solidFill>
                <a:schemeClr val="bg1"/>
              </a:solidFill>
              <a:prstDash val="solid"/>
              <a:headEnd type="none" w="med" len="med"/>
              <a:tailEnd type="none" w="med" len="med"/>
            </a:ln>
          </p:spPr>
        </p:sp>
        <p:sp>
          <p:nvSpPr>
            <p:cNvPr id="26656" name="Line 129"/>
            <p:cNvSpPr/>
            <p:nvPr/>
          </p:nvSpPr>
          <p:spPr>
            <a:xfrm>
              <a:off x="3696" y="1389"/>
              <a:ext cx="363" cy="0"/>
            </a:xfrm>
            <a:prstGeom prst="line">
              <a:avLst/>
            </a:prstGeom>
            <a:ln w="9525" cap="flat" cmpd="sng">
              <a:solidFill>
                <a:schemeClr val="bg1"/>
              </a:solidFill>
              <a:prstDash val="solid"/>
              <a:headEnd type="none" w="med" len="med"/>
              <a:tailEnd type="none" w="med" len="med"/>
            </a:ln>
          </p:spPr>
        </p:sp>
        <p:sp>
          <p:nvSpPr>
            <p:cNvPr id="26657" name="Line 130"/>
            <p:cNvSpPr/>
            <p:nvPr/>
          </p:nvSpPr>
          <p:spPr>
            <a:xfrm>
              <a:off x="4740" y="1389"/>
              <a:ext cx="726" cy="0"/>
            </a:xfrm>
            <a:prstGeom prst="line">
              <a:avLst/>
            </a:prstGeom>
            <a:ln w="9525" cap="flat" cmpd="sng">
              <a:solidFill>
                <a:schemeClr val="bg1"/>
              </a:solidFill>
              <a:prstDash val="solid"/>
              <a:headEnd type="none" w="med" len="med"/>
              <a:tailEnd type="none" w="med" len="med"/>
            </a:ln>
          </p:spPr>
        </p:sp>
        <p:sp>
          <p:nvSpPr>
            <p:cNvPr id="26658" name="Line 133"/>
            <p:cNvSpPr/>
            <p:nvPr/>
          </p:nvSpPr>
          <p:spPr>
            <a:xfrm flipV="1">
              <a:off x="3696" y="1117"/>
              <a:ext cx="46" cy="272"/>
            </a:xfrm>
            <a:prstGeom prst="line">
              <a:avLst/>
            </a:prstGeom>
            <a:ln w="9525" cap="flat" cmpd="sng">
              <a:solidFill>
                <a:schemeClr val="bg1"/>
              </a:solidFill>
              <a:prstDash val="solid"/>
              <a:headEnd type="none" w="med" len="med"/>
              <a:tailEnd type="none" w="med" len="med"/>
            </a:ln>
          </p:spPr>
        </p:sp>
      </p:grpSp>
      <p:grpSp>
        <p:nvGrpSpPr>
          <p:cNvPr id="9" name="Group 140"/>
          <p:cNvGrpSpPr/>
          <p:nvPr/>
        </p:nvGrpSpPr>
        <p:grpSpPr>
          <a:xfrm>
            <a:off x="4310063" y="2363788"/>
            <a:ext cx="4438650" cy="704850"/>
            <a:chOff x="2715" y="1489"/>
            <a:chExt cx="2796" cy="444"/>
          </a:xfrm>
        </p:grpSpPr>
        <p:graphicFrame>
          <p:nvGraphicFramePr>
            <p:cNvPr id="26627" name="Object 22"/>
            <p:cNvGraphicFramePr/>
            <p:nvPr/>
          </p:nvGraphicFramePr>
          <p:xfrm>
            <a:off x="2715" y="1489"/>
            <a:ext cx="2733" cy="441"/>
          </p:xfrm>
          <a:graphic>
            <a:graphicData uri="http://schemas.openxmlformats.org/presentationml/2006/ole">
              <mc:AlternateContent xmlns:mc="http://schemas.openxmlformats.org/markup-compatibility/2006">
                <mc:Choice xmlns:v="urn:schemas-microsoft-com:vml" Requires="v">
                  <p:oleObj spid="_x0000_s3230" name="" r:id="rId15" imgW="1953895" imgH="317500" progId="Equation.DSMT4">
                    <p:embed/>
                  </p:oleObj>
                </mc:Choice>
                <mc:Fallback>
                  <p:oleObj name="" r:id="rId15" imgW="1953895" imgH="317500" progId="Equation.DSMT4">
                    <p:embed/>
                    <p:pic>
                      <p:nvPicPr>
                        <p:cNvPr id="0" name="图片 3229"/>
                        <p:cNvPicPr/>
                        <p:nvPr/>
                      </p:nvPicPr>
                      <p:blipFill>
                        <a:blip r:embed="rId16">
                          <a:clrChange>
                            <a:clrFrom>
                              <a:srgbClr val="000000"/>
                            </a:clrFrom>
                            <a:clrTo>
                              <a:srgbClr val="FFFFFF"/>
                            </a:clrTo>
                          </a:clrChange>
                        </a:blip>
                        <a:stretch>
                          <a:fillRect/>
                        </a:stretch>
                      </p:blipFill>
                      <p:spPr>
                        <a:xfrm>
                          <a:off x="2715" y="1489"/>
                          <a:ext cx="2733" cy="441"/>
                        </a:xfrm>
                        <a:prstGeom prst="rect">
                          <a:avLst/>
                        </a:prstGeom>
                        <a:noFill/>
                        <a:ln w="38100">
                          <a:noFill/>
                          <a:miter/>
                        </a:ln>
                      </p:spPr>
                    </p:pic>
                  </p:oleObj>
                </mc:Fallback>
              </mc:AlternateContent>
            </a:graphicData>
          </a:graphic>
        </p:graphicFrame>
        <p:sp>
          <p:nvSpPr>
            <p:cNvPr id="26651" name="Line 132"/>
            <p:cNvSpPr/>
            <p:nvPr/>
          </p:nvSpPr>
          <p:spPr>
            <a:xfrm flipV="1">
              <a:off x="5103" y="1661"/>
              <a:ext cx="45" cy="272"/>
            </a:xfrm>
            <a:prstGeom prst="line">
              <a:avLst/>
            </a:prstGeom>
            <a:ln w="9525" cap="flat" cmpd="sng">
              <a:solidFill>
                <a:schemeClr val="bg1"/>
              </a:solidFill>
              <a:prstDash val="solid"/>
              <a:headEnd type="none" w="med" len="med"/>
              <a:tailEnd type="none" w="med" len="med"/>
            </a:ln>
          </p:spPr>
        </p:sp>
        <p:sp>
          <p:nvSpPr>
            <p:cNvPr id="26652" name="Line 134"/>
            <p:cNvSpPr/>
            <p:nvPr/>
          </p:nvSpPr>
          <p:spPr>
            <a:xfrm>
              <a:off x="3969" y="1933"/>
              <a:ext cx="317" cy="0"/>
            </a:xfrm>
            <a:prstGeom prst="line">
              <a:avLst/>
            </a:prstGeom>
            <a:ln w="9525" cap="flat" cmpd="sng">
              <a:solidFill>
                <a:schemeClr val="bg1"/>
              </a:solidFill>
              <a:prstDash val="solid"/>
              <a:headEnd type="none" w="med" len="med"/>
              <a:tailEnd type="none" w="med" len="med"/>
            </a:ln>
          </p:spPr>
        </p:sp>
        <p:sp>
          <p:nvSpPr>
            <p:cNvPr id="26653" name="Line 135"/>
            <p:cNvSpPr/>
            <p:nvPr/>
          </p:nvSpPr>
          <p:spPr>
            <a:xfrm flipV="1">
              <a:off x="3969" y="1661"/>
              <a:ext cx="45" cy="272"/>
            </a:xfrm>
            <a:prstGeom prst="line">
              <a:avLst/>
            </a:prstGeom>
            <a:ln w="9525" cap="flat" cmpd="sng">
              <a:solidFill>
                <a:schemeClr val="bg1"/>
              </a:solidFill>
              <a:prstDash val="solid"/>
              <a:headEnd type="none" w="med" len="med"/>
              <a:tailEnd type="none" w="med" len="med"/>
            </a:ln>
          </p:spPr>
        </p:sp>
        <p:sp>
          <p:nvSpPr>
            <p:cNvPr id="26654" name="Line 136"/>
            <p:cNvSpPr/>
            <p:nvPr/>
          </p:nvSpPr>
          <p:spPr>
            <a:xfrm>
              <a:off x="5103" y="1933"/>
              <a:ext cx="408" cy="0"/>
            </a:xfrm>
            <a:prstGeom prst="line">
              <a:avLst/>
            </a:prstGeom>
            <a:ln w="9525" cap="flat" cmpd="sng">
              <a:solidFill>
                <a:schemeClr val="bg1"/>
              </a:solidFill>
              <a:prstDash val="solid"/>
              <a:headEnd type="none" w="med" len="med"/>
              <a:tailEnd type="none" w="med" len="med"/>
            </a:ln>
          </p:spPr>
        </p:sp>
      </p:grpSp>
      <p:grpSp>
        <p:nvGrpSpPr>
          <p:cNvPr id="10" name="Group 147"/>
          <p:cNvGrpSpPr/>
          <p:nvPr/>
        </p:nvGrpSpPr>
        <p:grpSpPr>
          <a:xfrm>
            <a:off x="4000500" y="3773488"/>
            <a:ext cx="4437063" cy="2565400"/>
            <a:chOff x="2520" y="2377"/>
            <a:chExt cx="2795" cy="1616"/>
          </a:xfrm>
        </p:grpSpPr>
        <p:graphicFrame>
          <p:nvGraphicFramePr>
            <p:cNvPr id="26626" name="Object 42"/>
            <p:cNvGraphicFramePr/>
            <p:nvPr/>
          </p:nvGraphicFramePr>
          <p:xfrm>
            <a:off x="2520" y="2377"/>
            <a:ext cx="2795" cy="1616"/>
          </p:xfrm>
          <a:graphic>
            <a:graphicData uri="http://schemas.openxmlformats.org/presentationml/2006/ole">
              <mc:AlternateContent xmlns:mc="http://schemas.openxmlformats.org/markup-compatibility/2006">
                <mc:Choice xmlns:v="urn:schemas-microsoft-com:vml" Requires="v">
                  <p:oleObj spid="_x0000_s3232" name="" r:id="rId17" imgW="2222500" imgH="1282700" progId="Equation.3">
                    <p:embed/>
                  </p:oleObj>
                </mc:Choice>
                <mc:Fallback>
                  <p:oleObj name="" r:id="rId17" imgW="2222500" imgH="1282700" progId="Equation.3">
                    <p:embed/>
                    <p:pic>
                      <p:nvPicPr>
                        <p:cNvPr id="0" name="图片 3231"/>
                        <p:cNvPicPr/>
                        <p:nvPr/>
                      </p:nvPicPr>
                      <p:blipFill>
                        <a:blip r:embed="rId18">
                          <a:clrChange>
                            <a:clrFrom>
                              <a:srgbClr val="000000"/>
                            </a:clrFrom>
                            <a:clrTo>
                              <a:srgbClr val="FFFFFF"/>
                            </a:clrTo>
                          </a:clrChange>
                        </a:blip>
                        <a:stretch>
                          <a:fillRect/>
                        </a:stretch>
                      </p:blipFill>
                      <p:spPr>
                        <a:xfrm>
                          <a:off x="2520" y="2377"/>
                          <a:ext cx="2795" cy="1616"/>
                        </a:xfrm>
                        <a:prstGeom prst="rect">
                          <a:avLst/>
                        </a:prstGeom>
                        <a:noFill/>
                        <a:ln w="38100">
                          <a:noFill/>
                          <a:miter/>
                        </a:ln>
                      </p:spPr>
                    </p:pic>
                  </p:oleObj>
                </mc:Fallback>
              </mc:AlternateContent>
            </a:graphicData>
          </a:graphic>
        </p:graphicFrame>
        <p:sp>
          <p:nvSpPr>
            <p:cNvPr id="26645" name="Line 137"/>
            <p:cNvSpPr/>
            <p:nvPr/>
          </p:nvSpPr>
          <p:spPr>
            <a:xfrm>
              <a:off x="4558" y="2840"/>
              <a:ext cx="725" cy="0"/>
            </a:xfrm>
            <a:prstGeom prst="line">
              <a:avLst/>
            </a:prstGeom>
            <a:ln w="9525" cap="flat" cmpd="sng">
              <a:solidFill>
                <a:schemeClr val="bg1"/>
              </a:solidFill>
              <a:prstDash val="solid"/>
              <a:headEnd type="none" w="med" len="med"/>
              <a:tailEnd type="none" w="med" len="med"/>
            </a:ln>
          </p:spPr>
        </p:sp>
        <p:sp>
          <p:nvSpPr>
            <p:cNvPr id="26646" name="Line 142"/>
            <p:cNvSpPr/>
            <p:nvPr/>
          </p:nvSpPr>
          <p:spPr>
            <a:xfrm flipV="1">
              <a:off x="4558" y="3158"/>
              <a:ext cx="90" cy="272"/>
            </a:xfrm>
            <a:prstGeom prst="line">
              <a:avLst/>
            </a:prstGeom>
            <a:ln w="9525" cap="flat" cmpd="sng">
              <a:solidFill>
                <a:schemeClr val="bg1"/>
              </a:solidFill>
              <a:prstDash val="solid"/>
              <a:headEnd type="none" w="med" len="med"/>
              <a:tailEnd type="none" w="med" len="med"/>
            </a:ln>
          </p:spPr>
        </p:sp>
        <p:sp>
          <p:nvSpPr>
            <p:cNvPr id="26647" name="Line 143"/>
            <p:cNvSpPr/>
            <p:nvPr/>
          </p:nvSpPr>
          <p:spPr>
            <a:xfrm flipV="1">
              <a:off x="4558" y="2568"/>
              <a:ext cx="45" cy="272"/>
            </a:xfrm>
            <a:prstGeom prst="line">
              <a:avLst/>
            </a:prstGeom>
            <a:ln w="9525" cap="flat" cmpd="sng">
              <a:solidFill>
                <a:schemeClr val="bg1"/>
              </a:solidFill>
              <a:prstDash val="solid"/>
              <a:headEnd type="none" w="med" len="med"/>
              <a:tailEnd type="none" w="med" len="med"/>
            </a:ln>
          </p:spPr>
        </p:sp>
        <p:sp>
          <p:nvSpPr>
            <p:cNvPr id="26648" name="Line 144"/>
            <p:cNvSpPr/>
            <p:nvPr/>
          </p:nvSpPr>
          <p:spPr>
            <a:xfrm>
              <a:off x="4087" y="3929"/>
              <a:ext cx="408" cy="0"/>
            </a:xfrm>
            <a:prstGeom prst="line">
              <a:avLst/>
            </a:prstGeom>
            <a:ln w="9525" cap="flat" cmpd="sng">
              <a:solidFill>
                <a:schemeClr val="bg1"/>
              </a:solidFill>
              <a:prstDash val="solid"/>
              <a:headEnd type="none" w="med" len="med"/>
              <a:tailEnd type="none" w="med" len="med"/>
            </a:ln>
          </p:spPr>
        </p:sp>
        <p:sp>
          <p:nvSpPr>
            <p:cNvPr id="26649" name="Line 145"/>
            <p:cNvSpPr/>
            <p:nvPr/>
          </p:nvSpPr>
          <p:spPr>
            <a:xfrm>
              <a:off x="3488" y="3430"/>
              <a:ext cx="499" cy="0"/>
            </a:xfrm>
            <a:prstGeom prst="line">
              <a:avLst/>
            </a:prstGeom>
            <a:ln w="9525" cap="flat" cmpd="sng">
              <a:solidFill>
                <a:schemeClr val="bg1"/>
              </a:solidFill>
              <a:prstDash val="solid"/>
              <a:headEnd type="none" w="med" len="med"/>
              <a:tailEnd type="none" w="med" len="med"/>
            </a:ln>
          </p:spPr>
        </p:sp>
        <p:sp>
          <p:nvSpPr>
            <p:cNvPr id="26650" name="Line 146"/>
            <p:cNvSpPr/>
            <p:nvPr/>
          </p:nvSpPr>
          <p:spPr>
            <a:xfrm>
              <a:off x="4558" y="3430"/>
              <a:ext cx="454" cy="0"/>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10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10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1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5" presetClass="entr" presetSubtype="0" fill="hold" grpId="0" nodeType="clickEffect">
                                  <p:stCondLst>
                                    <p:cond delay="0"/>
                                  </p:stCondLst>
                                  <p:childTnLst>
                                    <p:set>
                                      <p:cBhvr>
                                        <p:cTn id="26" dur="1" fill="hold">
                                          <p:stCondLst>
                                            <p:cond delay="0"/>
                                          </p:stCondLst>
                                        </p:cTn>
                                        <p:tgtEl>
                                          <p:spTgt spid="12331"/>
                                        </p:tgtEl>
                                        <p:attrNameLst>
                                          <p:attrName>style.visibility</p:attrName>
                                        </p:attrNameLst>
                                      </p:cBhvr>
                                      <p:to>
                                        <p:strVal val="visible"/>
                                      </p:to>
                                    </p:set>
                                    <p:anim calcmode="lin" valueType="num">
                                      <p:cBhvr>
                                        <p:cTn id="27" dur="1000" fill="hold"/>
                                        <p:tgtEl>
                                          <p:spTgt spid="12331"/>
                                        </p:tgtEl>
                                        <p:attrNameLst>
                                          <p:attrName>ppt_w</p:attrName>
                                        </p:attrNameLst>
                                      </p:cBhvr>
                                      <p:tavLst>
                                        <p:tav tm="0">
                                          <p:val>
                                            <p:fltVal val="0.000000"/>
                                          </p:val>
                                        </p:tav>
                                        <p:tav tm="100000">
                                          <p:val>
                                            <p:strVal val="#ppt_w"/>
                                          </p:val>
                                        </p:tav>
                                      </p:tavLst>
                                    </p:anim>
                                    <p:anim calcmode="lin" valueType="num">
                                      <p:cBhvr>
                                        <p:cTn id="28" dur="1000" fill="hold"/>
                                        <p:tgtEl>
                                          <p:spTgt spid="12331"/>
                                        </p:tgtEl>
                                        <p:attrNameLst>
                                          <p:attrName>ppt_h</p:attrName>
                                        </p:attrNameLst>
                                      </p:cBhvr>
                                      <p:tavLst>
                                        <p:tav tm="0">
                                          <p:val>
                                            <p:fltVal val="0.000000"/>
                                          </p:val>
                                        </p:tav>
                                        <p:tav tm="100000">
                                          <p:val>
                                            <p:strVal val="#ppt_h"/>
                                          </p:val>
                                        </p:tav>
                                      </p:tavLst>
                                    </p:anim>
                                    <p:anim calcmode="lin" valueType="num">
                                      <p:cBhvr>
                                        <p:cTn id="29" dur="1000" fill="hold"/>
                                        <p:tgtEl>
                                          <p:spTgt spid="12331"/>
                                        </p:tgtEl>
                                        <p:attrNameLst>
                                          <p:attrName>ppt_x</p:attrName>
                                        </p:attrNameLst>
                                      </p:cBhvr>
                                      <p:tavLst>
                                        <p:tav tm="0" fmla="#ppt_x+(cos(-2*pi*(1-$))*-#ppt_x-sin(-2*pi*(1-$))*(1-#ppt_y))*(1-$)">
                                          <p:val>
                                            <p:fltVal val="0.000000"/>
                                          </p:val>
                                        </p:tav>
                                        <p:tav tm="100000">
                                          <p:val>
                                            <p:fltVal val="1.000000"/>
                                          </p:val>
                                        </p:tav>
                                      </p:tavLst>
                                    </p:anim>
                                    <p:anim calcmode="lin" valueType="num">
                                      <p:cBhvr>
                                        <p:cTn id="30" dur="1000" fill="hold"/>
                                        <p:tgtEl>
                                          <p:spTgt spid="12331"/>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12311"/>
                                        </p:tgtEl>
                                        <p:attrNameLst>
                                          <p:attrName>style.visibility</p:attrName>
                                        </p:attrNameLst>
                                      </p:cBhvr>
                                      <p:to>
                                        <p:strVal val="visible"/>
                                      </p:to>
                                    </p:set>
                                    <p:anim calcmode="lin" valueType="num">
                                      <p:cBhvr additive="base">
                                        <p:cTn id="35" dur="500" fill="hold"/>
                                        <p:tgtEl>
                                          <p:spTgt spid="12311"/>
                                        </p:tgtEl>
                                        <p:attrNameLst>
                                          <p:attrName>ppt_x</p:attrName>
                                        </p:attrNameLst>
                                      </p:cBhvr>
                                      <p:tavLst>
                                        <p:tav tm="0">
                                          <p:val>
                                            <p:strVal val="1+#ppt_w/2"/>
                                          </p:val>
                                        </p:tav>
                                        <p:tav tm="100000">
                                          <p:val>
                                            <p:strVal val="#ppt_x"/>
                                          </p:val>
                                        </p:tav>
                                      </p:tavLst>
                                    </p:anim>
                                    <p:anim calcmode="lin" valueType="num">
                                      <p:cBhvr additive="base">
                                        <p:cTn id="36" dur="500" fill="hold"/>
                                        <p:tgtEl>
                                          <p:spTgt spid="12311"/>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blinds(horizontal)">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4" fill="hold"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slide(fromBottom)">
                                      <p:cBhvr>
                                        <p:cTn id="4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11" grpId="0"/>
      <p:bldP spid="1233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Text Box 2"/>
          <p:cNvSpPr txBox="1"/>
          <p:nvPr/>
        </p:nvSpPr>
        <p:spPr>
          <a:xfrm>
            <a:off x="323850" y="476250"/>
            <a:ext cx="8640763" cy="579438"/>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rPr>
              <a:t>3.</a:t>
            </a:r>
            <a:r>
              <a:rPr lang="en-US" altLang="zh-CN" dirty="0">
                <a:solidFill>
                  <a:schemeClr val="bg1"/>
                </a:solidFill>
                <a:latin typeface="楷体_GB2312" pitchFamily="49" charset="-122"/>
              </a:rPr>
              <a:t> </a:t>
            </a:r>
            <a:r>
              <a:rPr lang="zh-CN" altLang="en-US" dirty="0">
                <a:solidFill>
                  <a:schemeClr val="bg1"/>
                </a:solidFill>
                <a:latin typeface="楷体_GB2312" pitchFamily="49" charset="-122"/>
              </a:rPr>
              <a:t>电源为</a:t>
            </a:r>
            <a:r>
              <a:rPr lang="zh-CN" altLang="en-US" b="0" dirty="0">
                <a:solidFill>
                  <a:schemeClr val="bg1"/>
                </a:solidFill>
                <a:latin typeface="楷体_GB2312" pitchFamily="49" charset="-122"/>
                <a:sym typeface="Symbol" panose="05050102010706020507" pitchFamily="18" charset="2"/>
              </a:rPr>
              <a:t>形</a:t>
            </a:r>
            <a:r>
              <a:rPr lang="zh-CN" altLang="en-US" dirty="0">
                <a:solidFill>
                  <a:schemeClr val="bg1"/>
                </a:solidFill>
                <a:latin typeface="楷体_GB2312" pitchFamily="49" charset="-122"/>
                <a:sym typeface="Symbol" panose="05050102010706020507" pitchFamily="18" charset="2"/>
              </a:rPr>
              <a:t>联接结时的对称三相电路的计算</a:t>
            </a:r>
            <a:endParaRPr lang="zh-CN" altLang="en-US" dirty="0">
              <a:solidFill>
                <a:schemeClr val="bg1"/>
              </a:solidFill>
              <a:latin typeface="楷体_GB2312" pitchFamily="49" charset="-122"/>
              <a:sym typeface="Symbol" panose="05050102010706020507" pitchFamily="18" charset="2"/>
            </a:endParaRPr>
          </a:p>
        </p:txBody>
      </p:sp>
      <p:sp>
        <p:nvSpPr>
          <p:cNvPr id="11346" name="Text Box 82"/>
          <p:cNvSpPr txBox="1"/>
          <p:nvPr/>
        </p:nvSpPr>
        <p:spPr>
          <a:xfrm>
            <a:off x="684213" y="1268413"/>
            <a:ext cx="3600450" cy="1630362"/>
          </a:xfrm>
          <a:prstGeom prst="rect">
            <a:avLst/>
          </a:prstGeom>
          <a:noFill/>
          <a:ln w="9525">
            <a:noFill/>
          </a:ln>
        </p:spPr>
        <p:txBody>
          <a:bodyPr>
            <a:spAutoFit/>
          </a:bodyPr>
          <a:p>
            <a:pPr>
              <a:lnSpc>
                <a:spcPct val="120000"/>
              </a:lnSpc>
            </a:pPr>
            <a:r>
              <a:rPr lang="en-US" altLang="zh-CN" sz="2800" dirty="0">
                <a:latin typeface="楷体_GB2312" pitchFamily="49" charset="-122"/>
              </a:rPr>
              <a:t>   </a:t>
            </a:r>
            <a:r>
              <a:rPr lang="zh-CN" altLang="en-US" sz="2800" dirty="0">
                <a:latin typeface="楷体_GB2312" pitchFamily="49" charset="-122"/>
              </a:rPr>
              <a:t>将</a:t>
            </a:r>
            <a:r>
              <a:rPr lang="zh-CN" altLang="en-US" sz="2800" b="0" dirty="0">
                <a:solidFill>
                  <a:schemeClr val="bg1"/>
                </a:solidFill>
                <a:latin typeface="楷体_GB2312" pitchFamily="49" charset="-122"/>
                <a:sym typeface="Symbol" panose="05050102010706020507" pitchFamily="18" charset="2"/>
              </a:rPr>
              <a:t></a:t>
            </a:r>
            <a:r>
              <a:rPr lang="zh-CN" altLang="en-US" sz="2800" dirty="0">
                <a:latin typeface="楷体_GB2312" pitchFamily="49" charset="-122"/>
                <a:sym typeface="Symbol" panose="05050102010706020507" pitchFamily="18" charset="2"/>
              </a:rPr>
              <a:t>形电源用</a:t>
            </a:r>
            <a:r>
              <a:rPr lang="en-US" altLang="zh-CN" sz="2800" b="0" dirty="0">
                <a:solidFill>
                  <a:schemeClr val="bg1"/>
                </a:solidFill>
                <a:latin typeface="Times New Roman" panose="02020603050405020304" pitchFamily="18" charset="0"/>
                <a:sym typeface="Symbol" panose="05050102010706020507" pitchFamily="18" charset="2"/>
              </a:rPr>
              <a:t>Y</a:t>
            </a:r>
            <a:r>
              <a:rPr lang="zh-CN" altLang="en-US" sz="2800" dirty="0">
                <a:latin typeface="Times New Roman" panose="02020603050405020304" pitchFamily="18" charset="0"/>
                <a:sym typeface="Symbol" panose="05050102010706020507" pitchFamily="18" charset="2"/>
              </a:rPr>
              <a:t>形</a:t>
            </a:r>
            <a:r>
              <a:rPr lang="zh-CN" altLang="en-US" sz="2800" dirty="0">
                <a:latin typeface="楷体_GB2312" pitchFamily="49" charset="-122"/>
                <a:sym typeface="Symbol" panose="05050102010706020507" pitchFamily="18" charset="2"/>
              </a:rPr>
              <a:t>电源替代，保证其线电压相等。</a:t>
            </a:r>
            <a:endParaRPr lang="zh-CN" altLang="en-US" sz="2800" dirty="0">
              <a:latin typeface="楷体_GB2312" pitchFamily="49" charset="-122"/>
              <a:sym typeface="Symbol" panose="05050102010706020507" pitchFamily="18" charset="2"/>
            </a:endParaRPr>
          </a:p>
        </p:txBody>
      </p:sp>
      <p:sp>
        <p:nvSpPr>
          <p:cNvPr id="11451" name="Line 187"/>
          <p:cNvSpPr/>
          <p:nvPr/>
        </p:nvSpPr>
        <p:spPr>
          <a:xfrm>
            <a:off x="4284663" y="4724400"/>
            <a:ext cx="719137" cy="0"/>
          </a:xfrm>
          <a:prstGeom prst="line">
            <a:avLst/>
          </a:prstGeom>
          <a:ln w="76200" cap="flat" cmpd="sng">
            <a:solidFill>
              <a:srgbClr val="3399FF"/>
            </a:solidFill>
            <a:prstDash val="solid"/>
            <a:headEnd type="none" w="med" len="med"/>
            <a:tailEnd type="triangle" w="med" len="med"/>
          </a:ln>
        </p:spPr>
      </p:sp>
      <p:grpSp>
        <p:nvGrpSpPr>
          <p:cNvPr id="2" name="Group 270"/>
          <p:cNvGrpSpPr/>
          <p:nvPr/>
        </p:nvGrpSpPr>
        <p:grpSpPr>
          <a:xfrm>
            <a:off x="611188" y="3284538"/>
            <a:ext cx="3587750" cy="2894012"/>
            <a:chOff x="476" y="2069"/>
            <a:chExt cx="2260" cy="1823"/>
          </a:xfrm>
        </p:grpSpPr>
        <p:sp>
          <p:nvSpPr>
            <p:cNvPr id="27695" name="Oval 205"/>
            <p:cNvSpPr/>
            <p:nvPr/>
          </p:nvSpPr>
          <p:spPr>
            <a:xfrm>
              <a:off x="2347" y="2958"/>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7696" name="Text Box 206"/>
            <p:cNvSpPr txBox="1"/>
            <p:nvPr/>
          </p:nvSpPr>
          <p:spPr>
            <a:xfrm>
              <a:off x="2392" y="2069"/>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7697" name="Text Box 207"/>
            <p:cNvSpPr txBox="1"/>
            <p:nvPr/>
          </p:nvSpPr>
          <p:spPr>
            <a:xfrm>
              <a:off x="2438" y="3565"/>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7698" name="Text Box 208"/>
            <p:cNvSpPr txBox="1"/>
            <p:nvPr/>
          </p:nvSpPr>
          <p:spPr>
            <a:xfrm>
              <a:off x="2392" y="2840"/>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7699" name="Oval 209"/>
            <p:cNvSpPr/>
            <p:nvPr/>
          </p:nvSpPr>
          <p:spPr>
            <a:xfrm>
              <a:off x="476" y="2794"/>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7700" name="Oval 210"/>
            <p:cNvSpPr/>
            <p:nvPr/>
          </p:nvSpPr>
          <p:spPr>
            <a:xfrm>
              <a:off x="1201" y="2386"/>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7701" name="Oval 211"/>
            <p:cNvSpPr/>
            <p:nvPr/>
          </p:nvSpPr>
          <p:spPr>
            <a:xfrm>
              <a:off x="1201" y="3157"/>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7702" name="Line 212"/>
            <p:cNvSpPr/>
            <p:nvPr/>
          </p:nvSpPr>
          <p:spPr>
            <a:xfrm rot="10800000">
              <a:off x="657" y="2159"/>
              <a:ext cx="12" cy="1633"/>
            </a:xfrm>
            <a:prstGeom prst="line">
              <a:avLst/>
            </a:prstGeom>
            <a:ln w="28575" cap="flat" cmpd="sng">
              <a:solidFill>
                <a:srgbClr val="FFCC00"/>
              </a:solidFill>
              <a:prstDash val="solid"/>
              <a:headEnd type="none" w="med" len="med"/>
              <a:tailEnd type="none" w="med" len="med"/>
            </a:ln>
          </p:spPr>
        </p:sp>
        <p:sp>
          <p:nvSpPr>
            <p:cNvPr id="27703" name="Text Box 213"/>
            <p:cNvSpPr txBox="1"/>
            <p:nvPr/>
          </p:nvSpPr>
          <p:spPr>
            <a:xfrm rot="10800000">
              <a:off x="702" y="3157"/>
              <a:ext cx="172"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7704" name="Text Box 214"/>
            <p:cNvSpPr txBox="1"/>
            <p:nvPr/>
          </p:nvSpPr>
          <p:spPr>
            <a:xfrm>
              <a:off x="702" y="2432"/>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7705" name="Line 215"/>
            <p:cNvSpPr/>
            <p:nvPr/>
          </p:nvSpPr>
          <p:spPr>
            <a:xfrm>
              <a:off x="657" y="2159"/>
              <a:ext cx="1645" cy="0"/>
            </a:xfrm>
            <a:prstGeom prst="line">
              <a:avLst/>
            </a:prstGeom>
            <a:ln w="28575" cap="flat" cmpd="sng">
              <a:solidFill>
                <a:srgbClr val="FFCC00"/>
              </a:solidFill>
              <a:prstDash val="solid"/>
              <a:headEnd type="none" w="med" len="med"/>
              <a:tailEnd type="none" w="med" len="med"/>
            </a:ln>
          </p:spPr>
        </p:sp>
        <p:sp>
          <p:nvSpPr>
            <p:cNvPr id="27706" name="Line 216"/>
            <p:cNvSpPr/>
            <p:nvPr/>
          </p:nvSpPr>
          <p:spPr>
            <a:xfrm flipV="1">
              <a:off x="1394" y="2976"/>
              <a:ext cx="964" cy="1"/>
            </a:xfrm>
            <a:prstGeom prst="line">
              <a:avLst/>
            </a:prstGeom>
            <a:ln w="28575" cap="flat" cmpd="sng">
              <a:solidFill>
                <a:srgbClr val="FFCC00"/>
              </a:solidFill>
              <a:prstDash val="solid"/>
              <a:headEnd type="none" w="med" len="med"/>
              <a:tailEnd type="none" w="med" len="med"/>
            </a:ln>
          </p:spPr>
        </p:sp>
        <p:sp>
          <p:nvSpPr>
            <p:cNvPr id="27707" name="Line 217"/>
            <p:cNvSpPr/>
            <p:nvPr/>
          </p:nvSpPr>
          <p:spPr>
            <a:xfrm>
              <a:off x="669" y="3792"/>
              <a:ext cx="1735" cy="0"/>
            </a:xfrm>
            <a:prstGeom prst="line">
              <a:avLst/>
            </a:prstGeom>
            <a:ln w="28575" cap="flat" cmpd="sng">
              <a:solidFill>
                <a:srgbClr val="FFCC00"/>
              </a:solidFill>
              <a:prstDash val="solid"/>
              <a:headEnd type="none" w="med" len="med"/>
              <a:tailEnd type="none" w="med" len="med"/>
            </a:ln>
          </p:spPr>
        </p:sp>
        <p:graphicFrame>
          <p:nvGraphicFramePr>
            <p:cNvPr id="27654" name="Object 218"/>
            <p:cNvGraphicFramePr/>
            <p:nvPr/>
          </p:nvGraphicFramePr>
          <p:xfrm>
            <a:off x="1571" y="2373"/>
            <a:ext cx="364" cy="317"/>
          </p:xfrm>
          <a:graphic>
            <a:graphicData uri="http://schemas.openxmlformats.org/presentationml/2006/ole">
              <mc:AlternateContent xmlns:mc="http://schemas.openxmlformats.org/markup-compatibility/2006">
                <mc:Choice xmlns:v="urn:schemas-microsoft-com:vml" Requires="v">
                  <p:oleObj spid="_x0000_s3267" name="" r:id="rId1" imgW="292100" imgH="254000" progId="Equation.3">
                    <p:embed/>
                  </p:oleObj>
                </mc:Choice>
                <mc:Fallback>
                  <p:oleObj name="" r:id="rId1" imgW="292100" imgH="254000" progId="Equation.3">
                    <p:embed/>
                    <p:pic>
                      <p:nvPicPr>
                        <p:cNvPr id="0" name="图片 3266"/>
                        <p:cNvPicPr/>
                        <p:nvPr/>
                      </p:nvPicPr>
                      <p:blipFill>
                        <a:blip r:embed="rId2">
                          <a:clrChange>
                            <a:clrFrom>
                              <a:srgbClr val="000000"/>
                            </a:clrFrom>
                            <a:clrTo>
                              <a:srgbClr val="FFFFFF"/>
                            </a:clrTo>
                          </a:clrChange>
                        </a:blip>
                        <a:stretch>
                          <a:fillRect/>
                        </a:stretch>
                      </p:blipFill>
                      <p:spPr>
                        <a:xfrm>
                          <a:off x="1571" y="2373"/>
                          <a:ext cx="364" cy="317"/>
                        </a:xfrm>
                        <a:prstGeom prst="rect">
                          <a:avLst/>
                        </a:prstGeom>
                        <a:noFill/>
                        <a:ln w="38100">
                          <a:noFill/>
                          <a:miter/>
                        </a:ln>
                      </p:spPr>
                    </p:pic>
                  </p:oleObj>
                </mc:Fallback>
              </mc:AlternateContent>
            </a:graphicData>
          </a:graphic>
        </p:graphicFrame>
        <p:graphicFrame>
          <p:nvGraphicFramePr>
            <p:cNvPr id="27655" name="Object 219"/>
            <p:cNvGraphicFramePr/>
            <p:nvPr/>
          </p:nvGraphicFramePr>
          <p:xfrm>
            <a:off x="1628" y="3152"/>
            <a:ext cx="364" cy="317"/>
          </p:xfrm>
          <a:graphic>
            <a:graphicData uri="http://schemas.openxmlformats.org/presentationml/2006/ole">
              <mc:AlternateContent xmlns:mc="http://schemas.openxmlformats.org/markup-compatibility/2006">
                <mc:Choice xmlns:v="urn:schemas-microsoft-com:vml" Requires="v">
                  <p:oleObj spid="_x0000_s3268" name="" r:id="rId3" imgW="292100" imgH="254000" progId="Equation.3">
                    <p:embed/>
                  </p:oleObj>
                </mc:Choice>
                <mc:Fallback>
                  <p:oleObj name="" r:id="rId3" imgW="292100" imgH="254000" progId="Equation.3">
                    <p:embed/>
                    <p:pic>
                      <p:nvPicPr>
                        <p:cNvPr id="0" name="图片 3267"/>
                        <p:cNvPicPr/>
                        <p:nvPr/>
                      </p:nvPicPr>
                      <p:blipFill>
                        <a:blip r:embed="rId4">
                          <a:clrChange>
                            <a:clrFrom>
                              <a:srgbClr val="000000"/>
                            </a:clrFrom>
                            <a:clrTo>
                              <a:srgbClr val="FFFFFF"/>
                            </a:clrTo>
                          </a:clrChange>
                        </a:blip>
                        <a:stretch>
                          <a:fillRect/>
                        </a:stretch>
                      </p:blipFill>
                      <p:spPr>
                        <a:xfrm>
                          <a:off x="1628" y="3152"/>
                          <a:ext cx="364" cy="317"/>
                        </a:xfrm>
                        <a:prstGeom prst="rect">
                          <a:avLst/>
                        </a:prstGeom>
                        <a:noFill/>
                        <a:ln w="38100">
                          <a:noFill/>
                          <a:miter/>
                        </a:ln>
                      </p:spPr>
                    </p:pic>
                  </p:oleObj>
                </mc:Fallback>
              </mc:AlternateContent>
            </a:graphicData>
          </a:graphic>
        </p:graphicFrame>
        <p:graphicFrame>
          <p:nvGraphicFramePr>
            <p:cNvPr id="27656" name="Object 220"/>
            <p:cNvGraphicFramePr/>
            <p:nvPr/>
          </p:nvGraphicFramePr>
          <p:xfrm>
            <a:off x="818" y="2812"/>
            <a:ext cx="415" cy="366"/>
          </p:xfrm>
          <a:graphic>
            <a:graphicData uri="http://schemas.openxmlformats.org/presentationml/2006/ole">
              <mc:AlternateContent xmlns:mc="http://schemas.openxmlformats.org/markup-compatibility/2006">
                <mc:Choice xmlns:v="urn:schemas-microsoft-com:vml" Requires="v">
                  <p:oleObj spid="_x0000_s3269" name="" r:id="rId5" imgW="317500" imgH="279400" progId="Equation.3">
                    <p:embed/>
                  </p:oleObj>
                </mc:Choice>
                <mc:Fallback>
                  <p:oleObj name="" r:id="rId5" imgW="317500" imgH="279400" progId="Equation.3">
                    <p:embed/>
                    <p:pic>
                      <p:nvPicPr>
                        <p:cNvPr id="0" name="图片 3268"/>
                        <p:cNvPicPr/>
                        <p:nvPr/>
                      </p:nvPicPr>
                      <p:blipFill>
                        <a:blip r:embed="rId6">
                          <a:clrChange>
                            <a:clrFrom>
                              <a:srgbClr val="000000"/>
                            </a:clrFrom>
                            <a:clrTo>
                              <a:srgbClr val="FFFFFF"/>
                            </a:clrTo>
                          </a:clrChange>
                        </a:blip>
                        <a:stretch>
                          <a:fillRect/>
                        </a:stretch>
                      </p:blipFill>
                      <p:spPr>
                        <a:xfrm>
                          <a:off x="818" y="2812"/>
                          <a:ext cx="415" cy="366"/>
                        </a:xfrm>
                        <a:prstGeom prst="rect">
                          <a:avLst/>
                        </a:prstGeom>
                        <a:noFill/>
                        <a:ln w="38100">
                          <a:noFill/>
                          <a:miter/>
                        </a:ln>
                      </p:spPr>
                    </p:pic>
                  </p:oleObj>
                </mc:Fallback>
              </mc:AlternateContent>
            </a:graphicData>
          </a:graphic>
        </p:graphicFrame>
        <p:sp>
          <p:nvSpPr>
            <p:cNvPr id="27708" name="Line 221"/>
            <p:cNvSpPr/>
            <p:nvPr/>
          </p:nvSpPr>
          <p:spPr>
            <a:xfrm>
              <a:off x="1383" y="2159"/>
              <a:ext cx="11" cy="817"/>
            </a:xfrm>
            <a:prstGeom prst="line">
              <a:avLst/>
            </a:prstGeom>
            <a:ln w="28575" cap="flat" cmpd="sng">
              <a:solidFill>
                <a:srgbClr val="FFCC00"/>
              </a:solidFill>
              <a:prstDash val="solid"/>
              <a:headEnd type="oval" w="med" len="med"/>
              <a:tailEnd type="oval" w="med" len="med"/>
            </a:ln>
          </p:spPr>
        </p:sp>
        <p:sp>
          <p:nvSpPr>
            <p:cNvPr id="27709" name="Text Box 222"/>
            <p:cNvSpPr txBox="1"/>
            <p:nvPr/>
          </p:nvSpPr>
          <p:spPr>
            <a:xfrm>
              <a:off x="1519" y="2159"/>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7710" name="Text Box 223"/>
            <p:cNvSpPr txBox="1"/>
            <p:nvPr/>
          </p:nvSpPr>
          <p:spPr>
            <a:xfrm rot="10800000">
              <a:off x="1519" y="2704"/>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7711" name="Line 224"/>
            <p:cNvSpPr/>
            <p:nvPr/>
          </p:nvSpPr>
          <p:spPr>
            <a:xfrm flipH="1">
              <a:off x="1394" y="2976"/>
              <a:ext cx="0" cy="816"/>
            </a:xfrm>
            <a:prstGeom prst="line">
              <a:avLst/>
            </a:prstGeom>
            <a:ln w="28575" cap="flat" cmpd="sng">
              <a:solidFill>
                <a:srgbClr val="FFCC00"/>
              </a:solidFill>
              <a:prstDash val="solid"/>
              <a:headEnd type="oval" w="med" len="med"/>
              <a:tailEnd type="oval" w="med" len="med"/>
            </a:ln>
          </p:spPr>
        </p:sp>
        <p:sp>
          <p:nvSpPr>
            <p:cNvPr id="27712" name="Text Box 225"/>
            <p:cNvSpPr txBox="1"/>
            <p:nvPr/>
          </p:nvSpPr>
          <p:spPr>
            <a:xfrm>
              <a:off x="1530" y="2976"/>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7713" name="Text Box 226"/>
            <p:cNvSpPr txBox="1"/>
            <p:nvPr/>
          </p:nvSpPr>
          <p:spPr>
            <a:xfrm rot="10800000">
              <a:off x="1530" y="3475"/>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7714" name="Oval 227"/>
            <p:cNvSpPr/>
            <p:nvPr/>
          </p:nvSpPr>
          <p:spPr>
            <a:xfrm>
              <a:off x="2302" y="2141"/>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7715" name="Oval 228"/>
            <p:cNvSpPr/>
            <p:nvPr/>
          </p:nvSpPr>
          <p:spPr>
            <a:xfrm>
              <a:off x="2392" y="3774"/>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3" name="Group 271"/>
          <p:cNvGrpSpPr/>
          <p:nvPr/>
        </p:nvGrpSpPr>
        <p:grpSpPr>
          <a:xfrm>
            <a:off x="5219700" y="3573463"/>
            <a:ext cx="3138488" cy="3065462"/>
            <a:chOff x="3288" y="2160"/>
            <a:chExt cx="1977" cy="1931"/>
          </a:xfrm>
        </p:grpSpPr>
        <p:sp>
          <p:nvSpPr>
            <p:cNvPr id="27676" name="Oval 230"/>
            <p:cNvSpPr/>
            <p:nvPr/>
          </p:nvSpPr>
          <p:spPr>
            <a:xfrm>
              <a:off x="4921" y="3630"/>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7677" name="Oval 231"/>
            <p:cNvSpPr/>
            <p:nvPr/>
          </p:nvSpPr>
          <p:spPr>
            <a:xfrm>
              <a:off x="3560" y="2160"/>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7678" name="Oval 232"/>
            <p:cNvSpPr/>
            <p:nvPr/>
          </p:nvSpPr>
          <p:spPr>
            <a:xfrm>
              <a:off x="3515" y="2841"/>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7679" name="Oval 233"/>
            <p:cNvSpPr/>
            <p:nvPr/>
          </p:nvSpPr>
          <p:spPr>
            <a:xfrm>
              <a:off x="3515" y="3476"/>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7680" name="Line 234"/>
            <p:cNvSpPr/>
            <p:nvPr/>
          </p:nvSpPr>
          <p:spPr>
            <a:xfrm rot="5400000" flipH="1">
              <a:off x="4127" y="1548"/>
              <a:ext cx="0" cy="1588"/>
            </a:xfrm>
            <a:prstGeom prst="line">
              <a:avLst/>
            </a:prstGeom>
            <a:ln w="28575" cap="flat" cmpd="sng">
              <a:solidFill>
                <a:srgbClr val="FFCC00"/>
              </a:solidFill>
              <a:prstDash val="solid"/>
              <a:headEnd type="none" w="med" len="med"/>
              <a:tailEnd type="none" w="med" len="med"/>
            </a:ln>
          </p:spPr>
        </p:sp>
        <p:sp>
          <p:nvSpPr>
            <p:cNvPr id="27681" name="Text Box 235"/>
            <p:cNvSpPr txBox="1"/>
            <p:nvPr/>
          </p:nvSpPr>
          <p:spPr>
            <a:xfrm rot="5400000">
              <a:off x="3956" y="2309"/>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7682" name="Text Box 236"/>
            <p:cNvSpPr txBox="1"/>
            <p:nvPr/>
          </p:nvSpPr>
          <p:spPr>
            <a:xfrm>
              <a:off x="3333" y="2296"/>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7683" name="Text Box 237"/>
            <p:cNvSpPr txBox="1"/>
            <p:nvPr/>
          </p:nvSpPr>
          <p:spPr>
            <a:xfrm>
              <a:off x="4967" y="2160"/>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7684" name="Line 238"/>
            <p:cNvSpPr/>
            <p:nvPr/>
          </p:nvSpPr>
          <p:spPr>
            <a:xfrm rot="5400000" flipH="1">
              <a:off x="4127" y="2228"/>
              <a:ext cx="0" cy="1588"/>
            </a:xfrm>
            <a:prstGeom prst="line">
              <a:avLst/>
            </a:prstGeom>
            <a:ln w="28575" cap="flat" cmpd="sng">
              <a:solidFill>
                <a:srgbClr val="FFCC00"/>
              </a:solidFill>
              <a:prstDash val="solid"/>
              <a:headEnd type="none" w="med" len="med"/>
              <a:tailEnd type="oval" w="med" len="med"/>
            </a:ln>
          </p:spPr>
        </p:sp>
        <p:sp>
          <p:nvSpPr>
            <p:cNvPr id="27685" name="Text Box 239"/>
            <p:cNvSpPr txBox="1"/>
            <p:nvPr/>
          </p:nvSpPr>
          <p:spPr>
            <a:xfrm rot="5400000">
              <a:off x="3956" y="2990"/>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7686" name="Text Box 240"/>
            <p:cNvSpPr txBox="1"/>
            <p:nvPr/>
          </p:nvSpPr>
          <p:spPr>
            <a:xfrm>
              <a:off x="3333" y="2977"/>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7687" name="Text Box 241"/>
            <p:cNvSpPr txBox="1"/>
            <p:nvPr/>
          </p:nvSpPr>
          <p:spPr>
            <a:xfrm>
              <a:off x="4967" y="2840"/>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7688" name="Line 242"/>
            <p:cNvSpPr/>
            <p:nvPr/>
          </p:nvSpPr>
          <p:spPr>
            <a:xfrm rot="5400000" flipH="1">
              <a:off x="4127" y="2863"/>
              <a:ext cx="0" cy="1588"/>
            </a:xfrm>
            <a:prstGeom prst="line">
              <a:avLst/>
            </a:prstGeom>
            <a:ln w="28575" cap="flat" cmpd="sng">
              <a:solidFill>
                <a:srgbClr val="FFCC00"/>
              </a:solidFill>
              <a:prstDash val="solid"/>
              <a:headEnd type="none" w="med" len="med"/>
              <a:tailEnd type="none" w="med" len="med"/>
            </a:ln>
          </p:spPr>
        </p:sp>
        <p:sp>
          <p:nvSpPr>
            <p:cNvPr id="27689" name="Text Box 243"/>
            <p:cNvSpPr txBox="1"/>
            <p:nvPr/>
          </p:nvSpPr>
          <p:spPr>
            <a:xfrm rot="5400000">
              <a:off x="3956" y="3579"/>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7690" name="Text Box 244"/>
            <p:cNvSpPr txBox="1"/>
            <p:nvPr/>
          </p:nvSpPr>
          <p:spPr>
            <a:xfrm>
              <a:off x="3288" y="3612"/>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7691" name="Text Box 245"/>
            <p:cNvSpPr txBox="1"/>
            <p:nvPr/>
          </p:nvSpPr>
          <p:spPr>
            <a:xfrm>
              <a:off x="4967" y="3484"/>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7692" name="Line 246"/>
            <p:cNvSpPr/>
            <p:nvPr/>
          </p:nvSpPr>
          <p:spPr>
            <a:xfrm>
              <a:off x="3333" y="2342"/>
              <a:ext cx="0" cy="1312"/>
            </a:xfrm>
            <a:prstGeom prst="line">
              <a:avLst/>
            </a:prstGeom>
            <a:ln w="28575" cap="flat" cmpd="sng">
              <a:solidFill>
                <a:srgbClr val="FFCC00"/>
              </a:solidFill>
              <a:prstDash val="solid"/>
              <a:headEnd type="none" w="med" len="med"/>
              <a:tailEnd type="none" w="med" len="med"/>
            </a:ln>
          </p:spPr>
        </p:sp>
        <p:graphicFrame>
          <p:nvGraphicFramePr>
            <p:cNvPr id="27651" name="Object 247"/>
            <p:cNvGraphicFramePr/>
            <p:nvPr/>
          </p:nvGraphicFramePr>
          <p:xfrm>
            <a:off x="3706" y="2432"/>
            <a:ext cx="284" cy="381"/>
          </p:xfrm>
          <a:graphic>
            <a:graphicData uri="http://schemas.openxmlformats.org/presentationml/2006/ole">
              <mc:AlternateContent xmlns:mc="http://schemas.openxmlformats.org/markup-compatibility/2006">
                <mc:Choice xmlns:v="urn:schemas-microsoft-com:vml" Requires="v">
                  <p:oleObj spid="_x0000_s3273" name="" r:id="rId7" imgW="228600" imgH="304800" progId="Equation.3">
                    <p:embed/>
                  </p:oleObj>
                </mc:Choice>
                <mc:Fallback>
                  <p:oleObj name="" r:id="rId7" imgW="228600" imgH="304800" progId="Equation.3">
                    <p:embed/>
                    <p:pic>
                      <p:nvPicPr>
                        <p:cNvPr id="0" name="图片 3272"/>
                        <p:cNvPicPr/>
                        <p:nvPr/>
                      </p:nvPicPr>
                      <p:blipFill>
                        <a:blip r:embed="rId8">
                          <a:clrChange>
                            <a:clrFrom>
                              <a:srgbClr val="000000"/>
                            </a:clrFrom>
                            <a:clrTo>
                              <a:srgbClr val="FFFFFF"/>
                            </a:clrTo>
                          </a:clrChange>
                        </a:blip>
                        <a:stretch>
                          <a:fillRect/>
                        </a:stretch>
                      </p:blipFill>
                      <p:spPr>
                        <a:xfrm>
                          <a:off x="3706" y="2432"/>
                          <a:ext cx="284" cy="381"/>
                        </a:xfrm>
                        <a:prstGeom prst="rect">
                          <a:avLst/>
                        </a:prstGeom>
                        <a:noFill/>
                        <a:ln w="38100">
                          <a:noFill/>
                          <a:miter/>
                        </a:ln>
                      </p:spPr>
                    </p:pic>
                  </p:oleObj>
                </mc:Fallback>
              </mc:AlternateContent>
            </a:graphicData>
          </a:graphic>
        </p:graphicFrame>
        <p:graphicFrame>
          <p:nvGraphicFramePr>
            <p:cNvPr id="27652" name="Object 248"/>
            <p:cNvGraphicFramePr/>
            <p:nvPr/>
          </p:nvGraphicFramePr>
          <p:xfrm>
            <a:off x="3742" y="3094"/>
            <a:ext cx="285" cy="397"/>
          </p:xfrm>
          <a:graphic>
            <a:graphicData uri="http://schemas.openxmlformats.org/presentationml/2006/ole">
              <mc:AlternateContent xmlns:mc="http://schemas.openxmlformats.org/markup-compatibility/2006">
                <mc:Choice xmlns:v="urn:schemas-microsoft-com:vml" Requires="v">
                  <p:oleObj spid="_x0000_s3271" name="" r:id="rId9" imgW="228600" imgH="317500" progId="Equation.3">
                    <p:embed/>
                  </p:oleObj>
                </mc:Choice>
                <mc:Fallback>
                  <p:oleObj name="" r:id="rId9" imgW="228600" imgH="317500" progId="Equation.3">
                    <p:embed/>
                    <p:pic>
                      <p:nvPicPr>
                        <p:cNvPr id="0" name="图片 3270"/>
                        <p:cNvPicPr/>
                        <p:nvPr/>
                      </p:nvPicPr>
                      <p:blipFill>
                        <a:blip r:embed="rId10">
                          <a:clrChange>
                            <a:clrFrom>
                              <a:srgbClr val="000000"/>
                            </a:clrFrom>
                            <a:clrTo>
                              <a:srgbClr val="FFFFFF"/>
                            </a:clrTo>
                          </a:clrChange>
                        </a:blip>
                        <a:stretch>
                          <a:fillRect/>
                        </a:stretch>
                      </p:blipFill>
                      <p:spPr>
                        <a:xfrm>
                          <a:off x="3742" y="3094"/>
                          <a:ext cx="285" cy="397"/>
                        </a:xfrm>
                        <a:prstGeom prst="rect">
                          <a:avLst/>
                        </a:prstGeom>
                        <a:noFill/>
                        <a:ln w="38100">
                          <a:noFill/>
                          <a:miter/>
                        </a:ln>
                      </p:spPr>
                    </p:pic>
                  </p:oleObj>
                </mc:Fallback>
              </mc:AlternateContent>
            </a:graphicData>
          </a:graphic>
        </p:graphicFrame>
        <p:graphicFrame>
          <p:nvGraphicFramePr>
            <p:cNvPr id="27653" name="Object 249"/>
            <p:cNvGraphicFramePr/>
            <p:nvPr/>
          </p:nvGraphicFramePr>
          <p:xfrm>
            <a:off x="3771" y="3710"/>
            <a:ext cx="317" cy="381"/>
          </p:xfrm>
          <a:graphic>
            <a:graphicData uri="http://schemas.openxmlformats.org/presentationml/2006/ole">
              <mc:AlternateContent xmlns:mc="http://schemas.openxmlformats.org/markup-compatibility/2006">
                <mc:Choice xmlns:v="urn:schemas-microsoft-com:vml" Requires="v">
                  <p:oleObj spid="_x0000_s3272" name="" r:id="rId11" imgW="254000" imgH="304800" progId="Equation.3">
                    <p:embed/>
                  </p:oleObj>
                </mc:Choice>
                <mc:Fallback>
                  <p:oleObj name="" r:id="rId11" imgW="254000" imgH="304800" progId="Equation.3">
                    <p:embed/>
                    <p:pic>
                      <p:nvPicPr>
                        <p:cNvPr id="0" name="图片 3271"/>
                        <p:cNvPicPr/>
                        <p:nvPr/>
                      </p:nvPicPr>
                      <p:blipFill>
                        <a:blip r:embed="rId12">
                          <a:clrChange>
                            <a:clrFrom>
                              <a:srgbClr val="000000"/>
                            </a:clrFrom>
                            <a:clrTo>
                              <a:srgbClr val="FFFFFF"/>
                            </a:clrTo>
                          </a:clrChange>
                        </a:blip>
                        <a:stretch>
                          <a:fillRect/>
                        </a:stretch>
                      </p:blipFill>
                      <p:spPr>
                        <a:xfrm>
                          <a:off x="3771" y="3710"/>
                          <a:ext cx="317" cy="381"/>
                        </a:xfrm>
                        <a:prstGeom prst="rect">
                          <a:avLst/>
                        </a:prstGeom>
                        <a:noFill/>
                        <a:ln w="38100">
                          <a:noFill/>
                          <a:miter/>
                        </a:ln>
                      </p:spPr>
                    </p:pic>
                  </p:oleObj>
                </mc:Fallback>
              </mc:AlternateContent>
            </a:graphicData>
          </a:graphic>
        </p:graphicFrame>
        <p:sp>
          <p:nvSpPr>
            <p:cNvPr id="27693" name="Oval 250"/>
            <p:cNvSpPr/>
            <p:nvPr/>
          </p:nvSpPr>
          <p:spPr>
            <a:xfrm>
              <a:off x="4919" y="3002"/>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7694" name="Oval 251"/>
            <p:cNvSpPr/>
            <p:nvPr/>
          </p:nvSpPr>
          <p:spPr>
            <a:xfrm>
              <a:off x="4921" y="2314"/>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27662" name="Group 261"/>
          <p:cNvGrpSpPr/>
          <p:nvPr/>
        </p:nvGrpSpPr>
        <p:grpSpPr>
          <a:xfrm>
            <a:off x="8316913" y="6445250"/>
            <a:ext cx="792162" cy="366713"/>
            <a:chOff x="5193" y="4020"/>
            <a:chExt cx="499" cy="231"/>
          </a:xfrm>
        </p:grpSpPr>
        <p:pic>
          <p:nvPicPr>
            <p:cNvPr id="27674" name="Picture 262" descr="78900"/>
            <p:cNvPicPr>
              <a:picLocks noChangeAspect="1"/>
            </p:cNvPicPr>
            <p:nvPr/>
          </p:nvPicPr>
          <p:blipFill>
            <a:blip r:embed="rId13"/>
            <a:stretch>
              <a:fillRect/>
            </a:stretch>
          </p:blipFill>
          <p:spPr>
            <a:xfrm>
              <a:off x="5193" y="4066"/>
              <a:ext cx="499" cy="181"/>
            </a:xfrm>
            <a:prstGeom prst="rect">
              <a:avLst/>
            </a:prstGeom>
            <a:noFill/>
            <a:ln w="9525">
              <a:noFill/>
            </a:ln>
          </p:spPr>
        </p:pic>
        <p:sp>
          <p:nvSpPr>
            <p:cNvPr id="27675" name="Text Box 263">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7663" name="Group 264"/>
          <p:cNvGrpSpPr/>
          <p:nvPr/>
        </p:nvGrpSpPr>
        <p:grpSpPr>
          <a:xfrm>
            <a:off x="7451725" y="6445250"/>
            <a:ext cx="792163" cy="366713"/>
            <a:chOff x="5193" y="4020"/>
            <a:chExt cx="499" cy="231"/>
          </a:xfrm>
        </p:grpSpPr>
        <p:pic>
          <p:nvPicPr>
            <p:cNvPr id="27672" name="Picture 265" descr="78900"/>
            <p:cNvPicPr>
              <a:picLocks noChangeAspect="1"/>
            </p:cNvPicPr>
            <p:nvPr/>
          </p:nvPicPr>
          <p:blipFill>
            <a:blip r:embed="rId13"/>
            <a:stretch>
              <a:fillRect/>
            </a:stretch>
          </p:blipFill>
          <p:spPr>
            <a:xfrm>
              <a:off x="5193" y="4066"/>
              <a:ext cx="499" cy="181"/>
            </a:xfrm>
            <a:prstGeom prst="rect">
              <a:avLst/>
            </a:prstGeom>
            <a:noFill/>
            <a:ln w="9525">
              <a:noFill/>
            </a:ln>
          </p:spPr>
        </p:pic>
        <p:sp>
          <p:nvSpPr>
            <p:cNvPr id="27673" name="Text Box 266">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7664" name="Group 267"/>
          <p:cNvGrpSpPr/>
          <p:nvPr/>
        </p:nvGrpSpPr>
        <p:grpSpPr>
          <a:xfrm>
            <a:off x="6588125" y="6446838"/>
            <a:ext cx="792163" cy="366712"/>
            <a:chOff x="4695" y="4061"/>
            <a:chExt cx="499" cy="231"/>
          </a:xfrm>
        </p:grpSpPr>
        <p:pic>
          <p:nvPicPr>
            <p:cNvPr id="27670" name="Picture 268" descr="78900"/>
            <p:cNvPicPr>
              <a:picLocks noChangeAspect="1"/>
            </p:cNvPicPr>
            <p:nvPr/>
          </p:nvPicPr>
          <p:blipFill>
            <a:blip r:embed="rId13"/>
            <a:stretch>
              <a:fillRect/>
            </a:stretch>
          </p:blipFill>
          <p:spPr>
            <a:xfrm>
              <a:off x="4695" y="4107"/>
              <a:ext cx="499" cy="181"/>
            </a:xfrm>
            <a:prstGeom prst="rect">
              <a:avLst/>
            </a:prstGeom>
            <a:noFill/>
            <a:ln w="9525">
              <a:noFill/>
            </a:ln>
          </p:spPr>
        </p:pic>
        <p:sp>
          <p:nvSpPr>
            <p:cNvPr id="27671" name="Text Box 269">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 name="Group 275"/>
          <p:cNvGrpSpPr/>
          <p:nvPr/>
        </p:nvGrpSpPr>
        <p:grpSpPr>
          <a:xfrm>
            <a:off x="4500563" y="1028700"/>
            <a:ext cx="3097212" cy="2444750"/>
            <a:chOff x="2835" y="648"/>
            <a:chExt cx="1951" cy="1540"/>
          </a:xfrm>
        </p:grpSpPr>
        <p:graphicFrame>
          <p:nvGraphicFramePr>
            <p:cNvPr id="27650" name="Object 188"/>
            <p:cNvGraphicFramePr/>
            <p:nvPr/>
          </p:nvGraphicFramePr>
          <p:xfrm>
            <a:off x="3082" y="648"/>
            <a:ext cx="1703" cy="1540"/>
          </p:xfrm>
          <a:graphic>
            <a:graphicData uri="http://schemas.openxmlformats.org/presentationml/2006/ole">
              <mc:AlternateContent xmlns:mc="http://schemas.openxmlformats.org/markup-compatibility/2006">
                <mc:Choice xmlns:v="urn:schemas-microsoft-com:vml" Requires="v">
                  <p:oleObj spid="_x0000_s3270" name="" r:id="rId14" imgW="1409700" imgH="1308100" progId="Equation.3">
                    <p:embed/>
                  </p:oleObj>
                </mc:Choice>
                <mc:Fallback>
                  <p:oleObj name="" r:id="rId14" imgW="1409700" imgH="1308100" progId="Equation.3">
                    <p:embed/>
                    <p:pic>
                      <p:nvPicPr>
                        <p:cNvPr id="0" name="图片 3269"/>
                        <p:cNvPicPr/>
                        <p:nvPr/>
                      </p:nvPicPr>
                      <p:blipFill>
                        <a:blip r:embed="rId15">
                          <a:clrChange>
                            <a:clrFrom>
                              <a:srgbClr val="000000"/>
                            </a:clrFrom>
                            <a:clrTo>
                              <a:srgbClr val="FFFFFF"/>
                            </a:clrTo>
                          </a:clrChange>
                        </a:blip>
                        <a:stretch>
                          <a:fillRect/>
                        </a:stretch>
                      </p:blipFill>
                      <p:spPr>
                        <a:xfrm>
                          <a:off x="3082" y="648"/>
                          <a:ext cx="1703" cy="1540"/>
                        </a:xfrm>
                        <a:prstGeom prst="rect">
                          <a:avLst/>
                        </a:prstGeom>
                        <a:noFill/>
                        <a:ln w="38100">
                          <a:noFill/>
                          <a:miter/>
                        </a:ln>
                      </p:spPr>
                    </p:pic>
                  </p:oleObj>
                </mc:Fallback>
              </mc:AlternateContent>
            </a:graphicData>
          </a:graphic>
        </p:graphicFrame>
        <p:sp>
          <p:nvSpPr>
            <p:cNvPr id="27666" name="AutoShape 189"/>
            <p:cNvSpPr/>
            <p:nvPr/>
          </p:nvSpPr>
          <p:spPr>
            <a:xfrm>
              <a:off x="2835" y="799"/>
              <a:ext cx="126" cy="1382"/>
            </a:xfrm>
            <a:prstGeom prst="leftBrace">
              <a:avLst>
                <a:gd name="adj1" fmla="val 91402"/>
                <a:gd name="adj2" fmla="val 50000"/>
              </a:avLst>
            </a:prstGeom>
            <a:noFill/>
            <a:ln w="28575" cap="flat" cmpd="sng">
              <a:solidFill>
                <a:schemeClr val="bg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7667" name="Line 272"/>
            <p:cNvSpPr/>
            <p:nvPr/>
          </p:nvSpPr>
          <p:spPr>
            <a:xfrm>
              <a:off x="4213" y="1525"/>
              <a:ext cx="499" cy="0"/>
            </a:xfrm>
            <a:prstGeom prst="line">
              <a:avLst/>
            </a:prstGeom>
            <a:ln w="9525" cap="flat" cmpd="sng">
              <a:solidFill>
                <a:schemeClr val="bg1"/>
              </a:solidFill>
              <a:prstDash val="solid"/>
              <a:headEnd type="none" w="med" len="med"/>
              <a:tailEnd type="none" w="med" len="med"/>
            </a:ln>
          </p:spPr>
        </p:sp>
        <p:sp>
          <p:nvSpPr>
            <p:cNvPr id="27668" name="Line 273"/>
            <p:cNvSpPr/>
            <p:nvPr/>
          </p:nvSpPr>
          <p:spPr>
            <a:xfrm>
              <a:off x="4241" y="2024"/>
              <a:ext cx="545" cy="0"/>
            </a:xfrm>
            <a:prstGeom prst="line">
              <a:avLst/>
            </a:prstGeom>
            <a:ln w="9525" cap="flat" cmpd="sng">
              <a:solidFill>
                <a:schemeClr val="bg1"/>
              </a:solidFill>
              <a:prstDash val="solid"/>
              <a:headEnd type="none" w="med" len="med"/>
              <a:tailEnd type="none" w="med" len="med"/>
            </a:ln>
          </p:spPr>
        </p:sp>
        <p:sp>
          <p:nvSpPr>
            <p:cNvPr id="27669" name="Line 274"/>
            <p:cNvSpPr/>
            <p:nvPr/>
          </p:nvSpPr>
          <p:spPr>
            <a:xfrm>
              <a:off x="4231" y="1026"/>
              <a:ext cx="499" cy="0"/>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1266"/>
                                        </p:tgtEl>
                                        <p:attrNameLst>
                                          <p:attrName>style.visibility</p:attrName>
                                        </p:attrNameLst>
                                      </p:cBhvr>
                                      <p:to>
                                        <p:strVal val="visible"/>
                                      </p:to>
                                    </p:set>
                                    <p:anim calcmode="lin" valueType="num">
                                      <p:cBhvr additive="base">
                                        <p:cTn id="7" dur="500" fill="hold"/>
                                        <p:tgtEl>
                                          <p:spTgt spid="11266"/>
                                        </p:tgtEl>
                                        <p:attrNameLst>
                                          <p:attrName>ppt_x</p:attrName>
                                        </p:attrNameLst>
                                      </p:cBhvr>
                                      <p:tavLst>
                                        <p:tav tm="0">
                                          <p:val>
                                            <p:strVal val="0-#ppt_w/2"/>
                                          </p:val>
                                        </p:tav>
                                        <p:tav tm="100000">
                                          <p:val>
                                            <p:strVal val="#ppt_x"/>
                                          </p:val>
                                        </p:tav>
                                      </p:tavLst>
                                    </p:anim>
                                    <p:anim calcmode="lin" valueType="num">
                                      <p:cBhvr additive="base">
                                        <p:cTn id="8" dur="500" fill="hold"/>
                                        <p:tgtEl>
                                          <p:spTgt spid="1126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1346"/>
                                        </p:tgtEl>
                                        <p:attrNameLst>
                                          <p:attrName>style.visibility</p:attrName>
                                        </p:attrNameLst>
                                      </p:cBhvr>
                                      <p:to>
                                        <p:strVal val="visible"/>
                                      </p:to>
                                    </p:set>
                                    <p:animEffect transition="in" filter="wipe(up)">
                                      <p:cBhvr>
                                        <p:cTn id="13" dur="2000"/>
                                        <p:tgtEl>
                                          <p:spTgt spid="11346"/>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linds(horizontal)">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8" fill="hold" nodeType="clickEffect">
                                  <p:stCondLst>
                                    <p:cond delay="0"/>
                                  </p:stCondLst>
                                  <p:childTnLst>
                                    <p:set>
                                      <p:cBhvr>
                                        <p:cTn id="22" dur="1" fill="hold">
                                          <p:stCondLst>
                                            <p:cond delay="0"/>
                                          </p:stCondLst>
                                        </p:cTn>
                                        <p:tgtEl>
                                          <p:spTgt spid="11451"/>
                                        </p:tgtEl>
                                        <p:attrNameLst>
                                          <p:attrName>style.visibility</p:attrName>
                                        </p:attrNameLst>
                                      </p:cBhvr>
                                      <p:to>
                                        <p:strVal val="visible"/>
                                      </p:to>
                                    </p:set>
                                    <p:animEffect transition="in" filter="slide(fromLeft)">
                                      <p:cBhvr>
                                        <p:cTn id="23" dur="500"/>
                                        <p:tgtEl>
                                          <p:spTgt spid="11451"/>
                                        </p:tgtEl>
                                      </p:cBhvr>
                                    </p:animEffect>
                                  </p:childTnLst>
                                </p:cTn>
                              </p:par>
                            </p:childTnLst>
                          </p:cTn>
                        </p:par>
                        <p:par>
                          <p:cTn id="24" fill="hold">
                            <p:stCondLst>
                              <p:cond delay="500"/>
                            </p:stCondLst>
                            <p:childTnLst>
                              <p:par>
                                <p:cTn id="25" presetID="3" presetClass="entr" presetSubtype="10"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blinds(horizontal)">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slide(fromBottom)">
                                      <p:cBhvr>
                                        <p:cTn id="32"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p:bldP spid="1134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4" name="Text Box 4"/>
          <p:cNvSpPr txBox="1"/>
          <p:nvPr/>
        </p:nvSpPr>
        <p:spPr>
          <a:xfrm>
            <a:off x="395288" y="404813"/>
            <a:ext cx="1296987" cy="579437"/>
          </a:xfrm>
          <a:prstGeom prst="rect">
            <a:avLst/>
          </a:prstGeom>
          <a:noFill/>
          <a:ln w="9525">
            <a:noFill/>
          </a:ln>
        </p:spPr>
        <p:txBody>
          <a:bodyPr>
            <a:spAutoFit/>
          </a:bodyPr>
          <a:p>
            <a:r>
              <a:rPr lang="zh-CN" altLang="en-US" dirty="0">
                <a:solidFill>
                  <a:schemeClr val="bg1"/>
                </a:solidFill>
                <a:latin typeface="Times New Roman" panose="02020603050405020304" pitchFamily="18" charset="0"/>
                <a:ea typeface="宋体" panose="02010600030101010101" pitchFamily="2" charset="-122"/>
              </a:rPr>
              <a:t>例</a:t>
            </a:r>
            <a:r>
              <a:rPr lang="en-US" altLang="zh-CN" b="0" dirty="0">
                <a:solidFill>
                  <a:schemeClr val="bg1"/>
                </a:solidFill>
                <a:latin typeface="Times New Roman" panose="02020603050405020304" pitchFamily="18" charset="0"/>
                <a:ea typeface="宋体" panose="02010600030101010101" pitchFamily="2" charset="-122"/>
              </a:rPr>
              <a:t>3-1</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10311" name="Line 71"/>
          <p:cNvSpPr/>
          <p:nvPr/>
        </p:nvSpPr>
        <p:spPr>
          <a:xfrm>
            <a:off x="900113" y="5589588"/>
            <a:ext cx="576262" cy="0"/>
          </a:xfrm>
          <a:prstGeom prst="line">
            <a:avLst/>
          </a:prstGeom>
          <a:ln w="76200" cap="flat" cmpd="sng">
            <a:solidFill>
              <a:srgbClr val="3399FF"/>
            </a:solidFill>
            <a:prstDash val="solid"/>
            <a:headEnd type="none" w="med" len="med"/>
            <a:tailEnd type="triangle" w="med" len="med"/>
          </a:ln>
        </p:spPr>
      </p:sp>
      <p:grpSp>
        <p:nvGrpSpPr>
          <p:cNvPr id="2" name="Group 247"/>
          <p:cNvGrpSpPr/>
          <p:nvPr/>
        </p:nvGrpSpPr>
        <p:grpSpPr>
          <a:xfrm>
            <a:off x="1331913" y="1125538"/>
            <a:ext cx="5832475" cy="3024187"/>
            <a:chOff x="975" y="409"/>
            <a:chExt cx="3674" cy="1905"/>
          </a:xfrm>
        </p:grpSpPr>
        <p:sp>
          <p:nvSpPr>
            <p:cNvPr id="28760" name="Oval 87"/>
            <p:cNvSpPr/>
            <p:nvPr/>
          </p:nvSpPr>
          <p:spPr>
            <a:xfrm>
              <a:off x="975" y="1117"/>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8761" name="Oval 88"/>
            <p:cNvSpPr/>
            <p:nvPr/>
          </p:nvSpPr>
          <p:spPr>
            <a:xfrm>
              <a:off x="1700" y="70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8762" name="Oval 89"/>
            <p:cNvSpPr/>
            <p:nvPr/>
          </p:nvSpPr>
          <p:spPr>
            <a:xfrm>
              <a:off x="1700" y="1616"/>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8763" name="Line 90"/>
            <p:cNvSpPr/>
            <p:nvPr/>
          </p:nvSpPr>
          <p:spPr>
            <a:xfrm rot="10800000">
              <a:off x="1156" y="482"/>
              <a:ext cx="0" cy="1769"/>
            </a:xfrm>
            <a:prstGeom prst="line">
              <a:avLst/>
            </a:prstGeom>
            <a:ln w="28575" cap="flat" cmpd="sng">
              <a:solidFill>
                <a:srgbClr val="FFCC00"/>
              </a:solidFill>
              <a:prstDash val="solid"/>
              <a:headEnd type="none" w="med" len="med"/>
              <a:tailEnd type="none" w="med" len="med"/>
            </a:ln>
          </p:spPr>
        </p:sp>
        <p:sp>
          <p:nvSpPr>
            <p:cNvPr id="28764" name="Text Box 91"/>
            <p:cNvSpPr txBox="1"/>
            <p:nvPr/>
          </p:nvSpPr>
          <p:spPr>
            <a:xfrm rot="10800000">
              <a:off x="1201" y="1480"/>
              <a:ext cx="172"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65" name="Text Box 92"/>
            <p:cNvSpPr txBox="1"/>
            <p:nvPr/>
          </p:nvSpPr>
          <p:spPr>
            <a:xfrm>
              <a:off x="1201" y="755"/>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66" name="Line 93"/>
            <p:cNvSpPr/>
            <p:nvPr/>
          </p:nvSpPr>
          <p:spPr>
            <a:xfrm>
              <a:off x="1156" y="482"/>
              <a:ext cx="3312" cy="0"/>
            </a:xfrm>
            <a:prstGeom prst="line">
              <a:avLst/>
            </a:prstGeom>
            <a:ln w="28575" cap="flat" cmpd="sng">
              <a:solidFill>
                <a:srgbClr val="FFCC00"/>
              </a:solidFill>
              <a:prstDash val="solid"/>
              <a:headEnd type="none" w="med" len="med"/>
              <a:tailEnd type="none" w="med" len="med"/>
            </a:ln>
          </p:spPr>
        </p:sp>
        <p:sp>
          <p:nvSpPr>
            <p:cNvPr id="28767" name="Line 94"/>
            <p:cNvSpPr/>
            <p:nvPr/>
          </p:nvSpPr>
          <p:spPr>
            <a:xfrm flipV="1">
              <a:off x="1882" y="1389"/>
              <a:ext cx="1679" cy="1"/>
            </a:xfrm>
            <a:prstGeom prst="line">
              <a:avLst/>
            </a:prstGeom>
            <a:ln w="28575" cap="flat" cmpd="sng">
              <a:solidFill>
                <a:srgbClr val="FFCC00"/>
              </a:solidFill>
              <a:prstDash val="solid"/>
              <a:headEnd type="oval" w="med" len="med"/>
              <a:tailEnd type="oval" w="med" len="med"/>
            </a:ln>
          </p:spPr>
        </p:sp>
        <p:sp>
          <p:nvSpPr>
            <p:cNvPr id="28768" name="Line 95"/>
            <p:cNvSpPr/>
            <p:nvPr/>
          </p:nvSpPr>
          <p:spPr>
            <a:xfrm>
              <a:off x="1156" y="2251"/>
              <a:ext cx="3312" cy="0"/>
            </a:xfrm>
            <a:prstGeom prst="line">
              <a:avLst/>
            </a:prstGeom>
            <a:ln w="28575" cap="flat" cmpd="sng">
              <a:solidFill>
                <a:srgbClr val="FFCC00"/>
              </a:solidFill>
              <a:prstDash val="solid"/>
              <a:headEnd type="none" w="med" len="med"/>
              <a:tailEnd type="none" w="med" len="med"/>
            </a:ln>
          </p:spPr>
        </p:sp>
        <p:graphicFrame>
          <p:nvGraphicFramePr>
            <p:cNvPr id="28683" name="Object 96"/>
            <p:cNvGraphicFramePr/>
            <p:nvPr/>
          </p:nvGraphicFramePr>
          <p:xfrm>
            <a:off x="2054" y="680"/>
            <a:ext cx="396" cy="349"/>
          </p:xfrm>
          <a:graphic>
            <a:graphicData uri="http://schemas.openxmlformats.org/presentationml/2006/ole">
              <mc:AlternateContent xmlns:mc="http://schemas.openxmlformats.org/markup-compatibility/2006">
                <mc:Choice xmlns:v="urn:schemas-microsoft-com:vml" Requires="v">
                  <p:oleObj spid="_x0000_s3274" name="" r:id="rId1" imgW="317500" imgH="279400" progId="Equation.3">
                    <p:embed/>
                  </p:oleObj>
                </mc:Choice>
                <mc:Fallback>
                  <p:oleObj name="" r:id="rId1" imgW="317500" imgH="279400" progId="Equation.3">
                    <p:embed/>
                    <p:pic>
                      <p:nvPicPr>
                        <p:cNvPr id="0" name="图片 3273"/>
                        <p:cNvPicPr/>
                        <p:nvPr/>
                      </p:nvPicPr>
                      <p:blipFill>
                        <a:blip r:embed="rId2">
                          <a:clrChange>
                            <a:clrFrom>
                              <a:srgbClr val="000000"/>
                            </a:clrFrom>
                            <a:clrTo>
                              <a:srgbClr val="FFFFFF"/>
                            </a:clrTo>
                          </a:clrChange>
                        </a:blip>
                        <a:stretch>
                          <a:fillRect/>
                        </a:stretch>
                      </p:blipFill>
                      <p:spPr>
                        <a:xfrm>
                          <a:off x="2054" y="680"/>
                          <a:ext cx="396" cy="349"/>
                        </a:xfrm>
                        <a:prstGeom prst="rect">
                          <a:avLst/>
                        </a:prstGeom>
                        <a:noFill/>
                        <a:ln w="38100">
                          <a:noFill/>
                          <a:miter/>
                        </a:ln>
                      </p:spPr>
                    </p:pic>
                  </p:oleObj>
                </mc:Fallback>
              </mc:AlternateContent>
            </a:graphicData>
          </a:graphic>
        </p:graphicFrame>
        <p:graphicFrame>
          <p:nvGraphicFramePr>
            <p:cNvPr id="28684" name="Object 97"/>
            <p:cNvGraphicFramePr/>
            <p:nvPr/>
          </p:nvGraphicFramePr>
          <p:xfrm>
            <a:off x="2108" y="1577"/>
            <a:ext cx="380" cy="382"/>
          </p:xfrm>
          <a:graphic>
            <a:graphicData uri="http://schemas.openxmlformats.org/presentationml/2006/ole">
              <mc:AlternateContent xmlns:mc="http://schemas.openxmlformats.org/markup-compatibility/2006">
                <mc:Choice xmlns:v="urn:schemas-microsoft-com:vml" Requires="v">
                  <p:oleObj spid="_x0000_s3276" name="" r:id="rId3" imgW="304800" imgH="304800" progId="Equation.3">
                    <p:embed/>
                  </p:oleObj>
                </mc:Choice>
                <mc:Fallback>
                  <p:oleObj name="" r:id="rId3" imgW="304800" imgH="304800" progId="Equation.3">
                    <p:embed/>
                    <p:pic>
                      <p:nvPicPr>
                        <p:cNvPr id="0" name="图片 3275"/>
                        <p:cNvPicPr/>
                        <p:nvPr/>
                      </p:nvPicPr>
                      <p:blipFill>
                        <a:blip r:embed="rId4">
                          <a:clrChange>
                            <a:clrFrom>
                              <a:srgbClr val="000000"/>
                            </a:clrFrom>
                            <a:clrTo>
                              <a:srgbClr val="FFFFFF"/>
                            </a:clrTo>
                          </a:clrChange>
                        </a:blip>
                        <a:stretch>
                          <a:fillRect/>
                        </a:stretch>
                      </p:blipFill>
                      <p:spPr>
                        <a:xfrm>
                          <a:off x="2108" y="1577"/>
                          <a:ext cx="380" cy="382"/>
                        </a:xfrm>
                        <a:prstGeom prst="rect">
                          <a:avLst/>
                        </a:prstGeom>
                        <a:noFill/>
                        <a:ln w="38100">
                          <a:noFill/>
                          <a:miter/>
                        </a:ln>
                      </p:spPr>
                    </p:pic>
                  </p:oleObj>
                </mc:Fallback>
              </mc:AlternateContent>
            </a:graphicData>
          </a:graphic>
        </p:graphicFrame>
        <p:graphicFrame>
          <p:nvGraphicFramePr>
            <p:cNvPr id="28685" name="Object 98"/>
            <p:cNvGraphicFramePr/>
            <p:nvPr/>
          </p:nvGraphicFramePr>
          <p:xfrm>
            <a:off x="1338" y="935"/>
            <a:ext cx="416" cy="399"/>
          </p:xfrm>
          <a:graphic>
            <a:graphicData uri="http://schemas.openxmlformats.org/presentationml/2006/ole">
              <mc:AlternateContent xmlns:mc="http://schemas.openxmlformats.org/markup-compatibility/2006">
                <mc:Choice xmlns:v="urn:schemas-microsoft-com:vml" Requires="v">
                  <p:oleObj spid="_x0000_s3275" name="" r:id="rId5" imgW="317500" imgH="304800" progId="Equation.3">
                    <p:embed/>
                  </p:oleObj>
                </mc:Choice>
                <mc:Fallback>
                  <p:oleObj name="" r:id="rId5" imgW="317500" imgH="304800" progId="Equation.3">
                    <p:embed/>
                    <p:pic>
                      <p:nvPicPr>
                        <p:cNvPr id="0" name="图片 3274"/>
                        <p:cNvPicPr/>
                        <p:nvPr/>
                      </p:nvPicPr>
                      <p:blipFill>
                        <a:blip r:embed="rId6">
                          <a:clrChange>
                            <a:clrFrom>
                              <a:srgbClr val="000000"/>
                            </a:clrFrom>
                            <a:clrTo>
                              <a:srgbClr val="FFFFFF"/>
                            </a:clrTo>
                          </a:clrChange>
                        </a:blip>
                        <a:stretch>
                          <a:fillRect/>
                        </a:stretch>
                      </p:blipFill>
                      <p:spPr>
                        <a:xfrm>
                          <a:off x="1338" y="935"/>
                          <a:ext cx="416" cy="399"/>
                        </a:xfrm>
                        <a:prstGeom prst="rect">
                          <a:avLst/>
                        </a:prstGeom>
                        <a:noFill/>
                        <a:ln w="38100">
                          <a:noFill/>
                          <a:miter/>
                        </a:ln>
                      </p:spPr>
                    </p:pic>
                  </p:oleObj>
                </mc:Fallback>
              </mc:AlternateContent>
            </a:graphicData>
          </a:graphic>
        </p:graphicFrame>
        <p:sp>
          <p:nvSpPr>
            <p:cNvPr id="28769" name="Line 99"/>
            <p:cNvSpPr/>
            <p:nvPr/>
          </p:nvSpPr>
          <p:spPr>
            <a:xfrm flipH="1">
              <a:off x="1882" y="482"/>
              <a:ext cx="0" cy="908"/>
            </a:xfrm>
            <a:prstGeom prst="line">
              <a:avLst/>
            </a:prstGeom>
            <a:ln w="28575" cap="flat" cmpd="sng">
              <a:solidFill>
                <a:srgbClr val="FFCC00"/>
              </a:solidFill>
              <a:prstDash val="solid"/>
              <a:headEnd type="oval" w="med" len="med"/>
              <a:tailEnd type="oval" w="med" len="med"/>
            </a:ln>
          </p:spPr>
        </p:sp>
        <p:sp>
          <p:nvSpPr>
            <p:cNvPr id="28770" name="Text Box 100"/>
            <p:cNvSpPr txBox="1"/>
            <p:nvPr/>
          </p:nvSpPr>
          <p:spPr>
            <a:xfrm>
              <a:off x="2018" y="482"/>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71" name="Text Box 101"/>
            <p:cNvSpPr txBox="1"/>
            <p:nvPr/>
          </p:nvSpPr>
          <p:spPr>
            <a:xfrm rot="10800000">
              <a:off x="2018" y="1027"/>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72" name="Line 102"/>
            <p:cNvSpPr/>
            <p:nvPr/>
          </p:nvSpPr>
          <p:spPr>
            <a:xfrm flipH="1">
              <a:off x="1882" y="1390"/>
              <a:ext cx="0" cy="861"/>
            </a:xfrm>
            <a:prstGeom prst="line">
              <a:avLst/>
            </a:prstGeom>
            <a:ln w="28575" cap="flat" cmpd="sng">
              <a:solidFill>
                <a:srgbClr val="FFCC00"/>
              </a:solidFill>
              <a:prstDash val="solid"/>
              <a:headEnd type="oval" w="med" len="med"/>
              <a:tailEnd type="oval" w="med" len="med"/>
            </a:ln>
          </p:spPr>
        </p:sp>
        <p:sp>
          <p:nvSpPr>
            <p:cNvPr id="28773" name="Text Box 103"/>
            <p:cNvSpPr txBox="1"/>
            <p:nvPr/>
          </p:nvSpPr>
          <p:spPr>
            <a:xfrm>
              <a:off x="1972" y="1344"/>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74" name="Text Box 104"/>
            <p:cNvSpPr txBox="1"/>
            <p:nvPr/>
          </p:nvSpPr>
          <p:spPr>
            <a:xfrm rot="10800000">
              <a:off x="2063" y="1934"/>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75" name="Line 105"/>
            <p:cNvSpPr/>
            <p:nvPr/>
          </p:nvSpPr>
          <p:spPr>
            <a:xfrm>
              <a:off x="3572" y="483"/>
              <a:ext cx="0" cy="1769"/>
            </a:xfrm>
            <a:prstGeom prst="line">
              <a:avLst/>
            </a:prstGeom>
            <a:ln w="28575" cap="flat" cmpd="sng">
              <a:solidFill>
                <a:srgbClr val="FFCC00"/>
              </a:solidFill>
              <a:prstDash val="solid"/>
              <a:headEnd type="none" w="med" len="med"/>
              <a:tailEnd type="none" w="med" len="med"/>
            </a:ln>
          </p:spPr>
        </p:sp>
        <p:sp>
          <p:nvSpPr>
            <p:cNvPr id="28776" name="Line 106"/>
            <p:cNvSpPr/>
            <p:nvPr/>
          </p:nvSpPr>
          <p:spPr>
            <a:xfrm>
              <a:off x="4480" y="483"/>
              <a:ext cx="0" cy="1769"/>
            </a:xfrm>
            <a:prstGeom prst="line">
              <a:avLst/>
            </a:prstGeom>
            <a:ln w="28575" cap="flat" cmpd="sng">
              <a:solidFill>
                <a:srgbClr val="FFCC00"/>
              </a:solidFill>
              <a:prstDash val="solid"/>
              <a:headEnd type="none" w="med" len="med"/>
              <a:tailEnd type="none" w="med" len="med"/>
            </a:ln>
          </p:spPr>
        </p:sp>
        <p:sp>
          <p:nvSpPr>
            <p:cNvPr id="28777" name="Rectangle 107"/>
            <p:cNvSpPr/>
            <p:nvPr/>
          </p:nvSpPr>
          <p:spPr>
            <a:xfrm>
              <a:off x="4434" y="1163"/>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28778" name="Rectangle 108"/>
            <p:cNvSpPr/>
            <p:nvPr/>
          </p:nvSpPr>
          <p:spPr>
            <a:xfrm>
              <a:off x="3509" y="1545"/>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28779" name="Rectangle 109"/>
            <p:cNvSpPr/>
            <p:nvPr/>
          </p:nvSpPr>
          <p:spPr>
            <a:xfrm>
              <a:off x="3509" y="827"/>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28780" name="Line 110"/>
            <p:cNvSpPr/>
            <p:nvPr/>
          </p:nvSpPr>
          <p:spPr>
            <a:xfrm rot="-5400000">
              <a:off x="2528" y="1197"/>
              <a:ext cx="0" cy="384"/>
            </a:xfrm>
            <a:prstGeom prst="line">
              <a:avLst/>
            </a:prstGeom>
            <a:ln w="28575" cap="flat" cmpd="sng">
              <a:solidFill>
                <a:srgbClr val="00FFFF"/>
              </a:solidFill>
              <a:prstDash val="solid"/>
              <a:headEnd type="none" w="med" len="med"/>
              <a:tailEnd type="triangle" w="med" len="med"/>
            </a:ln>
          </p:spPr>
        </p:sp>
        <p:graphicFrame>
          <p:nvGraphicFramePr>
            <p:cNvPr id="28686" name="Object 111"/>
            <p:cNvGraphicFramePr/>
            <p:nvPr/>
          </p:nvGraphicFramePr>
          <p:xfrm>
            <a:off x="2381" y="418"/>
            <a:ext cx="221" cy="381"/>
          </p:xfrm>
          <a:graphic>
            <a:graphicData uri="http://schemas.openxmlformats.org/presentationml/2006/ole">
              <mc:AlternateContent xmlns:mc="http://schemas.openxmlformats.org/markup-compatibility/2006">
                <mc:Choice xmlns:v="urn:schemas-microsoft-com:vml" Requires="v">
                  <p:oleObj spid="_x0000_s3280" name="" r:id="rId7" imgW="177800" imgH="304165" progId="Equation.3">
                    <p:embed/>
                  </p:oleObj>
                </mc:Choice>
                <mc:Fallback>
                  <p:oleObj name="" r:id="rId7" imgW="177800" imgH="304165" progId="Equation.3">
                    <p:embed/>
                    <p:pic>
                      <p:nvPicPr>
                        <p:cNvPr id="0" name="图片 3279"/>
                        <p:cNvPicPr/>
                        <p:nvPr/>
                      </p:nvPicPr>
                      <p:blipFill>
                        <a:blip r:embed="rId8">
                          <a:clrChange>
                            <a:clrFrom>
                              <a:srgbClr val="000000"/>
                            </a:clrFrom>
                            <a:clrTo>
                              <a:srgbClr val="FFFFFF"/>
                            </a:clrTo>
                          </a:clrChange>
                        </a:blip>
                        <a:stretch>
                          <a:fillRect/>
                        </a:stretch>
                      </p:blipFill>
                      <p:spPr>
                        <a:xfrm>
                          <a:off x="2381" y="418"/>
                          <a:ext cx="221" cy="381"/>
                        </a:xfrm>
                        <a:prstGeom prst="rect">
                          <a:avLst/>
                        </a:prstGeom>
                        <a:noFill/>
                        <a:ln w="38100">
                          <a:noFill/>
                          <a:miter/>
                        </a:ln>
                      </p:spPr>
                    </p:pic>
                  </p:oleObj>
                </mc:Fallback>
              </mc:AlternateContent>
            </a:graphicData>
          </a:graphic>
        </p:graphicFrame>
        <p:sp>
          <p:nvSpPr>
            <p:cNvPr id="28781" name="Line 112"/>
            <p:cNvSpPr/>
            <p:nvPr/>
          </p:nvSpPr>
          <p:spPr>
            <a:xfrm rot="1800000">
              <a:off x="3506" y="527"/>
              <a:ext cx="136" cy="249"/>
            </a:xfrm>
            <a:prstGeom prst="line">
              <a:avLst/>
            </a:prstGeom>
            <a:ln w="28575" cap="flat" cmpd="sng">
              <a:solidFill>
                <a:srgbClr val="00FFFF"/>
              </a:solidFill>
              <a:prstDash val="solid"/>
              <a:headEnd type="none" w="med" len="med"/>
              <a:tailEnd type="triangle" w="med" len="med"/>
            </a:ln>
          </p:spPr>
        </p:sp>
        <p:graphicFrame>
          <p:nvGraphicFramePr>
            <p:cNvPr id="28687" name="Object 113"/>
            <p:cNvGraphicFramePr/>
            <p:nvPr/>
          </p:nvGraphicFramePr>
          <p:xfrm>
            <a:off x="2426" y="981"/>
            <a:ext cx="223" cy="381"/>
          </p:xfrm>
          <a:graphic>
            <a:graphicData uri="http://schemas.openxmlformats.org/presentationml/2006/ole">
              <mc:AlternateContent xmlns:mc="http://schemas.openxmlformats.org/markup-compatibility/2006">
                <mc:Choice xmlns:v="urn:schemas-microsoft-com:vml" Requires="v">
                  <p:oleObj spid="_x0000_s3278" name="" r:id="rId9" imgW="177800" imgH="304165" progId="Equation.3">
                    <p:embed/>
                  </p:oleObj>
                </mc:Choice>
                <mc:Fallback>
                  <p:oleObj name="" r:id="rId9" imgW="177800" imgH="304165" progId="Equation.3">
                    <p:embed/>
                    <p:pic>
                      <p:nvPicPr>
                        <p:cNvPr id="0" name="图片 3277"/>
                        <p:cNvPicPr/>
                        <p:nvPr/>
                      </p:nvPicPr>
                      <p:blipFill>
                        <a:blip r:embed="rId10">
                          <a:clrChange>
                            <a:clrFrom>
                              <a:srgbClr val="000000"/>
                            </a:clrFrom>
                            <a:clrTo>
                              <a:srgbClr val="FFFFFF"/>
                            </a:clrTo>
                          </a:clrChange>
                        </a:blip>
                        <a:stretch>
                          <a:fillRect/>
                        </a:stretch>
                      </p:blipFill>
                      <p:spPr>
                        <a:xfrm>
                          <a:off x="2426" y="981"/>
                          <a:ext cx="223" cy="381"/>
                        </a:xfrm>
                        <a:prstGeom prst="rect">
                          <a:avLst/>
                        </a:prstGeom>
                        <a:noFill/>
                        <a:ln w="38100">
                          <a:noFill/>
                          <a:miter/>
                        </a:ln>
                      </p:spPr>
                    </p:pic>
                  </p:oleObj>
                </mc:Fallback>
              </mc:AlternateContent>
            </a:graphicData>
          </a:graphic>
        </p:graphicFrame>
        <p:sp>
          <p:nvSpPr>
            <p:cNvPr id="28782" name="Line 114"/>
            <p:cNvSpPr/>
            <p:nvPr/>
          </p:nvSpPr>
          <p:spPr>
            <a:xfrm rot="-5400000">
              <a:off x="2526" y="2060"/>
              <a:ext cx="0" cy="381"/>
            </a:xfrm>
            <a:prstGeom prst="line">
              <a:avLst/>
            </a:prstGeom>
            <a:ln w="28575" cap="flat" cmpd="sng">
              <a:solidFill>
                <a:srgbClr val="00FFFF"/>
              </a:solidFill>
              <a:prstDash val="solid"/>
              <a:headEnd type="none" w="med" len="med"/>
              <a:tailEnd type="triangle" w="med" len="med"/>
            </a:ln>
          </p:spPr>
        </p:sp>
        <p:graphicFrame>
          <p:nvGraphicFramePr>
            <p:cNvPr id="28688" name="Object 115"/>
            <p:cNvGraphicFramePr/>
            <p:nvPr/>
          </p:nvGraphicFramePr>
          <p:xfrm>
            <a:off x="2426" y="1842"/>
            <a:ext cx="223" cy="381"/>
          </p:xfrm>
          <a:graphic>
            <a:graphicData uri="http://schemas.openxmlformats.org/presentationml/2006/ole">
              <mc:AlternateContent xmlns:mc="http://schemas.openxmlformats.org/markup-compatibility/2006">
                <mc:Choice xmlns:v="urn:schemas-microsoft-com:vml" Requires="v">
                  <p:oleObj spid="_x0000_s3277" name="" r:id="rId11" imgW="177800" imgH="304165" progId="Equation.3">
                    <p:embed/>
                  </p:oleObj>
                </mc:Choice>
                <mc:Fallback>
                  <p:oleObj name="" r:id="rId11" imgW="177800" imgH="304165" progId="Equation.3">
                    <p:embed/>
                    <p:pic>
                      <p:nvPicPr>
                        <p:cNvPr id="0" name="图片 3276"/>
                        <p:cNvPicPr/>
                        <p:nvPr/>
                      </p:nvPicPr>
                      <p:blipFill>
                        <a:blip r:embed="rId12">
                          <a:clrChange>
                            <a:clrFrom>
                              <a:srgbClr val="000000"/>
                            </a:clrFrom>
                            <a:clrTo>
                              <a:srgbClr val="FFFFFF"/>
                            </a:clrTo>
                          </a:clrChange>
                        </a:blip>
                        <a:stretch>
                          <a:fillRect/>
                        </a:stretch>
                      </p:blipFill>
                      <p:spPr>
                        <a:xfrm>
                          <a:off x="2426" y="1842"/>
                          <a:ext cx="223" cy="381"/>
                        </a:xfrm>
                        <a:prstGeom prst="rect">
                          <a:avLst/>
                        </a:prstGeom>
                        <a:noFill/>
                        <a:ln w="38100">
                          <a:noFill/>
                          <a:miter/>
                        </a:ln>
                      </p:spPr>
                    </p:pic>
                  </p:oleObj>
                </mc:Fallback>
              </mc:AlternateContent>
            </a:graphicData>
          </a:graphic>
        </p:graphicFrame>
        <p:sp>
          <p:nvSpPr>
            <p:cNvPr id="28783" name="Line 116"/>
            <p:cNvSpPr/>
            <p:nvPr/>
          </p:nvSpPr>
          <p:spPr>
            <a:xfrm rot="-5400000">
              <a:off x="2482" y="290"/>
              <a:ext cx="0" cy="384"/>
            </a:xfrm>
            <a:prstGeom prst="line">
              <a:avLst/>
            </a:prstGeom>
            <a:ln w="28575" cap="flat" cmpd="sng">
              <a:solidFill>
                <a:srgbClr val="00FFFF"/>
              </a:solidFill>
              <a:prstDash val="solid"/>
              <a:headEnd type="none" w="med" len="med"/>
              <a:tailEnd type="triangle" w="med" len="med"/>
            </a:ln>
          </p:spPr>
        </p:sp>
        <p:sp>
          <p:nvSpPr>
            <p:cNvPr id="28784" name="Text Box 117"/>
            <p:cNvSpPr txBox="1"/>
            <p:nvPr/>
          </p:nvSpPr>
          <p:spPr>
            <a:xfrm>
              <a:off x="4208" y="1163"/>
              <a:ext cx="441"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28785" name="Text Box 118"/>
            <p:cNvSpPr txBox="1"/>
            <p:nvPr/>
          </p:nvSpPr>
          <p:spPr>
            <a:xfrm>
              <a:off x="3288" y="1570"/>
              <a:ext cx="544"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28786" name="Text Box 119"/>
            <p:cNvSpPr txBox="1"/>
            <p:nvPr/>
          </p:nvSpPr>
          <p:spPr>
            <a:xfrm>
              <a:off x="3291" y="800"/>
              <a:ext cx="266"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graphicFrame>
          <p:nvGraphicFramePr>
            <p:cNvPr id="28689" name="Object 120"/>
            <p:cNvGraphicFramePr/>
            <p:nvPr/>
          </p:nvGraphicFramePr>
          <p:xfrm>
            <a:off x="3587" y="437"/>
            <a:ext cx="287" cy="380"/>
          </p:xfrm>
          <a:graphic>
            <a:graphicData uri="http://schemas.openxmlformats.org/presentationml/2006/ole">
              <mc:AlternateContent xmlns:mc="http://schemas.openxmlformats.org/markup-compatibility/2006">
                <mc:Choice xmlns:v="urn:schemas-microsoft-com:vml" Requires="v">
                  <p:oleObj spid="_x0000_s3282" name="" r:id="rId13" imgW="228600" imgH="304800" progId="Equation.3">
                    <p:embed/>
                  </p:oleObj>
                </mc:Choice>
                <mc:Fallback>
                  <p:oleObj name="" r:id="rId13" imgW="228600" imgH="304800" progId="Equation.3">
                    <p:embed/>
                    <p:pic>
                      <p:nvPicPr>
                        <p:cNvPr id="0" name="图片 3281"/>
                        <p:cNvPicPr/>
                        <p:nvPr/>
                      </p:nvPicPr>
                      <p:blipFill>
                        <a:blip r:embed="rId14">
                          <a:clrChange>
                            <a:clrFrom>
                              <a:srgbClr val="000000"/>
                            </a:clrFrom>
                            <a:clrTo>
                              <a:srgbClr val="FFFFFF"/>
                            </a:clrTo>
                          </a:clrChange>
                        </a:blip>
                        <a:stretch>
                          <a:fillRect/>
                        </a:stretch>
                      </p:blipFill>
                      <p:spPr>
                        <a:xfrm>
                          <a:off x="3587" y="437"/>
                          <a:ext cx="287" cy="380"/>
                        </a:xfrm>
                        <a:prstGeom prst="rect">
                          <a:avLst/>
                        </a:prstGeom>
                        <a:noFill/>
                        <a:ln w="38100">
                          <a:noFill/>
                          <a:miter/>
                        </a:ln>
                      </p:spPr>
                    </p:pic>
                  </p:oleObj>
                </mc:Fallback>
              </mc:AlternateContent>
            </a:graphicData>
          </a:graphic>
        </p:graphicFrame>
        <p:sp>
          <p:nvSpPr>
            <p:cNvPr id="28787" name="Line 121"/>
            <p:cNvSpPr/>
            <p:nvPr/>
          </p:nvSpPr>
          <p:spPr>
            <a:xfrm rot="5400000" flipV="1">
              <a:off x="3419" y="2046"/>
              <a:ext cx="317" cy="0"/>
            </a:xfrm>
            <a:prstGeom prst="line">
              <a:avLst/>
            </a:prstGeom>
            <a:ln w="28575" cap="flat" cmpd="sng">
              <a:solidFill>
                <a:srgbClr val="00FFFF"/>
              </a:solidFill>
              <a:prstDash val="solid"/>
              <a:headEnd type="none" w="med" len="med"/>
              <a:tailEnd type="triangle" w="med" len="med"/>
            </a:ln>
          </p:spPr>
        </p:sp>
        <p:graphicFrame>
          <p:nvGraphicFramePr>
            <p:cNvPr id="28690" name="Object 122"/>
            <p:cNvGraphicFramePr/>
            <p:nvPr/>
          </p:nvGraphicFramePr>
          <p:xfrm>
            <a:off x="3606" y="1797"/>
            <a:ext cx="308" cy="409"/>
          </p:xfrm>
          <a:graphic>
            <a:graphicData uri="http://schemas.openxmlformats.org/presentationml/2006/ole">
              <mc:AlternateContent xmlns:mc="http://schemas.openxmlformats.org/markup-compatibility/2006">
                <mc:Choice xmlns:v="urn:schemas-microsoft-com:vml" Requires="v">
                  <p:oleObj spid="_x0000_s3279" name="" r:id="rId15" imgW="228600" imgH="304800" progId="Equation.3">
                    <p:embed/>
                  </p:oleObj>
                </mc:Choice>
                <mc:Fallback>
                  <p:oleObj name="" r:id="rId15" imgW="228600" imgH="304800" progId="Equation.3">
                    <p:embed/>
                    <p:pic>
                      <p:nvPicPr>
                        <p:cNvPr id="0" name="图片 3278"/>
                        <p:cNvPicPr/>
                        <p:nvPr/>
                      </p:nvPicPr>
                      <p:blipFill>
                        <a:blip r:embed="rId16">
                          <a:clrChange>
                            <a:clrFrom>
                              <a:srgbClr val="000000"/>
                            </a:clrFrom>
                            <a:clrTo>
                              <a:srgbClr val="FFFFFF"/>
                            </a:clrTo>
                          </a:clrChange>
                        </a:blip>
                        <a:stretch>
                          <a:fillRect/>
                        </a:stretch>
                      </p:blipFill>
                      <p:spPr>
                        <a:xfrm>
                          <a:off x="3606" y="1797"/>
                          <a:ext cx="308" cy="409"/>
                        </a:xfrm>
                        <a:prstGeom prst="rect">
                          <a:avLst/>
                        </a:prstGeom>
                        <a:noFill/>
                        <a:ln w="38100">
                          <a:noFill/>
                          <a:miter/>
                        </a:ln>
                      </p:spPr>
                    </p:pic>
                  </p:oleObj>
                </mc:Fallback>
              </mc:AlternateContent>
            </a:graphicData>
          </a:graphic>
        </p:graphicFrame>
        <p:graphicFrame>
          <p:nvGraphicFramePr>
            <p:cNvPr id="28691" name="Object 123"/>
            <p:cNvGraphicFramePr/>
            <p:nvPr/>
          </p:nvGraphicFramePr>
          <p:xfrm>
            <a:off x="4196" y="1616"/>
            <a:ext cx="286" cy="381"/>
          </p:xfrm>
          <a:graphic>
            <a:graphicData uri="http://schemas.openxmlformats.org/presentationml/2006/ole">
              <mc:AlternateContent xmlns:mc="http://schemas.openxmlformats.org/markup-compatibility/2006">
                <mc:Choice xmlns:v="urn:schemas-microsoft-com:vml" Requires="v">
                  <p:oleObj spid="_x0000_s3281" name="" r:id="rId17" imgW="228600" imgH="304800" progId="Equation.3">
                    <p:embed/>
                  </p:oleObj>
                </mc:Choice>
                <mc:Fallback>
                  <p:oleObj name="" r:id="rId17" imgW="228600" imgH="304800" progId="Equation.3">
                    <p:embed/>
                    <p:pic>
                      <p:nvPicPr>
                        <p:cNvPr id="0" name="图片 3280"/>
                        <p:cNvPicPr/>
                        <p:nvPr/>
                      </p:nvPicPr>
                      <p:blipFill>
                        <a:blip r:embed="rId18">
                          <a:clrChange>
                            <a:clrFrom>
                              <a:srgbClr val="000000"/>
                            </a:clrFrom>
                            <a:clrTo>
                              <a:srgbClr val="FFFFFF"/>
                            </a:clrTo>
                          </a:clrChange>
                        </a:blip>
                        <a:stretch>
                          <a:fillRect/>
                        </a:stretch>
                      </p:blipFill>
                      <p:spPr>
                        <a:xfrm>
                          <a:off x="4196" y="1616"/>
                          <a:ext cx="286" cy="381"/>
                        </a:xfrm>
                        <a:prstGeom prst="rect">
                          <a:avLst/>
                        </a:prstGeom>
                        <a:noFill/>
                        <a:ln w="38100">
                          <a:noFill/>
                          <a:miter/>
                        </a:ln>
                      </p:spPr>
                    </p:pic>
                  </p:oleObj>
                </mc:Fallback>
              </mc:AlternateContent>
            </a:graphicData>
          </a:graphic>
        </p:graphicFrame>
        <p:sp>
          <p:nvSpPr>
            <p:cNvPr id="28788" name="Line 124"/>
            <p:cNvSpPr/>
            <p:nvPr/>
          </p:nvSpPr>
          <p:spPr>
            <a:xfrm rot="-1800000" flipV="1">
              <a:off x="4396" y="1708"/>
              <a:ext cx="174" cy="273"/>
            </a:xfrm>
            <a:prstGeom prst="line">
              <a:avLst/>
            </a:prstGeom>
            <a:ln w="28575" cap="flat" cmpd="sng">
              <a:solidFill>
                <a:srgbClr val="00FFFF"/>
              </a:solidFill>
              <a:prstDash val="solid"/>
              <a:headEnd type="none" w="med" len="med"/>
              <a:tailEnd type="triangle" w="med" len="med"/>
            </a:ln>
          </p:spPr>
        </p:sp>
        <p:sp>
          <p:nvSpPr>
            <p:cNvPr id="28789" name="Text Box 125"/>
            <p:cNvSpPr txBox="1"/>
            <p:nvPr/>
          </p:nvSpPr>
          <p:spPr>
            <a:xfrm>
              <a:off x="3561" y="1162"/>
              <a:ext cx="307"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90" name="Text Box 126"/>
            <p:cNvSpPr txBox="1"/>
            <p:nvPr/>
          </p:nvSpPr>
          <p:spPr>
            <a:xfrm>
              <a:off x="1610" y="436"/>
              <a:ext cx="27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91" name="Text Box 127"/>
            <p:cNvSpPr txBox="1"/>
            <p:nvPr/>
          </p:nvSpPr>
          <p:spPr>
            <a:xfrm>
              <a:off x="1610" y="1979"/>
              <a:ext cx="265"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92" name="Text Box 128"/>
            <p:cNvSpPr txBox="1"/>
            <p:nvPr/>
          </p:nvSpPr>
          <p:spPr>
            <a:xfrm>
              <a:off x="1610" y="1298"/>
              <a:ext cx="265"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93" name="Text Box 129"/>
            <p:cNvSpPr txBox="1"/>
            <p:nvPr/>
          </p:nvSpPr>
          <p:spPr>
            <a:xfrm>
              <a:off x="2744" y="509"/>
              <a:ext cx="334" cy="327"/>
            </a:xfrm>
            <a:prstGeom prst="rect">
              <a:avLst/>
            </a:prstGeom>
            <a:noFill/>
            <a:ln w="38100">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L</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94" name="Text Box 130"/>
            <p:cNvSpPr txBox="1"/>
            <p:nvPr/>
          </p:nvSpPr>
          <p:spPr>
            <a:xfrm>
              <a:off x="2835" y="1035"/>
              <a:ext cx="334" cy="327"/>
            </a:xfrm>
            <a:prstGeom prst="rect">
              <a:avLst/>
            </a:prstGeom>
            <a:noFill/>
            <a:ln w="38100">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L</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95" name="Text Box 131"/>
            <p:cNvSpPr txBox="1"/>
            <p:nvPr/>
          </p:nvSpPr>
          <p:spPr>
            <a:xfrm>
              <a:off x="2835" y="1860"/>
              <a:ext cx="334" cy="327"/>
            </a:xfrm>
            <a:prstGeom prst="rect">
              <a:avLst/>
            </a:prstGeom>
            <a:noFill/>
            <a:ln w="38100">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L</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96" name="Text Box 132"/>
            <p:cNvSpPr txBox="1"/>
            <p:nvPr/>
          </p:nvSpPr>
          <p:spPr>
            <a:xfrm>
              <a:off x="3334" y="436"/>
              <a:ext cx="307"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97" name="Text Box 133"/>
            <p:cNvSpPr txBox="1"/>
            <p:nvPr/>
          </p:nvSpPr>
          <p:spPr>
            <a:xfrm>
              <a:off x="3334" y="1979"/>
              <a:ext cx="307"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98" name="Rectangle 134"/>
            <p:cNvSpPr/>
            <p:nvPr/>
          </p:nvSpPr>
          <p:spPr>
            <a:xfrm>
              <a:off x="2835" y="217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8799" name="Rectangle 135"/>
            <p:cNvSpPr/>
            <p:nvPr/>
          </p:nvSpPr>
          <p:spPr>
            <a:xfrm>
              <a:off x="2790" y="133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8800" name="Rectangle 136"/>
            <p:cNvSpPr/>
            <p:nvPr/>
          </p:nvSpPr>
          <p:spPr>
            <a:xfrm>
              <a:off x="2744" y="40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3" name="Group 249"/>
          <p:cNvGrpSpPr/>
          <p:nvPr/>
        </p:nvGrpSpPr>
        <p:grpSpPr>
          <a:xfrm>
            <a:off x="1476375" y="4508500"/>
            <a:ext cx="3692525" cy="1958975"/>
            <a:chOff x="930" y="2750"/>
            <a:chExt cx="2326" cy="1234"/>
          </a:xfrm>
        </p:grpSpPr>
        <p:sp>
          <p:nvSpPr>
            <p:cNvPr id="28746" name="Text Box 196"/>
            <p:cNvSpPr txBox="1"/>
            <p:nvPr/>
          </p:nvSpPr>
          <p:spPr>
            <a:xfrm>
              <a:off x="2699" y="3158"/>
              <a:ext cx="557"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dirty="0">
                  <a:solidFill>
                    <a:schemeClr val="bg1"/>
                  </a:solidFill>
                  <a:latin typeface="Times New Roman" panose="02020603050405020304" pitchFamily="18" charset="0"/>
                  <a:ea typeface="宋体" panose="02010600030101010101" pitchFamily="2" charset="-122"/>
                </a:rPr>
                <a:t>3</a:t>
              </a:r>
              <a:endParaRPr lang="en-US" altLang="zh-CN" sz="2800" b="0" dirty="0">
                <a:solidFill>
                  <a:schemeClr val="bg1"/>
                </a:solidFill>
                <a:latin typeface="Times New Roman" panose="02020603050405020304" pitchFamily="18" charset="0"/>
                <a:ea typeface="宋体" panose="02010600030101010101" pitchFamily="2" charset="-122"/>
              </a:endParaRPr>
            </a:p>
          </p:txBody>
        </p:sp>
        <p:grpSp>
          <p:nvGrpSpPr>
            <p:cNvPr id="28747" name="Group 246"/>
            <p:cNvGrpSpPr/>
            <p:nvPr/>
          </p:nvGrpSpPr>
          <p:grpSpPr>
            <a:xfrm>
              <a:off x="930" y="2750"/>
              <a:ext cx="2132" cy="1234"/>
              <a:chOff x="930" y="2750"/>
              <a:chExt cx="2132" cy="1234"/>
            </a:xfrm>
          </p:grpSpPr>
          <p:sp>
            <p:nvSpPr>
              <p:cNvPr id="28748" name="Oval 199"/>
              <p:cNvSpPr/>
              <p:nvPr/>
            </p:nvSpPr>
            <p:spPr>
              <a:xfrm>
                <a:off x="1066" y="3112"/>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8749" name="Rectangle 208"/>
              <p:cNvSpPr/>
              <p:nvPr/>
            </p:nvSpPr>
            <p:spPr>
              <a:xfrm>
                <a:off x="1247" y="2931"/>
                <a:ext cx="1406" cy="907"/>
              </a:xfrm>
              <a:prstGeom prst="rect">
                <a:avLst/>
              </a:prstGeom>
              <a:noFill/>
              <a:ln w="28575" cap="flat" cmpd="sng">
                <a:solidFill>
                  <a:srgbClr val="FFCC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8750" name="Text Box 197"/>
              <p:cNvSpPr txBox="1"/>
              <p:nvPr/>
            </p:nvSpPr>
            <p:spPr>
              <a:xfrm>
                <a:off x="1791" y="2931"/>
                <a:ext cx="406"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L</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51" name="Text Box 198"/>
              <p:cNvSpPr txBox="1"/>
              <p:nvPr/>
            </p:nvSpPr>
            <p:spPr>
              <a:xfrm>
                <a:off x="2654" y="2750"/>
                <a:ext cx="254"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52" name="Text Box 200"/>
              <p:cNvSpPr txBox="1"/>
              <p:nvPr/>
            </p:nvSpPr>
            <p:spPr>
              <a:xfrm>
                <a:off x="1383" y="2886"/>
                <a:ext cx="251"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53" name="Text Box 201"/>
              <p:cNvSpPr txBox="1"/>
              <p:nvPr/>
            </p:nvSpPr>
            <p:spPr>
              <a:xfrm>
                <a:off x="1383" y="3430"/>
                <a:ext cx="257"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graphicFrame>
            <p:nvGraphicFramePr>
              <p:cNvPr id="28681" name="Object 202"/>
              <p:cNvGraphicFramePr/>
              <p:nvPr/>
            </p:nvGraphicFramePr>
            <p:xfrm>
              <a:off x="1474" y="3112"/>
              <a:ext cx="304" cy="398"/>
            </p:xfrm>
            <a:graphic>
              <a:graphicData uri="http://schemas.openxmlformats.org/presentationml/2006/ole">
                <mc:AlternateContent xmlns:mc="http://schemas.openxmlformats.org/markup-compatibility/2006">
                  <mc:Choice xmlns:v="urn:schemas-microsoft-com:vml" Requires="v">
                    <p:oleObj spid="_x0000_s3285" name="" r:id="rId19" imgW="241300" imgH="317500" progId="Equation.3">
                      <p:embed/>
                    </p:oleObj>
                  </mc:Choice>
                  <mc:Fallback>
                    <p:oleObj name="" r:id="rId19" imgW="241300" imgH="317500" progId="Equation.3">
                      <p:embed/>
                      <p:pic>
                        <p:nvPicPr>
                          <p:cNvPr id="0" name="图片 3284"/>
                          <p:cNvPicPr/>
                          <p:nvPr/>
                        </p:nvPicPr>
                        <p:blipFill>
                          <a:blip r:embed="rId20">
                            <a:clrChange>
                              <a:clrFrom>
                                <a:srgbClr val="000000"/>
                              </a:clrFrom>
                              <a:clrTo>
                                <a:srgbClr val="FFFFFF"/>
                              </a:clrTo>
                            </a:clrChange>
                          </a:blip>
                          <a:stretch>
                            <a:fillRect/>
                          </a:stretch>
                        </p:blipFill>
                        <p:spPr>
                          <a:xfrm>
                            <a:off x="1474" y="3112"/>
                            <a:ext cx="304" cy="398"/>
                          </a:xfrm>
                          <a:prstGeom prst="rect">
                            <a:avLst/>
                          </a:prstGeom>
                          <a:noFill/>
                          <a:ln w="38100">
                            <a:noFill/>
                            <a:miter/>
                          </a:ln>
                        </p:spPr>
                      </p:pic>
                    </p:oleObj>
                  </mc:Fallback>
                </mc:AlternateContent>
              </a:graphicData>
            </a:graphic>
          </p:graphicFrame>
          <p:sp>
            <p:nvSpPr>
              <p:cNvPr id="28754" name="Line 203"/>
              <p:cNvSpPr/>
              <p:nvPr/>
            </p:nvSpPr>
            <p:spPr>
              <a:xfrm>
                <a:off x="2200" y="2931"/>
                <a:ext cx="348" cy="0"/>
              </a:xfrm>
              <a:prstGeom prst="line">
                <a:avLst/>
              </a:prstGeom>
              <a:ln w="28575" cap="flat" cmpd="sng">
                <a:solidFill>
                  <a:srgbClr val="00FFFF"/>
                </a:solidFill>
                <a:prstDash val="solid"/>
                <a:headEnd type="none" w="med" len="med"/>
                <a:tailEnd type="triangle" w="med" len="med"/>
              </a:ln>
            </p:spPr>
          </p:sp>
          <p:graphicFrame>
            <p:nvGraphicFramePr>
              <p:cNvPr id="28682" name="Object 204"/>
              <p:cNvGraphicFramePr/>
              <p:nvPr/>
            </p:nvGraphicFramePr>
            <p:xfrm>
              <a:off x="2200" y="2877"/>
              <a:ext cx="254" cy="368"/>
            </p:xfrm>
            <a:graphic>
              <a:graphicData uri="http://schemas.openxmlformats.org/presentationml/2006/ole">
                <mc:AlternateContent xmlns:mc="http://schemas.openxmlformats.org/markup-compatibility/2006">
                  <mc:Choice xmlns:v="urn:schemas-microsoft-com:vml" Requires="v">
                    <p:oleObj spid="_x0000_s3283" name="" r:id="rId21" imgW="203200" imgH="292100" progId="Equation.3">
                      <p:embed/>
                    </p:oleObj>
                  </mc:Choice>
                  <mc:Fallback>
                    <p:oleObj name="" r:id="rId21" imgW="203200" imgH="292100" progId="Equation.3">
                      <p:embed/>
                      <p:pic>
                        <p:nvPicPr>
                          <p:cNvPr id="0" name="图片 3282"/>
                          <p:cNvPicPr/>
                          <p:nvPr/>
                        </p:nvPicPr>
                        <p:blipFill>
                          <a:blip r:embed="rId22">
                            <a:clrChange>
                              <a:clrFrom>
                                <a:srgbClr val="000000"/>
                              </a:clrFrom>
                              <a:clrTo>
                                <a:srgbClr val="FFFFFF"/>
                              </a:clrTo>
                            </a:clrChange>
                          </a:blip>
                          <a:stretch>
                            <a:fillRect/>
                          </a:stretch>
                        </p:blipFill>
                        <p:spPr>
                          <a:xfrm>
                            <a:off x="2200" y="2877"/>
                            <a:ext cx="254" cy="368"/>
                          </a:xfrm>
                          <a:prstGeom prst="rect">
                            <a:avLst/>
                          </a:prstGeom>
                          <a:noFill/>
                          <a:ln w="38100">
                            <a:noFill/>
                            <a:miter/>
                          </a:ln>
                        </p:spPr>
                      </p:pic>
                    </p:oleObj>
                  </mc:Fallback>
                </mc:AlternateContent>
              </a:graphicData>
            </a:graphic>
          </p:graphicFrame>
          <p:sp>
            <p:nvSpPr>
              <p:cNvPr id="28755" name="Text Box 205"/>
              <p:cNvSpPr txBox="1"/>
              <p:nvPr/>
            </p:nvSpPr>
            <p:spPr>
              <a:xfrm>
                <a:off x="930" y="2750"/>
                <a:ext cx="251"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56" name="Text Box 206"/>
              <p:cNvSpPr txBox="1"/>
              <p:nvPr/>
            </p:nvSpPr>
            <p:spPr>
              <a:xfrm>
                <a:off x="930" y="3657"/>
                <a:ext cx="254"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57" name="Text Box 207"/>
              <p:cNvSpPr txBox="1"/>
              <p:nvPr/>
            </p:nvSpPr>
            <p:spPr>
              <a:xfrm>
                <a:off x="2653" y="3657"/>
                <a:ext cx="409" cy="327"/>
              </a:xfrm>
              <a:prstGeom prst="rect">
                <a:avLst/>
              </a:prstGeom>
              <a:noFill/>
              <a:ln w="38100">
                <a:noFill/>
              </a:ln>
            </p:spPr>
            <p:txBody>
              <a:bodyPr>
                <a:spAutoFit/>
              </a:bodyPr>
              <a:p>
                <a:pPr>
                  <a:spcBef>
                    <a:spcPct val="50000"/>
                  </a:spcBef>
                  <a:buNone/>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58" name="Rectangle 209"/>
              <p:cNvSpPr/>
              <p:nvPr/>
            </p:nvSpPr>
            <p:spPr>
              <a:xfrm>
                <a:off x="2590" y="315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28759" name="Rectangle 210"/>
              <p:cNvSpPr/>
              <p:nvPr/>
            </p:nvSpPr>
            <p:spPr>
              <a:xfrm>
                <a:off x="1837" y="285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grpSp>
      </p:grpSp>
      <p:grpSp>
        <p:nvGrpSpPr>
          <p:cNvPr id="28696" name="Group 220"/>
          <p:cNvGrpSpPr/>
          <p:nvPr/>
        </p:nvGrpSpPr>
        <p:grpSpPr>
          <a:xfrm>
            <a:off x="8316913" y="6445250"/>
            <a:ext cx="792162" cy="366713"/>
            <a:chOff x="5193" y="4020"/>
            <a:chExt cx="499" cy="231"/>
          </a:xfrm>
        </p:grpSpPr>
        <p:pic>
          <p:nvPicPr>
            <p:cNvPr id="28744" name="Picture 221" descr="78900"/>
            <p:cNvPicPr>
              <a:picLocks noChangeAspect="1"/>
            </p:cNvPicPr>
            <p:nvPr/>
          </p:nvPicPr>
          <p:blipFill>
            <a:blip r:embed="rId23"/>
            <a:stretch>
              <a:fillRect/>
            </a:stretch>
          </p:blipFill>
          <p:spPr>
            <a:xfrm>
              <a:off x="5193" y="4066"/>
              <a:ext cx="499" cy="181"/>
            </a:xfrm>
            <a:prstGeom prst="rect">
              <a:avLst/>
            </a:prstGeom>
            <a:noFill/>
            <a:ln w="9525">
              <a:noFill/>
            </a:ln>
          </p:spPr>
        </p:pic>
        <p:sp>
          <p:nvSpPr>
            <p:cNvPr id="28745" name="Text Box 22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8697" name="Group 223"/>
          <p:cNvGrpSpPr/>
          <p:nvPr/>
        </p:nvGrpSpPr>
        <p:grpSpPr>
          <a:xfrm>
            <a:off x="7451725" y="6445250"/>
            <a:ext cx="792163" cy="366713"/>
            <a:chOff x="5193" y="4020"/>
            <a:chExt cx="499" cy="231"/>
          </a:xfrm>
        </p:grpSpPr>
        <p:pic>
          <p:nvPicPr>
            <p:cNvPr id="28742" name="Picture 224" descr="78900"/>
            <p:cNvPicPr>
              <a:picLocks noChangeAspect="1"/>
            </p:cNvPicPr>
            <p:nvPr/>
          </p:nvPicPr>
          <p:blipFill>
            <a:blip r:embed="rId23"/>
            <a:stretch>
              <a:fillRect/>
            </a:stretch>
          </p:blipFill>
          <p:spPr>
            <a:xfrm>
              <a:off x="5193" y="4066"/>
              <a:ext cx="499" cy="181"/>
            </a:xfrm>
            <a:prstGeom prst="rect">
              <a:avLst/>
            </a:prstGeom>
            <a:noFill/>
            <a:ln w="9525">
              <a:noFill/>
            </a:ln>
          </p:spPr>
        </p:pic>
        <p:sp>
          <p:nvSpPr>
            <p:cNvPr id="28743" name="Text Box 225">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8698" name="Group 226"/>
          <p:cNvGrpSpPr/>
          <p:nvPr/>
        </p:nvGrpSpPr>
        <p:grpSpPr>
          <a:xfrm>
            <a:off x="6588125" y="6446838"/>
            <a:ext cx="792163" cy="366712"/>
            <a:chOff x="4695" y="4061"/>
            <a:chExt cx="499" cy="231"/>
          </a:xfrm>
        </p:grpSpPr>
        <p:pic>
          <p:nvPicPr>
            <p:cNvPr id="28740" name="Picture 227" descr="78900"/>
            <p:cNvPicPr>
              <a:picLocks noChangeAspect="1"/>
            </p:cNvPicPr>
            <p:nvPr/>
          </p:nvPicPr>
          <p:blipFill>
            <a:blip r:embed="rId23"/>
            <a:stretch>
              <a:fillRect/>
            </a:stretch>
          </p:blipFill>
          <p:spPr>
            <a:xfrm>
              <a:off x="4695" y="4107"/>
              <a:ext cx="499" cy="181"/>
            </a:xfrm>
            <a:prstGeom prst="rect">
              <a:avLst/>
            </a:prstGeom>
            <a:noFill/>
            <a:ln w="9525">
              <a:noFill/>
            </a:ln>
          </p:spPr>
        </p:pic>
        <p:sp>
          <p:nvSpPr>
            <p:cNvPr id="28741" name="Text Box 228">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8" name="Group 230"/>
          <p:cNvGrpSpPr/>
          <p:nvPr/>
        </p:nvGrpSpPr>
        <p:grpSpPr>
          <a:xfrm>
            <a:off x="5219700" y="4941888"/>
            <a:ext cx="3398838" cy="1147762"/>
            <a:chOff x="3191" y="2795"/>
            <a:chExt cx="2141" cy="723"/>
          </a:xfrm>
        </p:grpSpPr>
        <p:graphicFrame>
          <p:nvGraphicFramePr>
            <p:cNvPr id="28680" name="Object 72"/>
            <p:cNvGraphicFramePr/>
            <p:nvPr/>
          </p:nvGraphicFramePr>
          <p:xfrm>
            <a:off x="3191" y="2795"/>
            <a:ext cx="2141" cy="723"/>
          </p:xfrm>
          <a:graphic>
            <a:graphicData uri="http://schemas.openxmlformats.org/presentationml/2006/ole">
              <mc:AlternateContent xmlns:mc="http://schemas.openxmlformats.org/markup-compatibility/2006">
                <mc:Choice xmlns:v="urn:schemas-microsoft-com:vml" Requires="v">
                  <p:oleObj spid="_x0000_s3284" name="" r:id="rId24" imgW="1384300" imgH="469900" progId="Equation.3">
                    <p:embed/>
                  </p:oleObj>
                </mc:Choice>
                <mc:Fallback>
                  <p:oleObj name="" r:id="rId24" imgW="1384300" imgH="469900" progId="Equation.3">
                    <p:embed/>
                    <p:pic>
                      <p:nvPicPr>
                        <p:cNvPr id="0" name="图片 3283"/>
                        <p:cNvPicPr/>
                        <p:nvPr/>
                      </p:nvPicPr>
                      <p:blipFill>
                        <a:blip r:embed="rId25">
                          <a:clrChange>
                            <a:clrFrom>
                              <a:srgbClr val="000000"/>
                            </a:clrFrom>
                            <a:clrTo>
                              <a:srgbClr val="FFFFFF"/>
                            </a:clrTo>
                          </a:clrChange>
                        </a:blip>
                        <a:stretch>
                          <a:fillRect/>
                        </a:stretch>
                      </p:blipFill>
                      <p:spPr>
                        <a:xfrm>
                          <a:off x="3191" y="2795"/>
                          <a:ext cx="2141" cy="723"/>
                        </a:xfrm>
                        <a:prstGeom prst="rect">
                          <a:avLst/>
                        </a:prstGeom>
                        <a:noFill/>
                        <a:ln w="38100">
                          <a:noFill/>
                          <a:miter/>
                        </a:ln>
                      </p:spPr>
                    </p:pic>
                  </p:oleObj>
                </mc:Fallback>
              </mc:AlternateContent>
            </a:graphicData>
          </a:graphic>
        </p:graphicFrame>
        <p:sp>
          <p:nvSpPr>
            <p:cNvPr id="28739" name="Line 229"/>
            <p:cNvSpPr/>
            <p:nvPr/>
          </p:nvSpPr>
          <p:spPr>
            <a:xfrm>
              <a:off x="4640" y="3294"/>
              <a:ext cx="590" cy="0"/>
            </a:xfrm>
            <a:prstGeom prst="line">
              <a:avLst/>
            </a:prstGeom>
            <a:ln w="9525" cap="flat" cmpd="sng">
              <a:solidFill>
                <a:schemeClr val="bg1"/>
              </a:solidFill>
              <a:prstDash val="solid"/>
              <a:headEnd type="none" w="med" len="med"/>
              <a:tailEnd type="none" w="med" len="med"/>
            </a:ln>
          </p:spPr>
        </p:sp>
      </p:grpSp>
      <p:sp>
        <p:nvSpPr>
          <p:cNvPr id="10488" name="Text Box 248"/>
          <p:cNvSpPr txBox="1"/>
          <p:nvPr/>
        </p:nvSpPr>
        <p:spPr>
          <a:xfrm>
            <a:off x="1547813" y="476250"/>
            <a:ext cx="6767512" cy="519113"/>
          </a:xfrm>
          <a:prstGeom prst="rect">
            <a:avLst/>
          </a:prstGeom>
          <a:noFill/>
          <a:ln w="9525">
            <a:noFill/>
          </a:ln>
        </p:spPr>
        <p:txBody>
          <a:bodyPr>
            <a:spAutoFit/>
          </a:bodyPr>
          <a:p>
            <a:pPr>
              <a:spcBef>
                <a:spcPct val="50000"/>
              </a:spcBef>
            </a:pPr>
            <a:r>
              <a:rPr lang="zh-CN" altLang="en-US" sz="2800" dirty="0">
                <a:latin typeface="Arial" panose="020B0604020202020204" pitchFamily="34" charset="0"/>
              </a:rPr>
              <a:t>给出图示电路的</a:t>
            </a:r>
            <a:r>
              <a:rPr lang="en-US" altLang="zh-CN" sz="2800" b="0" dirty="0">
                <a:latin typeface="Times New Roman" panose="02020603050405020304" pitchFamily="18" charset="0"/>
              </a:rPr>
              <a:t>A</a:t>
            </a:r>
            <a:r>
              <a:rPr lang="zh-CN" altLang="en-US" sz="2800" dirty="0">
                <a:latin typeface="Arial" panose="020B0604020202020204" pitchFamily="34" charset="0"/>
              </a:rPr>
              <a:t>相计算电路。</a:t>
            </a:r>
            <a:endParaRPr lang="zh-CN" altLang="en-US" sz="2800" dirty="0">
              <a:latin typeface="Arial" panose="020B0604020202020204" pitchFamily="34" charset="0"/>
            </a:endParaRPr>
          </a:p>
        </p:txBody>
      </p:sp>
      <p:grpSp>
        <p:nvGrpSpPr>
          <p:cNvPr id="9" name="Group 250"/>
          <p:cNvGrpSpPr/>
          <p:nvPr/>
        </p:nvGrpSpPr>
        <p:grpSpPr>
          <a:xfrm>
            <a:off x="1258888" y="981075"/>
            <a:ext cx="5832475" cy="3600450"/>
            <a:chOff x="930" y="1888"/>
            <a:chExt cx="3674" cy="2268"/>
          </a:xfrm>
        </p:grpSpPr>
        <p:sp>
          <p:nvSpPr>
            <p:cNvPr id="28703" name="Rectangle 251"/>
            <p:cNvSpPr/>
            <p:nvPr/>
          </p:nvSpPr>
          <p:spPr>
            <a:xfrm>
              <a:off x="930" y="1888"/>
              <a:ext cx="3674" cy="2268"/>
            </a:xfrm>
            <a:prstGeom prst="rect">
              <a:avLst/>
            </a:prstGeom>
            <a:solidFill>
              <a:schemeClr val="bg2"/>
            </a:solidFill>
            <a:ln w="9525">
              <a:noFill/>
            </a:ln>
          </p:spPr>
          <p:txBody>
            <a:bodyPr wrap="none" anchor="ctr" anchorCtr="0"/>
            <a:p>
              <a:endParaRPr lang="zh-CN" altLang="en-US" dirty="0">
                <a:latin typeface="Arial" panose="020B0604020202020204" pitchFamily="34" charset="0"/>
              </a:endParaRPr>
            </a:p>
          </p:txBody>
        </p:sp>
        <p:sp>
          <p:nvSpPr>
            <p:cNvPr id="28704" name="Oval 252"/>
            <p:cNvSpPr/>
            <p:nvPr/>
          </p:nvSpPr>
          <p:spPr>
            <a:xfrm>
              <a:off x="1565" y="3702"/>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8705" name="Oval 253"/>
            <p:cNvSpPr/>
            <p:nvPr/>
          </p:nvSpPr>
          <p:spPr>
            <a:xfrm>
              <a:off x="1565" y="1933"/>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8706" name="Oval 254"/>
            <p:cNvSpPr/>
            <p:nvPr/>
          </p:nvSpPr>
          <p:spPr>
            <a:xfrm>
              <a:off x="1565" y="2840"/>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8707" name="Line 255"/>
            <p:cNvSpPr/>
            <p:nvPr/>
          </p:nvSpPr>
          <p:spPr>
            <a:xfrm rot="10800000">
              <a:off x="1111" y="2115"/>
              <a:ext cx="0" cy="1769"/>
            </a:xfrm>
            <a:prstGeom prst="line">
              <a:avLst/>
            </a:prstGeom>
            <a:ln w="28575" cap="flat" cmpd="sng">
              <a:solidFill>
                <a:srgbClr val="FFCC00"/>
              </a:solidFill>
              <a:prstDash val="solid"/>
              <a:headEnd type="none" w="med" len="med"/>
              <a:tailEnd type="none" w="med" len="med"/>
            </a:ln>
          </p:spPr>
        </p:sp>
        <p:sp>
          <p:nvSpPr>
            <p:cNvPr id="28708" name="Text Box 256"/>
            <p:cNvSpPr txBox="1"/>
            <p:nvPr/>
          </p:nvSpPr>
          <p:spPr>
            <a:xfrm rot="10800000">
              <a:off x="2018" y="3566"/>
              <a:ext cx="172"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09" name="Text Box 257"/>
            <p:cNvSpPr txBox="1"/>
            <p:nvPr/>
          </p:nvSpPr>
          <p:spPr>
            <a:xfrm>
              <a:off x="1247" y="2704"/>
              <a:ext cx="227"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10" name="Line 258"/>
            <p:cNvSpPr/>
            <p:nvPr/>
          </p:nvSpPr>
          <p:spPr>
            <a:xfrm>
              <a:off x="1111" y="2115"/>
              <a:ext cx="3312" cy="0"/>
            </a:xfrm>
            <a:prstGeom prst="line">
              <a:avLst/>
            </a:prstGeom>
            <a:ln w="28575" cap="flat" cmpd="sng">
              <a:solidFill>
                <a:srgbClr val="FFCC00"/>
              </a:solidFill>
              <a:prstDash val="solid"/>
              <a:headEnd type="none" w="med" len="med"/>
              <a:tailEnd type="none" w="med" len="med"/>
            </a:ln>
          </p:spPr>
        </p:sp>
        <p:sp>
          <p:nvSpPr>
            <p:cNvPr id="28711" name="Line 259"/>
            <p:cNvSpPr/>
            <p:nvPr/>
          </p:nvSpPr>
          <p:spPr>
            <a:xfrm flipV="1">
              <a:off x="1111" y="3022"/>
              <a:ext cx="3311" cy="0"/>
            </a:xfrm>
            <a:prstGeom prst="line">
              <a:avLst/>
            </a:prstGeom>
            <a:ln w="28575" cap="flat" cmpd="sng">
              <a:solidFill>
                <a:srgbClr val="FFCC00"/>
              </a:solidFill>
              <a:prstDash val="solid"/>
              <a:headEnd type="oval" w="med" len="med"/>
              <a:tailEnd type="oval" w="med" len="med"/>
            </a:ln>
          </p:spPr>
        </p:sp>
        <p:sp>
          <p:nvSpPr>
            <p:cNvPr id="28712" name="Line 260"/>
            <p:cNvSpPr/>
            <p:nvPr/>
          </p:nvSpPr>
          <p:spPr>
            <a:xfrm>
              <a:off x="1111" y="3884"/>
              <a:ext cx="3312" cy="0"/>
            </a:xfrm>
            <a:prstGeom prst="line">
              <a:avLst/>
            </a:prstGeom>
            <a:ln w="28575" cap="flat" cmpd="sng">
              <a:solidFill>
                <a:srgbClr val="FFCC00"/>
              </a:solidFill>
              <a:prstDash val="solid"/>
              <a:headEnd type="none" w="med" len="med"/>
              <a:tailEnd type="none" w="med" len="med"/>
            </a:ln>
          </p:spPr>
        </p:sp>
        <p:graphicFrame>
          <p:nvGraphicFramePr>
            <p:cNvPr id="28674" name="Object 261"/>
            <p:cNvGraphicFramePr/>
            <p:nvPr/>
          </p:nvGraphicFramePr>
          <p:xfrm>
            <a:off x="1620" y="2224"/>
            <a:ext cx="285" cy="381"/>
          </p:xfrm>
          <a:graphic>
            <a:graphicData uri="http://schemas.openxmlformats.org/presentationml/2006/ole">
              <mc:AlternateContent xmlns:mc="http://schemas.openxmlformats.org/markup-compatibility/2006">
                <mc:Choice xmlns:v="urn:schemas-microsoft-com:vml" Requires="v">
                  <p:oleObj spid="_x0000_s3286" name="" r:id="rId26" imgW="228600" imgH="304800" progId="Equation.3">
                    <p:embed/>
                  </p:oleObj>
                </mc:Choice>
                <mc:Fallback>
                  <p:oleObj name="" r:id="rId26" imgW="228600" imgH="304800" progId="Equation.3">
                    <p:embed/>
                    <p:pic>
                      <p:nvPicPr>
                        <p:cNvPr id="0" name="图片 3285"/>
                        <p:cNvPicPr/>
                        <p:nvPr/>
                      </p:nvPicPr>
                      <p:blipFill>
                        <a:blip r:embed="rId27">
                          <a:clrChange>
                            <a:clrFrom>
                              <a:srgbClr val="000000"/>
                            </a:clrFrom>
                            <a:clrTo>
                              <a:srgbClr val="FFFFFF"/>
                            </a:clrTo>
                          </a:clrChange>
                        </a:blip>
                        <a:stretch>
                          <a:fillRect/>
                        </a:stretch>
                      </p:blipFill>
                      <p:spPr>
                        <a:xfrm>
                          <a:off x="1620" y="2224"/>
                          <a:ext cx="285" cy="381"/>
                        </a:xfrm>
                        <a:prstGeom prst="rect">
                          <a:avLst/>
                        </a:prstGeom>
                        <a:noFill/>
                        <a:ln w="38100">
                          <a:noFill/>
                          <a:miter/>
                        </a:ln>
                      </p:spPr>
                    </p:pic>
                  </p:oleObj>
                </mc:Fallback>
              </mc:AlternateContent>
            </a:graphicData>
          </a:graphic>
        </p:graphicFrame>
        <p:graphicFrame>
          <p:nvGraphicFramePr>
            <p:cNvPr id="28675" name="Object 262"/>
            <p:cNvGraphicFramePr/>
            <p:nvPr/>
          </p:nvGraphicFramePr>
          <p:xfrm>
            <a:off x="1655" y="2478"/>
            <a:ext cx="317" cy="382"/>
          </p:xfrm>
          <a:graphic>
            <a:graphicData uri="http://schemas.openxmlformats.org/presentationml/2006/ole">
              <mc:AlternateContent xmlns:mc="http://schemas.openxmlformats.org/markup-compatibility/2006">
                <mc:Choice xmlns:v="urn:schemas-microsoft-com:vml" Requires="v">
                  <p:oleObj spid="_x0000_s3287" name="" r:id="rId28" imgW="254000" imgH="304800" progId="Equation.3">
                    <p:embed/>
                  </p:oleObj>
                </mc:Choice>
                <mc:Fallback>
                  <p:oleObj name="" r:id="rId28" imgW="254000" imgH="304800" progId="Equation.3">
                    <p:embed/>
                    <p:pic>
                      <p:nvPicPr>
                        <p:cNvPr id="0" name="图片 3286"/>
                        <p:cNvPicPr/>
                        <p:nvPr/>
                      </p:nvPicPr>
                      <p:blipFill>
                        <a:blip r:embed="rId29">
                          <a:clrChange>
                            <a:clrFrom>
                              <a:srgbClr val="000000"/>
                            </a:clrFrom>
                            <a:clrTo>
                              <a:srgbClr val="FFFFFF"/>
                            </a:clrTo>
                          </a:clrChange>
                        </a:blip>
                        <a:stretch>
                          <a:fillRect/>
                        </a:stretch>
                      </p:blipFill>
                      <p:spPr>
                        <a:xfrm>
                          <a:off x="1655" y="2478"/>
                          <a:ext cx="317" cy="382"/>
                        </a:xfrm>
                        <a:prstGeom prst="rect">
                          <a:avLst/>
                        </a:prstGeom>
                        <a:noFill/>
                        <a:ln w="38100">
                          <a:noFill/>
                          <a:miter/>
                        </a:ln>
                      </p:spPr>
                    </p:pic>
                  </p:oleObj>
                </mc:Fallback>
              </mc:AlternateContent>
            </a:graphicData>
          </a:graphic>
        </p:graphicFrame>
        <p:graphicFrame>
          <p:nvGraphicFramePr>
            <p:cNvPr id="28676" name="Object 263"/>
            <p:cNvGraphicFramePr/>
            <p:nvPr/>
          </p:nvGraphicFramePr>
          <p:xfrm>
            <a:off x="1610" y="3294"/>
            <a:ext cx="333" cy="399"/>
          </p:xfrm>
          <a:graphic>
            <a:graphicData uri="http://schemas.openxmlformats.org/presentationml/2006/ole">
              <mc:AlternateContent xmlns:mc="http://schemas.openxmlformats.org/markup-compatibility/2006">
                <mc:Choice xmlns:v="urn:schemas-microsoft-com:vml" Requires="v">
                  <p:oleObj spid="_x0000_s3288" name="" r:id="rId30" imgW="254000" imgH="304800" progId="Equation.3">
                    <p:embed/>
                  </p:oleObj>
                </mc:Choice>
                <mc:Fallback>
                  <p:oleObj name="" r:id="rId30" imgW="254000" imgH="304800" progId="Equation.3">
                    <p:embed/>
                    <p:pic>
                      <p:nvPicPr>
                        <p:cNvPr id="0" name="图片 3287"/>
                        <p:cNvPicPr/>
                        <p:nvPr/>
                      </p:nvPicPr>
                      <p:blipFill>
                        <a:blip r:embed="rId31">
                          <a:clrChange>
                            <a:clrFrom>
                              <a:srgbClr val="000000"/>
                            </a:clrFrom>
                            <a:clrTo>
                              <a:srgbClr val="FFFFFF"/>
                            </a:clrTo>
                          </a:clrChange>
                        </a:blip>
                        <a:stretch>
                          <a:fillRect/>
                        </a:stretch>
                      </p:blipFill>
                      <p:spPr>
                        <a:xfrm>
                          <a:off x="1610" y="3294"/>
                          <a:ext cx="333" cy="399"/>
                        </a:xfrm>
                        <a:prstGeom prst="rect">
                          <a:avLst/>
                        </a:prstGeom>
                        <a:noFill/>
                        <a:ln w="38100">
                          <a:noFill/>
                          <a:miter/>
                        </a:ln>
                      </p:spPr>
                    </p:pic>
                  </p:oleObj>
                </mc:Fallback>
              </mc:AlternateContent>
            </a:graphicData>
          </a:graphic>
        </p:graphicFrame>
        <p:sp>
          <p:nvSpPr>
            <p:cNvPr id="28713" name="Text Box 264"/>
            <p:cNvSpPr txBox="1"/>
            <p:nvPr/>
          </p:nvSpPr>
          <p:spPr>
            <a:xfrm>
              <a:off x="2018" y="2115"/>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14" name="Text Box 265"/>
            <p:cNvSpPr txBox="1"/>
            <p:nvPr/>
          </p:nvSpPr>
          <p:spPr>
            <a:xfrm rot="10800000">
              <a:off x="1338" y="2115"/>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15" name="Text Box 266"/>
            <p:cNvSpPr txBox="1"/>
            <p:nvPr/>
          </p:nvSpPr>
          <p:spPr>
            <a:xfrm>
              <a:off x="1973" y="2704"/>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16" name="Text Box 267"/>
            <p:cNvSpPr txBox="1"/>
            <p:nvPr/>
          </p:nvSpPr>
          <p:spPr>
            <a:xfrm rot="10800000">
              <a:off x="1292" y="3611"/>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17" name="Line 268"/>
            <p:cNvSpPr/>
            <p:nvPr/>
          </p:nvSpPr>
          <p:spPr>
            <a:xfrm>
              <a:off x="4435" y="2116"/>
              <a:ext cx="0" cy="1769"/>
            </a:xfrm>
            <a:prstGeom prst="line">
              <a:avLst/>
            </a:prstGeom>
            <a:ln w="28575" cap="flat" cmpd="sng">
              <a:solidFill>
                <a:srgbClr val="FFCC00"/>
              </a:solidFill>
              <a:prstDash val="solid"/>
              <a:headEnd type="none" w="med" len="med"/>
              <a:tailEnd type="none" w="med" len="med"/>
            </a:ln>
          </p:spPr>
        </p:sp>
        <p:sp>
          <p:nvSpPr>
            <p:cNvPr id="28718" name="Line 269"/>
            <p:cNvSpPr/>
            <p:nvPr/>
          </p:nvSpPr>
          <p:spPr>
            <a:xfrm rot="-5400000">
              <a:off x="2754" y="2830"/>
              <a:ext cx="0" cy="384"/>
            </a:xfrm>
            <a:prstGeom prst="line">
              <a:avLst/>
            </a:prstGeom>
            <a:ln w="28575" cap="flat" cmpd="sng">
              <a:solidFill>
                <a:srgbClr val="00FFFF"/>
              </a:solidFill>
              <a:prstDash val="solid"/>
              <a:headEnd type="none" w="med" len="med"/>
              <a:tailEnd type="triangle" w="med" len="med"/>
            </a:ln>
          </p:spPr>
        </p:sp>
        <p:graphicFrame>
          <p:nvGraphicFramePr>
            <p:cNvPr id="28677" name="Object 270"/>
            <p:cNvGraphicFramePr/>
            <p:nvPr/>
          </p:nvGraphicFramePr>
          <p:xfrm>
            <a:off x="2608" y="2069"/>
            <a:ext cx="221" cy="381"/>
          </p:xfrm>
          <a:graphic>
            <a:graphicData uri="http://schemas.openxmlformats.org/presentationml/2006/ole">
              <mc:AlternateContent xmlns:mc="http://schemas.openxmlformats.org/markup-compatibility/2006">
                <mc:Choice xmlns:v="urn:schemas-microsoft-com:vml" Requires="v">
                  <p:oleObj spid="_x0000_s3290" name="" r:id="rId32" imgW="177800" imgH="304165" progId="Equation.3">
                    <p:embed/>
                  </p:oleObj>
                </mc:Choice>
                <mc:Fallback>
                  <p:oleObj name="" r:id="rId32" imgW="177800" imgH="304165" progId="Equation.3">
                    <p:embed/>
                    <p:pic>
                      <p:nvPicPr>
                        <p:cNvPr id="0" name="图片 3289"/>
                        <p:cNvPicPr/>
                        <p:nvPr/>
                      </p:nvPicPr>
                      <p:blipFill>
                        <a:blip r:embed="rId8">
                          <a:clrChange>
                            <a:clrFrom>
                              <a:srgbClr val="000000"/>
                            </a:clrFrom>
                            <a:clrTo>
                              <a:srgbClr val="FFFFFF"/>
                            </a:clrTo>
                          </a:clrChange>
                        </a:blip>
                        <a:stretch>
                          <a:fillRect/>
                        </a:stretch>
                      </p:blipFill>
                      <p:spPr>
                        <a:xfrm>
                          <a:off x="2608" y="2069"/>
                          <a:ext cx="221" cy="381"/>
                        </a:xfrm>
                        <a:prstGeom prst="rect">
                          <a:avLst/>
                        </a:prstGeom>
                        <a:noFill/>
                        <a:ln w="38100">
                          <a:noFill/>
                          <a:miter/>
                        </a:ln>
                      </p:spPr>
                    </p:pic>
                  </p:oleObj>
                </mc:Fallback>
              </mc:AlternateContent>
            </a:graphicData>
          </a:graphic>
        </p:graphicFrame>
        <p:graphicFrame>
          <p:nvGraphicFramePr>
            <p:cNvPr id="28678" name="Object 271"/>
            <p:cNvGraphicFramePr/>
            <p:nvPr/>
          </p:nvGraphicFramePr>
          <p:xfrm>
            <a:off x="2608" y="2614"/>
            <a:ext cx="223" cy="381"/>
          </p:xfrm>
          <a:graphic>
            <a:graphicData uri="http://schemas.openxmlformats.org/presentationml/2006/ole">
              <mc:AlternateContent xmlns:mc="http://schemas.openxmlformats.org/markup-compatibility/2006">
                <mc:Choice xmlns:v="urn:schemas-microsoft-com:vml" Requires="v">
                  <p:oleObj spid="_x0000_s3289" name="" r:id="rId33" imgW="177800" imgH="304165" progId="Equation.3">
                    <p:embed/>
                  </p:oleObj>
                </mc:Choice>
                <mc:Fallback>
                  <p:oleObj name="" r:id="rId33" imgW="177800" imgH="304165" progId="Equation.3">
                    <p:embed/>
                    <p:pic>
                      <p:nvPicPr>
                        <p:cNvPr id="0" name="图片 3288"/>
                        <p:cNvPicPr/>
                        <p:nvPr/>
                      </p:nvPicPr>
                      <p:blipFill>
                        <a:blip r:embed="rId10">
                          <a:clrChange>
                            <a:clrFrom>
                              <a:srgbClr val="000000"/>
                            </a:clrFrom>
                            <a:clrTo>
                              <a:srgbClr val="FFFFFF"/>
                            </a:clrTo>
                          </a:clrChange>
                        </a:blip>
                        <a:stretch>
                          <a:fillRect/>
                        </a:stretch>
                      </p:blipFill>
                      <p:spPr>
                        <a:xfrm>
                          <a:off x="2608" y="2614"/>
                          <a:ext cx="223" cy="381"/>
                        </a:xfrm>
                        <a:prstGeom prst="rect">
                          <a:avLst/>
                        </a:prstGeom>
                        <a:noFill/>
                        <a:ln w="38100">
                          <a:noFill/>
                          <a:miter/>
                        </a:ln>
                      </p:spPr>
                    </p:pic>
                  </p:oleObj>
                </mc:Fallback>
              </mc:AlternateContent>
            </a:graphicData>
          </a:graphic>
        </p:graphicFrame>
        <p:sp>
          <p:nvSpPr>
            <p:cNvPr id="28719" name="Line 272"/>
            <p:cNvSpPr/>
            <p:nvPr/>
          </p:nvSpPr>
          <p:spPr>
            <a:xfrm rot="-5400000">
              <a:off x="2752" y="3693"/>
              <a:ext cx="0" cy="381"/>
            </a:xfrm>
            <a:prstGeom prst="line">
              <a:avLst/>
            </a:prstGeom>
            <a:ln w="28575" cap="flat" cmpd="sng">
              <a:solidFill>
                <a:srgbClr val="00FFFF"/>
              </a:solidFill>
              <a:prstDash val="solid"/>
              <a:headEnd type="none" w="med" len="med"/>
              <a:tailEnd type="triangle" w="med" len="med"/>
            </a:ln>
          </p:spPr>
        </p:sp>
        <p:graphicFrame>
          <p:nvGraphicFramePr>
            <p:cNvPr id="28679" name="Object 273"/>
            <p:cNvGraphicFramePr/>
            <p:nvPr/>
          </p:nvGraphicFramePr>
          <p:xfrm>
            <a:off x="2653" y="3475"/>
            <a:ext cx="223" cy="381"/>
          </p:xfrm>
          <a:graphic>
            <a:graphicData uri="http://schemas.openxmlformats.org/presentationml/2006/ole">
              <mc:AlternateContent xmlns:mc="http://schemas.openxmlformats.org/markup-compatibility/2006">
                <mc:Choice xmlns:v="urn:schemas-microsoft-com:vml" Requires="v">
                  <p:oleObj spid="_x0000_s3291" name="" r:id="rId34" imgW="177800" imgH="304165" progId="Equation.3">
                    <p:embed/>
                  </p:oleObj>
                </mc:Choice>
                <mc:Fallback>
                  <p:oleObj name="" r:id="rId34" imgW="177800" imgH="304165" progId="Equation.3">
                    <p:embed/>
                    <p:pic>
                      <p:nvPicPr>
                        <p:cNvPr id="0" name="图片 3290"/>
                        <p:cNvPicPr/>
                        <p:nvPr/>
                      </p:nvPicPr>
                      <p:blipFill>
                        <a:blip r:embed="rId12">
                          <a:clrChange>
                            <a:clrFrom>
                              <a:srgbClr val="000000"/>
                            </a:clrFrom>
                            <a:clrTo>
                              <a:srgbClr val="FFFFFF"/>
                            </a:clrTo>
                          </a:clrChange>
                        </a:blip>
                        <a:stretch>
                          <a:fillRect/>
                        </a:stretch>
                      </p:blipFill>
                      <p:spPr>
                        <a:xfrm>
                          <a:off x="2653" y="3475"/>
                          <a:ext cx="223" cy="381"/>
                        </a:xfrm>
                        <a:prstGeom prst="rect">
                          <a:avLst/>
                        </a:prstGeom>
                        <a:noFill/>
                        <a:ln w="38100">
                          <a:noFill/>
                          <a:miter/>
                        </a:ln>
                      </p:spPr>
                    </p:pic>
                  </p:oleObj>
                </mc:Fallback>
              </mc:AlternateContent>
            </a:graphicData>
          </a:graphic>
        </p:graphicFrame>
        <p:sp>
          <p:nvSpPr>
            <p:cNvPr id="28720" name="Line 274"/>
            <p:cNvSpPr/>
            <p:nvPr/>
          </p:nvSpPr>
          <p:spPr>
            <a:xfrm rot="-5400000">
              <a:off x="2709" y="1923"/>
              <a:ext cx="0" cy="384"/>
            </a:xfrm>
            <a:prstGeom prst="line">
              <a:avLst/>
            </a:prstGeom>
            <a:ln w="28575" cap="flat" cmpd="sng">
              <a:solidFill>
                <a:srgbClr val="00FFFF"/>
              </a:solidFill>
              <a:prstDash val="solid"/>
              <a:headEnd type="none" w="med" len="med"/>
              <a:tailEnd type="triangle" w="med" len="med"/>
            </a:ln>
          </p:spPr>
        </p:sp>
        <p:sp>
          <p:nvSpPr>
            <p:cNvPr id="28721" name="Text Box 275"/>
            <p:cNvSpPr txBox="1"/>
            <p:nvPr/>
          </p:nvSpPr>
          <p:spPr>
            <a:xfrm>
              <a:off x="3742" y="2160"/>
              <a:ext cx="441"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dirty="0">
                  <a:solidFill>
                    <a:schemeClr val="bg1"/>
                  </a:solidFill>
                  <a:latin typeface="Times New Roman" panose="02020603050405020304" pitchFamily="18" charset="0"/>
                  <a:ea typeface="宋体" panose="02010600030101010101" pitchFamily="2" charset="-122"/>
                </a:rPr>
                <a:t>3</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28722" name="Text Box 276"/>
            <p:cNvSpPr txBox="1"/>
            <p:nvPr/>
          </p:nvSpPr>
          <p:spPr>
            <a:xfrm>
              <a:off x="3742" y="2659"/>
              <a:ext cx="532"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dirty="0">
                  <a:solidFill>
                    <a:schemeClr val="bg1"/>
                  </a:solidFill>
                  <a:latin typeface="Times New Roman" panose="02020603050405020304" pitchFamily="18" charset="0"/>
                  <a:ea typeface="宋体" panose="02010600030101010101" pitchFamily="2" charset="-122"/>
                </a:rPr>
                <a:t>3</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28723" name="Text Box 277"/>
            <p:cNvSpPr txBox="1"/>
            <p:nvPr/>
          </p:nvSpPr>
          <p:spPr>
            <a:xfrm>
              <a:off x="3488" y="2750"/>
              <a:ext cx="307"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24" name="Text Box 278"/>
            <p:cNvSpPr txBox="1"/>
            <p:nvPr/>
          </p:nvSpPr>
          <p:spPr>
            <a:xfrm>
              <a:off x="2200" y="2069"/>
              <a:ext cx="27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25" name="Text Box 279"/>
            <p:cNvSpPr txBox="1"/>
            <p:nvPr/>
          </p:nvSpPr>
          <p:spPr>
            <a:xfrm>
              <a:off x="2245" y="3566"/>
              <a:ext cx="265"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26" name="Text Box 280"/>
            <p:cNvSpPr txBox="1"/>
            <p:nvPr/>
          </p:nvSpPr>
          <p:spPr>
            <a:xfrm>
              <a:off x="2245" y="3022"/>
              <a:ext cx="265"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27" name="Text Box 281"/>
            <p:cNvSpPr txBox="1"/>
            <p:nvPr/>
          </p:nvSpPr>
          <p:spPr>
            <a:xfrm>
              <a:off x="3016" y="2142"/>
              <a:ext cx="334" cy="327"/>
            </a:xfrm>
            <a:prstGeom prst="rect">
              <a:avLst/>
            </a:prstGeom>
            <a:noFill/>
            <a:ln w="38100">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L</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28" name="Text Box 282"/>
            <p:cNvSpPr txBox="1"/>
            <p:nvPr/>
          </p:nvSpPr>
          <p:spPr>
            <a:xfrm>
              <a:off x="3015" y="2650"/>
              <a:ext cx="334" cy="327"/>
            </a:xfrm>
            <a:prstGeom prst="rect">
              <a:avLst/>
            </a:prstGeom>
            <a:noFill/>
            <a:ln w="38100">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L</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29" name="Text Box 283"/>
            <p:cNvSpPr txBox="1"/>
            <p:nvPr/>
          </p:nvSpPr>
          <p:spPr>
            <a:xfrm>
              <a:off x="3071" y="3493"/>
              <a:ext cx="334" cy="327"/>
            </a:xfrm>
            <a:prstGeom prst="rect">
              <a:avLst/>
            </a:prstGeom>
            <a:noFill/>
            <a:ln w="38100">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L</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30" name="Text Box 284"/>
            <p:cNvSpPr txBox="1"/>
            <p:nvPr/>
          </p:nvSpPr>
          <p:spPr>
            <a:xfrm>
              <a:off x="3516" y="2069"/>
              <a:ext cx="307"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31" name="Text Box 285"/>
            <p:cNvSpPr txBox="1"/>
            <p:nvPr/>
          </p:nvSpPr>
          <p:spPr>
            <a:xfrm>
              <a:off x="3516" y="3566"/>
              <a:ext cx="307"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8732" name="Rectangle 286"/>
            <p:cNvSpPr/>
            <p:nvPr/>
          </p:nvSpPr>
          <p:spPr>
            <a:xfrm>
              <a:off x="3080" y="382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8733" name="Rectangle 287"/>
            <p:cNvSpPr/>
            <p:nvPr/>
          </p:nvSpPr>
          <p:spPr>
            <a:xfrm>
              <a:off x="3044" y="295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8734" name="Rectangle 288"/>
            <p:cNvSpPr/>
            <p:nvPr/>
          </p:nvSpPr>
          <p:spPr>
            <a:xfrm>
              <a:off x="3025" y="2051"/>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8735" name="Rectangle 289"/>
            <p:cNvSpPr/>
            <p:nvPr/>
          </p:nvSpPr>
          <p:spPr>
            <a:xfrm>
              <a:off x="3787" y="382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8736" name="Rectangle 290"/>
            <p:cNvSpPr/>
            <p:nvPr/>
          </p:nvSpPr>
          <p:spPr>
            <a:xfrm>
              <a:off x="3787" y="295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8737" name="Rectangle 291"/>
            <p:cNvSpPr/>
            <p:nvPr/>
          </p:nvSpPr>
          <p:spPr>
            <a:xfrm>
              <a:off x="3787" y="2051"/>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8738" name="Text Box 292"/>
            <p:cNvSpPr txBox="1"/>
            <p:nvPr/>
          </p:nvSpPr>
          <p:spPr>
            <a:xfrm>
              <a:off x="3742" y="3520"/>
              <a:ext cx="532"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dirty="0">
                  <a:solidFill>
                    <a:schemeClr val="bg1"/>
                  </a:solidFill>
                  <a:latin typeface="Times New Roman" panose="02020603050405020304" pitchFamily="18" charset="0"/>
                  <a:ea typeface="宋体" panose="02010600030101010101" pitchFamily="2" charset="-122"/>
                </a:rPr>
                <a:t>3</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grpSp>
      <p:sp>
        <p:nvSpPr>
          <p:cNvPr id="10533" name="Text Box 293"/>
          <p:cNvSpPr txBox="1"/>
          <p:nvPr/>
        </p:nvSpPr>
        <p:spPr>
          <a:xfrm>
            <a:off x="395288" y="1341438"/>
            <a:ext cx="647700" cy="519112"/>
          </a:xfrm>
          <a:prstGeom prst="rect">
            <a:avLst/>
          </a:prstGeom>
          <a:solidFill>
            <a:srgbClr val="990033"/>
          </a:solidFill>
          <a:ln w="9525">
            <a:noFill/>
          </a:ln>
        </p:spPr>
        <p:txBody>
          <a:bodyPr>
            <a:spAutoFit/>
          </a:bodyPr>
          <a:p>
            <a:pPr algn="just">
              <a:spcBef>
                <a:spcPct val="50000"/>
              </a:spcBef>
            </a:pPr>
            <a:r>
              <a:rPr lang="zh-CN" altLang="en-US" sz="2800" dirty="0">
                <a:solidFill>
                  <a:schemeClr val="bg1"/>
                </a:solidFill>
                <a:latin typeface="Times New Roman" panose="02020603050405020304" pitchFamily="18" charset="0"/>
                <a:ea typeface="宋体" panose="02010600030101010101" pitchFamily="2" charset="-122"/>
              </a:rPr>
              <a:t>解</a:t>
            </a:r>
            <a:endParaRPr lang="zh-CN" altLang="en-US" sz="2800" dirty="0">
              <a:solidFill>
                <a:schemeClr val="bg1"/>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10244"/>
                                        </p:tgtEl>
                                        <p:attrNameLst>
                                          <p:attrName>style.visibility</p:attrName>
                                        </p:attrNameLst>
                                      </p:cBhvr>
                                      <p:to>
                                        <p:strVal val="visible"/>
                                      </p:to>
                                    </p:set>
                                    <p:anim calcmode="lin" valueType="num">
                                      <p:cBhvr>
                                        <p:cTn id="7" dur="1000" fill="hold"/>
                                        <p:tgtEl>
                                          <p:spTgt spid="10244"/>
                                        </p:tgtEl>
                                        <p:attrNameLst>
                                          <p:attrName>ppt_w</p:attrName>
                                        </p:attrNameLst>
                                      </p:cBhvr>
                                      <p:tavLst>
                                        <p:tav tm="0">
                                          <p:val>
                                            <p:fltVal val="0.000000"/>
                                          </p:val>
                                        </p:tav>
                                        <p:tav tm="100000">
                                          <p:val>
                                            <p:strVal val="#ppt_w"/>
                                          </p:val>
                                        </p:tav>
                                      </p:tavLst>
                                    </p:anim>
                                    <p:anim calcmode="lin" valueType="num">
                                      <p:cBhvr>
                                        <p:cTn id="8" dur="1000" fill="hold"/>
                                        <p:tgtEl>
                                          <p:spTgt spid="10244"/>
                                        </p:tgtEl>
                                        <p:attrNameLst>
                                          <p:attrName>ppt_h</p:attrName>
                                        </p:attrNameLst>
                                      </p:cBhvr>
                                      <p:tavLst>
                                        <p:tav tm="0">
                                          <p:val>
                                            <p:fltVal val="0.000000"/>
                                          </p:val>
                                        </p:tav>
                                        <p:tav tm="100000">
                                          <p:val>
                                            <p:strVal val="#ppt_h"/>
                                          </p:val>
                                        </p:tav>
                                      </p:tavLst>
                                    </p:anim>
                                    <p:anim calcmode="lin" valueType="num">
                                      <p:cBhvr>
                                        <p:cTn id="9" dur="1000" fill="hold"/>
                                        <p:tgtEl>
                                          <p:spTgt spid="10244"/>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10244"/>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linds(horizontal)">
                                      <p:cBhvr>
                                        <p:cTn id="14" dur="500"/>
                                        <p:tgtEl>
                                          <p:spTgt spid="2"/>
                                        </p:tgtEl>
                                      </p:cBhvr>
                                    </p:animEffect>
                                  </p:childTnLst>
                                </p:cTn>
                              </p:par>
                            </p:childTnLst>
                          </p:cTn>
                        </p:par>
                        <p:par>
                          <p:cTn id="15" fill="hold">
                            <p:stCondLst>
                              <p:cond delay="1500"/>
                            </p:stCondLst>
                            <p:childTnLst>
                              <p:par>
                                <p:cTn id="16" presetID="3" presetClass="entr" presetSubtype="10" fill="hold" grpId="0" nodeType="afterEffect">
                                  <p:stCondLst>
                                    <p:cond delay="0"/>
                                  </p:stCondLst>
                                  <p:childTnLst>
                                    <p:set>
                                      <p:cBhvr>
                                        <p:cTn id="17" dur="1" fill="hold">
                                          <p:stCondLst>
                                            <p:cond delay="0"/>
                                          </p:stCondLst>
                                        </p:cTn>
                                        <p:tgtEl>
                                          <p:spTgt spid="10488"/>
                                        </p:tgtEl>
                                        <p:attrNameLst>
                                          <p:attrName>style.visibility</p:attrName>
                                        </p:attrNameLst>
                                      </p:cBhvr>
                                      <p:to>
                                        <p:strVal val="visible"/>
                                      </p:to>
                                    </p:set>
                                    <p:animEffect transition="in" filter="blinds(horizontal)">
                                      <p:cBhvr>
                                        <p:cTn id="18" dur="500"/>
                                        <p:tgtEl>
                                          <p:spTgt spid="10488"/>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10533"/>
                                        </p:tgtEl>
                                        <p:attrNameLst>
                                          <p:attrName>style.visibility</p:attrName>
                                        </p:attrNameLst>
                                      </p:cBhvr>
                                      <p:to>
                                        <p:strVal val="visible"/>
                                      </p:to>
                                    </p:set>
                                    <p:anim calcmode="lin" valueType="num">
                                      <p:cBhvr>
                                        <p:cTn id="23" dur="1000" fill="hold"/>
                                        <p:tgtEl>
                                          <p:spTgt spid="10533"/>
                                        </p:tgtEl>
                                        <p:attrNameLst>
                                          <p:attrName>ppt_w</p:attrName>
                                        </p:attrNameLst>
                                      </p:cBhvr>
                                      <p:tavLst>
                                        <p:tav tm="0">
                                          <p:val>
                                            <p:fltVal val="0.000000"/>
                                          </p:val>
                                        </p:tav>
                                        <p:tav tm="100000">
                                          <p:val>
                                            <p:strVal val="#ppt_w"/>
                                          </p:val>
                                        </p:tav>
                                      </p:tavLst>
                                    </p:anim>
                                    <p:anim calcmode="lin" valueType="num">
                                      <p:cBhvr>
                                        <p:cTn id="24" dur="1000" fill="hold"/>
                                        <p:tgtEl>
                                          <p:spTgt spid="10533"/>
                                        </p:tgtEl>
                                        <p:attrNameLst>
                                          <p:attrName>ppt_h</p:attrName>
                                        </p:attrNameLst>
                                      </p:cBhvr>
                                      <p:tavLst>
                                        <p:tav tm="0">
                                          <p:val>
                                            <p:fltVal val="0.000000"/>
                                          </p:val>
                                        </p:tav>
                                        <p:tav tm="100000">
                                          <p:val>
                                            <p:strVal val="#ppt_h"/>
                                          </p:val>
                                        </p:tav>
                                      </p:tavLst>
                                    </p:anim>
                                    <p:anim calcmode="lin" valueType="num">
                                      <p:cBhvr>
                                        <p:cTn id="25" dur="1000" fill="hold"/>
                                        <p:tgtEl>
                                          <p:spTgt spid="10533"/>
                                        </p:tgtEl>
                                        <p:attrNameLst>
                                          <p:attrName>ppt_x</p:attrName>
                                        </p:attrNameLst>
                                      </p:cBhvr>
                                      <p:tavLst>
                                        <p:tav tm="0" fmla="#ppt_x+(cos(-2*pi*(1-$))*-#ppt_x-sin(-2*pi*(1-$))*(1-#ppt_y))*(1-$)">
                                          <p:val>
                                            <p:fltVal val="0.000000"/>
                                          </p:val>
                                        </p:tav>
                                        <p:tav tm="100000">
                                          <p:val>
                                            <p:fltVal val="1.000000"/>
                                          </p:val>
                                        </p:tav>
                                      </p:tavLst>
                                    </p:anim>
                                    <p:anim calcmode="lin" valueType="num">
                                      <p:cBhvr>
                                        <p:cTn id="26" dur="1000" fill="hold"/>
                                        <p:tgtEl>
                                          <p:spTgt spid="10533"/>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blinds(horizontal)">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8" fill="hold" nodeType="clickEffect">
                                  <p:stCondLst>
                                    <p:cond delay="0"/>
                                  </p:stCondLst>
                                  <p:childTnLst>
                                    <p:set>
                                      <p:cBhvr>
                                        <p:cTn id="35" dur="1" fill="hold">
                                          <p:stCondLst>
                                            <p:cond delay="0"/>
                                          </p:stCondLst>
                                        </p:cTn>
                                        <p:tgtEl>
                                          <p:spTgt spid="10311"/>
                                        </p:tgtEl>
                                        <p:attrNameLst>
                                          <p:attrName>style.visibility</p:attrName>
                                        </p:attrNameLst>
                                      </p:cBhvr>
                                      <p:to>
                                        <p:strVal val="visible"/>
                                      </p:to>
                                    </p:set>
                                    <p:animEffect transition="in" filter="slide(fromLeft)">
                                      <p:cBhvr>
                                        <p:cTn id="36" dur="500"/>
                                        <p:tgtEl>
                                          <p:spTgt spid="10311"/>
                                        </p:tgtEl>
                                      </p:cBhvr>
                                    </p:animEffect>
                                  </p:childTnLst>
                                </p:cTn>
                              </p:par>
                            </p:childTnLst>
                          </p:cTn>
                        </p:par>
                        <p:par>
                          <p:cTn id="37" fill="hold">
                            <p:stCondLst>
                              <p:cond delay="500"/>
                            </p:stCondLst>
                            <p:childTnLst>
                              <p:par>
                                <p:cTn id="38" presetID="3" presetClass="entr" presetSubtype="10" fill="hold" nodeType="after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blinds(horizontal)">
                                      <p:cBhvr>
                                        <p:cTn id="40" dur="500"/>
                                        <p:tgtEl>
                                          <p:spTgt spid="3"/>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blinds(horizontal)">
                                      <p:cBhvr>
                                        <p:cTn id="4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p:bldP spid="10488" grpId="0"/>
      <p:bldP spid="1053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Text Box 2"/>
          <p:cNvSpPr txBox="1"/>
          <p:nvPr/>
        </p:nvSpPr>
        <p:spPr>
          <a:xfrm>
            <a:off x="468313" y="1268413"/>
            <a:ext cx="8731250" cy="519112"/>
          </a:xfrm>
          <a:prstGeom prst="rect">
            <a:avLst/>
          </a:prstGeom>
          <a:noFill/>
          <a:ln w="9525">
            <a:noFill/>
          </a:ln>
        </p:spPr>
        <p:txBody>
          <a:bodyPr wrap="none">
            <a:spAutoFit/>
          </a:bodyPr>
          <a:p>
            <a:r>
              <a:rPr lang="en-US" altLang="zh-CN" sz="2800" b="0" dirty="0">
                <a:latin typeface="楷体_GB2312" pitchFamily="49" charset="-122"/>
              </a:rPr>
              <a:t>(1)</a:t>
            </a:r>
            <a:r>
              <a:rPr lang="zh-CN" altLang="en-US" sz="2800" dirty="0">
                <a:latin typeface="楷体_GB2312" pitchFamily="49" charset="-122"/>
              </a:rPr>
              <a:t>将所有三相电源、负载都化为等值</a:t>
            </a:r>
            <a:r>
              <a:rPr lang="en-US" altLang="zh-CN" sz="2800" b="0" dirty="0">
                <a:solidFill>
                  <a:schemeClr val="bg1"/>
                </a:solidFill>
                <a:latin typeface="Times New Roman" panose="02020603050405020304" pitchFamily="18" charset="0"/>
              </a:rPr>
              <a:t>Y</a:t>
            </a:r>
            <a:r>
              <a:rPr lang="en-US" altLang="zh-CN" sz="2800" b="0" dirty="0">
                <a:solidFill>
                  <a:schemeClr val="bg1"/>
                </a:solidFill>
                <a:latin typeface="宋体" panose="02010600030101010101" pitchFamily="2" charset="-122"/>
                <a:ea typeface="宋体" panose="02010600030101010101" pitchFamily="2" charset="-122"/>
                <a:sym typeface="Symbol" panose="05050102010706020507" pitchFamily="18" charset="2"/>
              </a:rPr>
              <a:t>-</a:t>
            </a:r>
            <a:r>
              <a:rPr lang="en-US" altLang="zh-CN" sz="2800" b="0" dirty="0">
                <a:solidFill>
                  <a:schemeClr val="bg1"/>
                </a:solidFill>
                <a:latin typeface="Times New Roman" panose="02020603050405020304" pitchFamily="18" charset="0"/>
              </a:rPr>
              <a:t>Y</a:t>
            </a:r>
            <a:r>
              <a:rPr lang="zh-CN" altLang="en-US" sz="2800" dirty="0">
                <a:latin typeface="Times New Roman" panose="02020603050405020304" pitchFamily="18" charset="0"/>
              </a:rPr>
              <a:t>连</a:t>
            </a:r>
            <a:r>
              <a:rPr lang="zh-CN" altLang="en-US" sz="2800" dirty="0">
                <a:latin typeface="楷体_GB2312" pitchFamily="49" charset="-122"/>
              </a:rPr>
              <a:t>接电路。 </a:t>
            </a:r>
            <a:endParaRPr lang="zh-CN" altLang="en-US" sz="2800" dirty="0">
              <a:latin typeface="楷体_GB2312" pitchFamily="49" charset="-122"/>
            </a:endParaRPr>
          </a:p>
        </p:txBody>
      </p:sp>
      <p:sp>
        <p:nvSpPr>
          <p:cNvPr id="8195" name="Text Box 3"/>
          <p:cNvSpPr txBox="1"/>
          <p:nvPr/>
        </p:nvSpPr>
        <p:spPr>
          <a:xfrm>
            <a:off x="468313" y="1844675"/>
            <a:ext cx="8675687" cy="519113"/>
          </a:xfrm>
          <a:prstGeom prst="rect">
            <a:avLst/>
          </a:prstGeom>
          <a:noFill/>
          <a:ln w="9525">
            <a:noFill/>
          </a:ln>
        </p:spPr>
        <p:txBody>
          <a:bodyPr>
            <a:spAutoFit/>
          </a:bodyPr>
          <a:p>
            <a:r>
              <a:rPr lang="en-US" altLang="zh-CN" sz="2800" b="0" dirty="0">
                <a:latin typeface="楷体_GB2312" pitchFamily="49" charset="-122"/>
              </a:rPr>
              <a:t>(2)</a:t>
            </a:r>
            <a:r>
              <a:rPr lang="zh-CN" altLang="en-US" sz="2800" dirty="0">
                <a:latin typeface="楷体_GB2312" pitchFamily="49" charset="-122"/>
              </a:rPr>
              <a:t>连接负载和电源中性点，中性线上的阻抗可不计。</a:t>
            </a:r>
            <a:endParaRPr lang="zh-CN" altLang="en-US" sz="2800" dirty="0">
              <a:latin typeface="楷体_GB2312" pitchFamily="49" charset="-122"/>
            </a:endParaRPr>
          </a:p>
        </p:txBody>
      </p:sp>
      <p:sp>
        <p:nvSpPr>
          <p:cNvPr id="8196" name="Text Box 4"/>
          <p:cNvSpPr txBox="1"/>
          <p:nvPr/>
        </p:nvSpPr>
        <p:spPr>
          <a:xfrm>
            <a:off x="468313" y="2420938"/>
            <a:ext cx="8424862" cy="519112"/>
          </a:xfrm>
          <a:prstGeom prst="rect">
            <a:avLst/>
          </a:prstGeom>
          <a:noFill/>
          <a:ln w="9525">
            <a:noFill/>
          </a:ln>
        </p:spPr>
        <p:txBody>
          <a:bodyPr>
            <a:spAutoFit/>
          </a:bodyPr>
          <a:p>
            <a:r>
              <a:rPr lang="en-US" altLang="zh-CN" sz="2800" b="0" dirty="0">
                <a:latin typeface="楷体_GB2312" pitchFamily="49" charset="-122"/>
              </a:rPr>
              <a:t>(3)</a:t>
            </a:r>
            <a:r>
              <a:rPr lang="zh-CN" altLang="en-US" sz="2800" dirty="0">
                <a:latin typeface="楷体_GB2312" pitchFamily="49" charset="-122"/>
              </a:rPr>
              <a:t>画出单相计算电路，求出一相的电压、电流：</a:t>
            </a:r>
            <a:endParaRPr lang="zh-CN" altLang="en-US" sz="2800" dirty="0">
              <a:latin typeface="楷体_GB2312" pitchFamily="49" charset="-122"/>
            </a:endParaRPr>
          </a:p>
        </p:txBody>
      </p:sp>
      <p:sp>
        <p:nvSpPr>
          <p:cNvPr id="8197" name="Text Box 5"/>
          <p:cNvSpPr txBox="1"/>
          <p:nvPr/>
        </p:nvSpPr>
        <p:spPr>
          <a:xfrm>
            <a:off x="539750" y="4221163"/>
            <a:ext cx="7639050" cy="1117600"/>
          </a:xfrm>
          <a:prstGeom prst="rect">
            <a:avLst/>
          </a:prstGeom>
          <a:noFill/>
          <a:ln w="9525">
            <a:noFill/>
          </a:ln>
        </p:spPr>
        <p:txBody>
          <a:bodyPr>
            <a:spAutoFit/>
          </a:bodyPr>
          <a:p>
            <a:pPr marL="476250" indent="-476250" algn="just">
              <a:lnSpc>
                <a:spcPct val="120000"/>
              </a:lnSpc>
            </a:pPr>
            <a:r>
              <a:rPr lang="en-US" altLang="zh-CN" sz="2800" b="0" dirty="0">
                <a:latin typeface="楷体_GB2312" pitchFamily="49" charset="-122"/>
              </a:rPr>
              <a:t>(4)</a:t>
            </a:r>
            <a:r>
              <a:rPr lang="zh-CN" altLang="en-US" sz="2800" dirty="0">
                <a:latin typeface="楷体_GB2312" pitchFamily="49" charset="-122"/>
              </a:rPr>
              <a:t>根据</a:t>
            </a:r>
            <a:r>
              <a:rPr lang="zh-CN" altLang="en-US" sz="2800" b="0" dirty="0">
                <a:solidFill>
                  <a:schemeClr val="bg1"/>
                </a:solidFill>
                <a:latin typeface="楷体_GB2312" pitchFamily="49" charset="-122"/>
                <a:sym typeface="Symbol" panose="05050102010706020507" pitchFamily="18" charset="2"/>
              </a:rPr>
              <a:t></a:t>
            </a:r>
            <a:r>
              <a:rPr lang="zh-CN" altLang="en-US" sz="2800" dirty="0">
                <a:latin typeface="楷体_GB2312" pitchFamily="49" charset="-122"/>
                <a:sym typeface="Symbol" panose="05050102010706020507" pitchFamily="18" charset="2"/>
              </a:rPr>
              <a:t>形联结、</a:t>
            </a:r>
            <a:r>
              <a:rPr lang="en-US" altLang="zh-CN" sz="2800" b="0" dirty="0">
                <a:solidFill>
                  <a:schemeClr val="bg1"/>
                </a:solidFill>
                <a:latin typeface="Times New Roman" panose="02020603050405020304" pitchFamily="18" charset="0"/>
                <a:sym typeface="Symbol" panose="05050102010706020507" pitchFamily="18" charset="2"/>
              </a:rPr>
              <a:t>Y</a:t>
            </a:r>
            <a:r>
              <a:rPr lang="zh-CN" altLang="en-US" sz="2800" dirty="0">
                <a:latin typeface="Arial" panose="020B0604020202020204" pitchFamily="34" charset="0"/>
                <a:sym typeface="Symbol" panose="05050102010706020507" pitchFamily="18" charset="2"/>
              </a:rPr>
              <a:t>形联结</a:t>
            </a:r>
            <a:r>
              <a:rPr lang="zh-CN" altLang="zh-CN" sz="2800" dirty="0">
                <a:latin typeface="楷体_GB2312" pitchFamily="49" charset="-122"/>
                <a:sym typeface="Symbol" panose="05050102010706020507" pitchFamily="18" charset="2"/>
              </a:rPr>
              <a:t>时</a:t>
            </a:r>
            <a:r>
              <a:rPr lang="zh-CN" altLang="en-US" sz="2800" dirty="0">
                <a:latin typeface="楷体_GB2312" pitchFamily="49" charset="-122"/>
              </a:rPr>
              <a:t>线量、相量之间的关系，求出原电路的电流电压。</a:t>
            </a:r>
            <a:endParaRPr lang="zh-CN" altLang="en-US" sz="2800" dirty="0">
              <a:latin typeface="楷体_GB2312" pitchFamily="49" charset="-122"/>
            </a:endParaRPr>
          </a:p>
        </p:txBody>
      </p:sp>
      <p:sp>
        <p:nvSpPr>
          <p:cNvPr id="8198" name="Text Box 6"/>
          <p:cNvSpPr txBox="1"/>
          <p:nvPr/>
        </p:nvSpPr>
        <p:spPr>
          <a:xfrm>
            <a:off x="539750" y="5372100"/>
            <a:ext cx="7373938" cy="519113"/>
          </a:xfrm>
          <a:prstGeom prst="rect">
            <a:avLst/>
          </a:prstGeom>
          <a:noFill/>
          <a:ln w="9525">
            <a:noFill/>
          </a:ln>
        </p:spPr>
        <p:txBody>
          <a:bodyPr>
            <a:spAutoFit/>
          </a:bodyPr>
          <a:p>
            <a:r>
              <a:rPr lang="en-US" altLang="zh-CN" sz="2800" b="0" dirty="0">
                <a:latin typeface="楷体_GB2312" pitchFamily="49" charset="-122"/>
              </a:rPr>
              <a:t>(5)</a:t>
            </a:r>
            <a:r>
              <a:rPr lang="en-US" altLang="zh-CN" sz="2800" dirty="0">
                <a:latin typeface="楷体_GB2312" pitchFamily="49" charset="-122"/>
              </a:rPr>
              <a:t> </a:t>
            </a:r>
            <a:r>
              <a:rPr lang="zh-CN" altLang="en-US" sz="2800" dirty="0">
                <a:latin typeface="楷体_GB2312" pitchFamily="49" charset="-122"/>
              </a:rPr>
              <a:t>由对称性，得出其他两相的电压、电流。</a:t>
            </a:r>
            <a:endParaRPr lang="zh-CN" altLang="en-US" sz="2800" dirty="0">
              <a:latin typeface="楷体_GB2312" pitchFamily="49" charset="-122"/>
            </a:endParaRPr>
          </a:p>
        </p:txBody>
      </p:sp>
      <p:sp>
        <p:nvSpPr>
          <p:cNvPr id="8199" name="Text Box 7"/>
          <p:cNvSpPr txBox="1"/>
          <p:nvPr/>
        </p:nvSpPr>
        <p:spPr>
          <a:xfrm>
            <a:off x="1547813" y="620713"/>
            <a:ext cx="6121400" cy="519112"/>
          </a:xfrm>
          <a:prstGeom prst="rect">
            <a:avLst/>
          </a:prstGeom>
          <a:noFill/>
          <a:ln w="9525">
            <a:noFill/>
          </a:ln>
        </p:spPr>
        <p:txBody>
          <a:bodyPr>
            <a:spAutoFit/>
          </a:bodyPr>
          <a:p>
            <a:pPr>
              <a:spcBef>
                <a:spcPct val="50000"/>
              </a:spcBef>
            </a:pPr>
            <a:r>
              <a:rPr lang="en-US" altLang="zh-CN" sz="2800" dirty="0">
                <a:solidFill>
                  <a:schemeClr val="bg1"/>
                </a:solidFill>
                <a:latin typeface="楷体_GB2312" pitchFamily="49" charset="-122"/>
              </a:rPr>
              <a:t> </a:t>
            </a:r>
            <a:r>
              <a:rPr lang="zh-CN" altLang="en-US" sz="2800" dirty="0">
                <a:solidFill>
                  <a:schemeClr val="bg1"/>
                </a:solidFill>
                <a:latin typeface="楷体_GB2312" pitchFamily="49" charset="-122"/>
              </a:rPr>
              <a:t>对称三相电路的一般计算方法</a:t>
            </a:r>
            <a:r>
              <a:rPr lang="en-US" altLang="zh-CN" sz="2800" dirty="0">
                <a:solidFill>
                  <a:schemeClr val="bg1"/>
                </a:solidFill>
                <a:latin typeface="楷体_GB2312" pitchFamily="49" charset="-122"/>
              </a:rPr>
              <a:t>:</a:t>
            </a:r>
            <a:endParaRPr lang="en-US" altLang="zh-CN" sz="2800" dirty="0">
              <a:solidFill>
                <a:schemeClr val="bg1"/>
              </a:solidFill>
              <a:latin typeface="楷体_GB2312" pitchFamily="49" charset="-122"/>
            </a:endParaRPr>
          </a:p>
        </p:txBody>
      </p:sp>
      <p:sp>
        <p:nvSpPr>
          <p:cNvPr id="8200" name="Text Box 8"/>
          <p:cNvSpPr txBox="1"/>
          <p:nvPr/>
        </p:nvSpPr>
        <p:spPr>
          <a:xfrm>
            <a:off x="1116013" y="3068638"/>
            <a:ext cx="6985000" cy="519112"/>
          </a:xfrm>
          <a:prstGeom prst="rect">
            <a:avLst/>
          </a:prstGeom>
          <a:noFill/>
          <a:ln w="9525">
            <a:noFill/>
          </a:ln>
        </p:spPr>
        <p:txBody>
          <a:bodyPr>
            <a:spAutoFit/>
          </a:bodyPr>
          <a:p>
            <a:pPr>
              <a:spcBef>
                <a:spcPct val="50000"/>
              </a:spcBef>
            </a:pPr>
            <a:r>
              <a:rPr lang="zh-CN" altLang="en-US" sz="2800" dirty="0">
                <a:latin typeface="楷体_GB2312" pitchFamily="49" charset="-122"/>
              </a:rPr>
              <a:t>一相电路中的电压为</a:t>
            </a:r>
            <a:r>
              <a:rPr lang="en-US" altLang="zh-CN" sz="2800" b="0" dirty="0">
                <a:solidFill>
                  <a:schemeClr val="bg1"/>
                </a:solidFill>
                <a:latin typeface="Times New Roman" panose="02020603050405020304" pitchFamily="18" charset="0"/>
              </a:rPr>
              <a:t>Y</a:t>
            </a:r>
            <a:r>
              <a:rPr lang="zh-CN" altLang="en-US" sz="2800" dirty="0">
                <a:latin typeface="Times New Roman" panose="02020603050405020304" pitchFamily="18" charset="0"/>
              </a:rPr>
              <a:t>形</a:t>
            </a:r>
            <a:r>
              <a:rPr lang="zh-CN" altLang="en-US" sz="2800" dirty="0">
                <a:latin typeface="楷体_GB2312" pitchFamily="49" charset="-122"/>
              </a:rPr>
              <a:t>联结时的相电压。</a:t>
            </a:r>
            <a:endParaRPr lang="zh-CN" altLang="en-US" sz="2800" dirty="0">
              <a:latin typeface="楷体_GB2312" pitchFamily="49" charset="-122"/>
            </a:endParaRPr>
          </a:p>
        </p:txBody>
      </p:sp>
      <p:sp>
        <p:nvSpPr>
          <p:cNvPr id="8201" name="Text Box 9"/>
          <p:cNvSpPr txBox="1"/>
          <p:nvPr/>
        </p:nvSpPr>
        <p:spPr>
          <a:xfrm>
            <a:off x="1187450" y="3644900"/>
            <a:ext cx="5521325" cy="519113"/>
          </a:xfrm>
          <a:prstGeom prst="rect">
            <a:avLst/>
          </a:prstGeom>
          <a:noFill/>
          <a:ln w="9525">
            <a:noFill/>
          </a:ln>
        </p:spPr>
        <p:txBody>
          <a:bodyPr>
            <a:spAutoFit/>
          </a:bodyPr>
          <a:p>
            <a:pPr>
              <a:spcBef>
                <a:spcPct val="50000"/>
              </a:spcBef>
            </a:pPr>
            <a:r>
              <a:rPr lang="zh-CN" altLang="en-US" sz="2800" dirty="0">
                <a:latin typeface="楷体_GB2312" pitchFamily="49" charset="-122"/>
              </a:rPr>
              <a:t>一相电路中的电流为线电流。</a:t>
            </a:r>
            <a:endParaRPr lang="zh-CN" altLang="en-US" sz="2800" dirty="0">
              <a:latin typeface="楷体_GB2312" pitchFamily="49" charset="-122"/>
            </a:endParaRPr>
          </a:p>
        </p:txBody>
      </p:sp>
      <p:grpSp>
        <p:nvGrpSpPr>
          <p:cNvPr id="2" name="Group 25"/>
          <p:cNvGrpSpPr/>
          <p:nvPr/>
        </p:nvGrpSpPr>
        <p:grpSpPr>
          <a:xfrm>
            <a:off x="179388" y="476250"/>
            <a:ext cx="1644650" cy="850900"/>
            <a:chOff x="385" y="3022"/>
            <a:chExt cx="1036" cy="536"/>
          </a:xfrm>
        </p:grpSpPr>
        <p:pic>
          <p:nvPicPr>
            <p:cNvPr id="67604" name="Picture 26" descr="123"/>
            <p:cNvPicPr>
              <a:picLocks noChangeAspect="1"/>
            </p:cNvPicPr>
            <p:nvPr/>
          </p:nvPicPr>
          <p:blipFill>
            <a:blip r:embed="rId1"/>
            <a:stretch>
              <a:fillRect/>
            </a:stretch>
          </p:blipFill>
          <p:spPr>
            <a:xfrm>
              <a:off x="385" y="3022"/>
              <a:ext cx="590" cy="536"/>
            </a:xfrm>
            <a:prstGeom prst="rect">
              <a:avLst/>
            </a:prstGeom>
            <a:noFill/>
            <a:ln w="9525">
              <a:noFill/>
            </a:ln>
          </p:spPr>
        </p:pic>
        <p:sp>
          <p:nvSpPr>
            <p:cNvPr id="67605" name="Text Box 27"/>
            <p:cNvSpPr txBox="1"/>
            <p:nvPr/>
          </p:nvSpPr>
          <p:spPr>
            <a:xfrm>
              <a:off x="793" y="3125"/>
              <a:ext cx="628" cy="365"/>
            </a:xfrm>
            <a:prstGeom prst="rect">
              <a:avLst/>
            </a:prstGeom>
            <a:noFill/>
            <a:ln w="9525">
              <a:noFill/>
            </a:ln>
          </p:spPr>
          <p:txBody>
            <a:bodyPr wrap="none">
              <a:spAutoFit/>
            </a:bodyPr>
            <a:p>
              <a:r>
                <a:rPr lang="zh-CN" altLang="en-US" b="0" dirty="0">
                  <a:solidFill>
                    <a:srgbClr val="CC6600"/>
                  </a:solidFill>
                  <a:latin typeface="Arial" panose="020B0604020202020204" pitchFamily="34" charset="0"/>
                  <a:ea typeface="华文行楷" panose="02010800040101010101" pitchFamily="2" charset="-122"/>
                </a:rPr>
                <a:t>小结</a:t>
              </a:r>
              <a:endParaRPr lang="zh-CN" altLang="en-US" b="0" dirty="0">
                <a:solidFill>
                  <a:srgbClr val="CC6600"/>
                </a:solidFill>
                <a:latin typeface="Arial" panose="020B0604020202020204" pitchFamily="34" charset="0"/>
                <a:ea typeface="华文行楷" panose="02010800040101010101" pitchFamily="2" charset="-122"/>
              </a:endParaRPr>
            </a:p>
          </p:txBody>
        </p:sp>
      </p:grpSp>
      <p:grpSp>
        <p:nvGrpSpPr>
          <p:cNvPr id="67595" name="Group 37"/>
          <p:cNvGrpSpPr/>
          <p:nvPr/>
        </p:nvGrpSpPr>
        <p:grpSpPr>
          <a:xfrm>
            <a:off x="8316913" y="6445250"/>
            <a:ext cx="792162" cy="366713"/>
            <a:chOff x="5193" y="4020"/>
            <a:chExt cx="499" cy="231"/>
          </a:xfrm>
        </p:grpSpPr>
        <p:pic>
          <p:nvPicPr>
            <p:cNvPr id="67602" name="Picture 38" descr="78900"/>
            <p:cNvPicPr>
              <a:picLocks noChangeAspect="1"/>
            </p:cNvPicPr>
            <p:nvPr/>
          </p:nvPicPr>
          <p:blipFill>
            <a:blip r:embed="rId2"/>
            <a:stretch>
              <a:fillRect/>
            </a:stretch>
          </p:blipFill>
          <p:spPr>
            <a:xfrm>
              <a:off x="5193" y="4066"/>
              <a:ext cx="499" cy="181"/>
            </a:xfrm>
            <a:prstGeom prst="rect">
              <a:avLst/>
            </a:prstGeom>
            <a:noFill/>
            <a:ln w="9525">
              <a:noFill/>
            </a:ln>
          </p:spPr>
        </p:pic>
        <p:sp>
          <p:nvSpPr>
            <p:cNvPr id="67603" name="Text Box 39">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7596" name="Group 40"/>
          <p:cNvGrpSpPr/>
          <p:nvPr/>
        </p:nvGrpSpPr>
        <p:grpSpPr>
          <a:xfrm>
            <a:off x="7451725" y="6445250"/>
            <a:ext cx="792163" cy="366713"/>
            <a:chOff x="5193" y="4020"/>
            <a:chExt cx="499" cy="231"/>
          </a:xfrm>
        </p:grpSpPr>
        <p:pic>
          <p:nvPicPr>
            <p:cNvPr id="67600" name="Picture 41" descr="78900"/>
            <p:cNvPicPr>
              <a:picLocks noChangeAspect="1"/>
            </p:cNvPicPr>
            <p:nvPr/>
          </p:nvPicPr>
          <p:blipFill>
            <a:blip r:embed="rId2"/>
            <a:stretch>
              <a:fillRect/>
            </a:stretch>
          </p:blipFill>
          <p:spPr>
            <a:xfrm>
              <a:off x="5193" y="4066"/>
              <a:ext cx="499" cy="181"/>
            </a:xfrm>
            <a:prstGeom prst="rect">
              <a:avLst/>
            </a:prstGeom>
            <a:noFill/>
            <a:ln w="9525">
              <a:noFill/>
            </a:ln>
          </p:spPr>
        </p:pic>
        <p:sp>
          <p:nvSpPr>
            <p:cNvPr id="67601" name="Text Box 42">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7597" name="Group 43"/>
          <p:cNvGrpSpPr/>
          <p:nvPr/>
        </p:nvGrpSpPr>
        <p:grpSpPr>
          <a:xfrm>
            <a:off x="6588125" y="6446838"/>
            <a:ext cx="792163" cy="366712"/>
            <a:chOff x="4695" y="4061"/>
            <a:chExt cx="499" cy="231"/>
          </a:xfrm>
        </p:grpSpPr>
        <p:pic>
          <p:nvPicPr>
            <p:cNvPr id="67598" name="Picture 44" descr="78900"/>
            <p:cNvPicPr>
              <a:picLocks noChangeAspect="1"/>
            </p:cNvPicPr>
            <p:nvPr/>
          </p:nvPicPr>
          <p:blipFill>
            <a:blip r:embed="rId2"/>
            <a:stretch>
              <a:fillRect/>
            </a:stretch>
          </p:blipFill>
          <p:spPr>
            <a:xfrm>
              <a:off x="4695" y="4107"/>
              <a:ext cx="499" cy="181"/>
            </a:xfrm>
            <a:prstGeom prst="rect">
              <a:avLst/>
            </a:prstGeom>
            <a:noFill/>
            <a:ln w="9525">
              <a:noFill/>
            </a:ln>
          </p:spPr>
        </p:pic>
        <p:sp>
          <p:nvSpPr>
            <p:cNvPr id="67599" name="Text Box 45">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8199"/>
                                        </p:tgtEl>
                                        <p:attrNameLst>
                                          <p:attrName>style.visibility</p:attrName>
                                        </p:attrNameLst>
                                      </p:cBhvr>
                                      <p:to>
                                        <p:strVal val="visible"/>
                                      </p:to>
                                    </p:set>
                                    <p:anim calcmode="lin" valueType="num">
                                      <p:cBhvr additive="base">
                                        <p:cTn id="11" dur="500" fill="hold"/>
                                        <p:tgtEl>
                                          <p:spTgt spid="8199"/>
                                        </p:tgtEl>
                                        <p:attrNameLst>
                                          <p:attrName>ppt_x</p:attrName>
                                        </p:attrNameLst>
                                      </p:cBhvr>
                                      <p:tavLst>
                                        <p:tav tm="0">
                                          <p:val>
                                            <p:strVal val="0-#ppt_w/2"/>
                                          </p:val>
                                        </p:tav>
                                        <p:tav tm="100000">
                                          <p:val>
                                            <p:strVal val="#ppt_x"/>
                                          </p:val>
                                        </p:tav>
                                      </p:tavLst>
                                    </p:anim>
                                    <p:anim calcmode="lin" valueType="num">
                                      <p:cBhvr additive="base">
                                        <p:cTn id="12" dur="500" fill="hold"/>
                                        <p:tgtEl>
                                          <p:spTgt spid="8199"/>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94"/>
                                        </p:tgtEl>
                                        <p:attrNameLst>
                                          <p:attrName>style.visibility</p:attrName>
                                        </p:attrNameLst>
                                      </p:cBhvr>
                                      <p:to>
                                        <p:strVal val="visible"/>
                                      </p:to>
                                    </p:set>
                                    <p:animEffect transition="in" filter="wipe(left)">
                                      <p:cBhvr>
                                        <p:cTn id="17" dur="2000"/>
                                        <p:tgtEl>
                                          <p:spTgt spid="819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195"/>
                                        </p:tgtEl>
                                        <p:attrNameLst>
                                          <p:attrName>style.visibility</p:attrName>
                                        </p:attrNameLst>
                                      </p:cBhvr>
                                      <p:to>
                                        <p:strVal val="visible"/>
                                      </p:to>
                                    </p:set>
                                    <p:animEffect transition="in" filter="wipe(left)">
                                      <p:cBhvr>
                                        <p:cTn id="22" dur="2000"/>
                                        <p:tgtEl>
                                          <p:spTgt spid="819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196"/>
                                        </p:tgtEl>
                                        <p:attrNameLst>
                                          <p:attrName>style.visibility</p:attrName>
                                        </p:attrNameLst>
                                      </p:cBhvr>
                                      <p:to>
                                        <p:strVal val="visible"/>
                                      </p:to>
                                    </p:set>
                                    <p:animEffect transition="in" filter="wipe(left)">
                                      <p:cBhvr>
                                        <p:cTn id="27" dur="2000"/>
                                        <p:tgtEl>
                                          <p:spTgt spid="819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200"/>
                                        </p:tgtEl>
                                        <p:attrNameLst>
                                          <p:attrName>style.visibility</p:attrName>
                                        </p:attrNameLst>
                                      </p:cBhvr>
                                      <p:to>
                                        <p:strVal val="visible"/>
                                      </p:to>
                                    </p:set>
                                    <p:animEffect transition="in" filter="wipe(left)">
                                      <p:cBhvr>
                                        <p:cTn id="32" dur="2000"/>
                                        <p:tgtEl>
                                          <p:spTgt spid="820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201"/>
                                        </p:tgtEl>
                                        <p:attrNameLst>
                                          <p:attrName>style.visibility</p:attrName>
                                        </p:attrNameLst>
                                      </p:cBhvr>
                                      <p:to>
                                        <p:strVal val="visible"/>
                                      </p:to>
                                    </p:set>
                                    <p:animEffect transition="in" filter="wipe(left)">
                                      <p:cBhvr>
                                        <p:cTn id="37" dur="2000"/>
                                        <p:tgtEl>
                                          <p:spTgt spid="820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197"/>
                                        </p:tgtEl>
                                        <p:attrNameLst>
                                          <p:attrName>style.visibility</p:attrName>
                                        </p:attrNameLst>
                                      </p:cBhvr>
                                      <p:to>
                                        <p:strVal val="visible"/>
                                      </p:to>
                                    </p:set>
                                    <p:animEffect transition="in" filter="wipe(left)">
                                      <p:cBhvr>
                                        <p:cTn id="42" dur="2000"/>
                                        <p:tgtEl>
                                          <p:spTgt spid="819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8198"/>
                                        </p:tgtEl>
                                        <p:attrNameLst>
                                          <p:attrName>style.visibility</p:attrName>
                                        </p:attrNameLst>
                                      </p:cBhvr>
                                      <p:to>
                                        <p:strVal val="visible"/>
                                      </p:to>
                                    </p:set>
                                    <p:animEffect transition="in" filter="wipe(left)">
                                      <p:cBhvr>
                                        <p:cTn id="47" dur="2000"/>
                                        <p:tgtEl>
                                          <p:spTgt spid="8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p:bldP spid="8195" grpId="0"/>
      <p:bldP spid="8196" grpId="0"/>
      <p:bldP spid="8197" grpId="0"/>
      <p:bldP spid="8198" grpId="0"/>
      <p:bldP spid="8199" grpId="0"/>
      <p:bldP spid="8200" grpId="0"/>
      <p:bldP spid="820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ext Box 2"/>
          <p:cNvSpPr txBox="1"/>
          <p:nvPr/>
        </p:nvSpPr>
        <p:spPr>
          <a:xfrm>
            <a:off x="179388" y="404813"/>
            <a:ext cx="1439862" cy="579437"/>
          </a:xfrm>
          <a:prstGeom prst="rect">
            <a:avLst/>
          </a:prstGeom>
          <a:noFill/>
          <a:ln w="9525">
            <a:noFill/>
          </a:ln>
        </p:spPr>
        <p:txBody>
          <a:bodyPr>
            <a:spAutoFit/>
          </a:bodyPr>
          <a:p>
            <a:pPr>
              <a:spcBef>
                <a:spcPct val="50000"/>
              </a:spcBef>
            </a:pPr>
            <a:r>
              <a:rPr lang="zh-CN" altLang="en-US" dirty="0">
                <a:solidFill>
                  <a:schemeClr val="bg1"/>
                </a:solidFill>
                <a:latin typeface="Times New Roman" panose="02020603050405020304" pitchFamily="18" charset="0"/>
                <a:ea typeface="宋体" panose="02010600030101010101" pitchFamily="2" charset="-122"/>
              </a:rPr>
              <a:t>例</a:t>
            </a:r>
            <a:r>
              <a:rPr lang="en-US" altLang="zh-CN" b="0" dirty="0">
                <a:solidFill>
                  <a:schemeClr val="bg1"/>
                </a:solidFill>
                <a:latin typeface="Times New Roman" panose="02020603050405020304" pitchFamily="18" charset="0"/>
                <a:ea typeface="宋体" panose="02010600030101010101" pitchFamily="2" charset="-122"/>
              </a:rPr>
              <a:t>3-2</a:t>
            </a:r>
            <a:r>
              <a:rPr lang="en-US" altLang="zh-CN" dirty="0">
                <a:solidFill>
                  <a:schemeClr val="bg1"/>
                </a:solidFill>
                <a:latin typeface="Times New Roman" panose="02020603050405020304" pitchFamily="18" charset="0"/>
                <a:ea typeface="宋体" panose="02010600030101010101" pitchFamily="2" charset="-122"/>
              </a:rPr>
              <a:t> </a:t>
            </a:r>
            <a:endParaRPr lang="en-US" altLang="zh-CN" dirty="0">
              <a:solidFill>
                <a:schemeClr val="bg1"/>
              </a:solidFill>
              <a:latin typeface="Times New Roman" panose="02020603050405020304" pitchFamily="18" charset="0"/>
              <a:ea typeface="宋体" panose="02010600030101010101" pitchFamily="2" charset="-122"/>
            </a:endParaRPr>
          </a:p>
        </p:txBody>
      </p:sp>
      <p:grpSp>
        <p:nvGrpSpPr>
          <p:cNvPr id="2" name="Group 125"/>
          <p:cNvGrpSpPr/>
          <p:nvPr/>
        </p:nvGrpSpPr>
        <p:grpSpPr>
          <a:xfrm>
            <a:off x="1323975" y="333375"/>
            <a:ext cx="7705725" cy="1117600"/>
            <a:chOff x="793" y="164"/>
            <a:chExt cx="4673" cy="704"/>
          </a:xfrm>
        </p:grpSpPr>
        <p:sp>
          <p:nvSpPr>
            <p:cNvPr id="29772" name="Text Box 34"/>
            <p:cNvSpPr txBox="1"/>
            <p:nvPr/>
          </p:nvSpPr>
          <p:spPr>
            <a:xfrm>
              <a:off x="793" y="164"/>
              <a:ext cx="4672" cy="704"/>
            </a:xfrm>
            <a:prstGeom prst="rect">
              <a:avLst/>
            </a:prstGeom>
            <a:noFill/>
            <a:ln w="9525">
              <a:noFill/>
            </a:ln>
          </p:spPr>
          <p:txBody>
            <a:bodyPr>
              <a:spAutoFit/>
            </a:bodyPr>
            <a:p>
              <a:pPr marL="666750" indent="-666750" algn="just">
                <a:lnSpc>
                  <a:spcPct val="120000"/>
                </a:lnSpc>
              </a:pPr>
              <a:r>
                <a:rPr lang="zh-CN" altLang="en-US" sz="2800" dirty="0">
                  <a:latin typeface="Times New Roman" panose="02020603050405020304" pitchFamily="18" charset="0"/>
                </a:rPr>
                <a:t>对称三相电源线电压为</a:t>
              </a:r>
              <a:r>
                <a:rPr lang="en-US" altLang="zh-CN" sz="2800" b="0" dirty="0">
                  <a:solidFill>
                    <a:schemeClr val="bg1"/>
                  </a:solidFill>
                  <a:latin typeface="Times New Roman" panose="02020603050405020304" pitchFamily="18" charset="0"/>
                  <a:ea typeface="宋体" panose="02010600030101010101" pitchFamily="2" charset="-122"/>
                </a:rPr>
                <a:t>380V</a:t>
              </a:r>
              <a:r>
                <a:rPr lang="zh-CN" altLang="en-US" sz="2800" b="0" dirty="0">
                  <a:latin typeface="Times New Roman" panose="02020603050405020304" pitchFamily="18" charset="0"/>
                  <a:ea typeface="宋体" panose="02010600030101010101" pitchFamily="2" charset="-122"/>
                </a:rPr>
                <a:t>，</a:t>
              </a: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dirty="0">
                  <a:solidFill>
                    <a:schemeClr val="bg1"/>
                  </a:solidFill>
                  <a:latin typeface="Times New Roman" panose="02020603050405020304" pitchFamily="18" charset="0"/>
                  <a:ea typeface="宋体" panose="02010600030101010101" pitchFamily="2" charset="-122"/>
                </a:rPr>
                <a:t>=(6.4+j4.8)</a:t>
              </a:r>
              <a:r>
                <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zh-CN" altLang="en-US"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endParaRPr lang="zh-CN" altLang="en-US"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a:p>
              <a:pPr marL="666750" indent="-666750" algn="just">
                <a:lnSpc>
                  <a:spcPct val="120000"/>
                </a:lnSpc>
              </a:pP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L</a:t>
              </a:r>
              <a:r>
                <a:rPr lang="en-US" altLang="zh-CN" sz="2800" b="0" i="1" baseline="-25000" dirty="0">
                  <a:solidFill>
                    <a:schemeClr val="bg1"/>
                  </a:solidFill>
                  <a:latin typeface="Times New Roman" panose="02020603050405020304" pitchFamily="18" charset="0"/>
                  <a:ea typeface="宋体" panose="02010600030101010101" pitchFamily="2" charset="-122"/>
                </a:rPr>
                <a:t> </a:t>
              </a:r>
              <a:r>
                <a:rPr lang="en-US" altLang="zh-CN" sz="2800" b="0" dirty="0">
                  <a:solidFill>
                    <a:schemeClr val="bg1"/>
                  </a:solidFill>
                  <a:latin typeface="Times New Roman" panose="02020603050405020304" pitchFamily="18" charset="0"/>
                  <a:ea typeface="宋体" panose="02010600030101010101" pitchFamily="2" charset="-122"/>
                </a:rPr>
                <a:t>=(6.4+j4.8)</a:t>
              </a:r>
              <a:r>
                <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zh-CN" altLang="en-US"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zh-CN" altLang="en-US"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29773" name="Text Box 35"/>
            <p:cNvSpPr txBox="1"/>
            <p:nvPr/>
          </p:nvSpPr>
          <p:spPr>
            <a:xfrm>
              <a:off x="2200" y="527"/>
              <a:ext cx="3266" cy="327"/>
            </a:xfrm>
            <a:prstGeom prst="rect">
              <a:avLst/>
            </a:prstGeom>
            <a:noFill/>
            <a:ln w="9525">
              <a:noFill/>
            </a:ln>
          </p:spPr>
          <p:txBody>
            <a:bodyPr>
              <a:spAutoFit/>
            </a:bodyPr>
            <a:p>
              <a:pPr>
                <a:spcBef>
                  <a:spcPct val="50000"/>
                </a:spcBef>
              </a:pPr>
              <a:r>
                <a:rPr lang="zh-CN" altLang="en-US" sz="2800" dirty="0">
                  <a:latin typeface="楷体_GB2312" pitchFamily="49" charset="-122"/>
                </a:rPr>
                <a:t>求负载 </a:t>
              </a:r>
              <a:r>
                <a:rPr lang="en-US" altLang="zh-CN" sz="2800" b="0" i="1" dirty="0">
                  <a:solidFill>
                    <a:schemeClr val="bg1"/>
                  </a:solidFill>
                  <a:latin typeface="Times New Roman" panose="02020603050405020304" pitchFamily="18" charset="0"/>
                </a:rPr>
                <a:t>Z</a:t>
              </a:r>
              <a:r>
                <a:rPr lang="en-US" altLang="zh-CN" sz="2800" b="0" i="1" dirty="0">
                  <a:latin typeface="楷体_GB2312" pitchFamily="49" charset="-122"/>
                </a:rPr>
                <a:t> </a:t>
              </a:r>
              <a:r>
                <a:rPr lang="zh-CN" altLang="en-US" sz="2800" dirty="0">
                  <a:latin typeface="楷体_GB2312" pitchFamily="49" charset="-122"/>
                </a:rPr>
                <a:t>的相、线电压和电流。</a:t>
              </a:r>
              <a:endParaRPr lang="zh-CN" altLang="en-US" sz="2800" dirty="0">
                <a:latin typeface="楷体_GB2312" pitchFamily="49" charset="-122"/>
              </a:endParaRPr>
            </a:p>
          </p:txBody>
        </p:sp>
      </p:grpSp>
      <p:sp>
        <p:nvSpPr>
          <p:cNvPr id="7204" name="Text Box 36"/>
          <p:cNvSpPr txBox="1"/>
          <p:nvPr/>
        </p:nvSpPr>
        <p:spPr>
          <a:xfrm>
            <a:off x="611188" y="5157788"/>
            <a:ext cx="647700" cy="519112"/>
          </a:xfrm>
          <a:prstGeom prst="rect">
            <a:avLst/>
          </a:prstGeom>
          <a:solidFill>
            <a:srgbClr val="990033"/>
          </a:solidFill>
          <a:ln w="9525">
            <a:noFill/>
          </a:ln>
        </p:spPr>
        <p:txBody>
          <a:bodyPr>
            <a:spAutoFit/>
          </a:bodyPr>
          <a:p>
            <a:pPr algn="just">
              <a:spcBef>
                <a:spcPct val="50000"/>
              </a:spcBef>
            </a:pPr>
            <a:r>
              <a:rPr lang="zh-CN" altLang="en-US" sz="2800" dirty="0">
                <a:solidFill>
                  <a:schemeClr val="bg1"/>
                </a:solidFill>
                <a:latin typeface="Times New Roman" panose="02020603050405020304" pitchFamily="18" charset="0"/>
                <a:ea typeface="宋体" panose="02010600030101010101" pitchFamily="2" charset="-122"/>
              </a:rPr>
              <a:t>解</a:t>
            </a:r>
            <a:endParaRPr lang="zh-CN" altLang="en-US" sz="2800" dirty="0">
              <a:solidFill>
                <a:schemeClr val="bg1"/>
              </a:solidFill>
              <a:latin typeface="Times New Roman" panose="02020603050405020304" pitchFamily="18" charset="0"/>
              <a:ea typeface="宋体" panose="02010600030101010101" pitchFamily="2" charset="-122"/>
            </a:endParaRPr>
          </a:p>
        </p:txBody>
      </p:sp>
      <p:sp>
        <p:nvSpPr>
          <p:cNvPr id="7253" name="AutoShape 85"/>
          <p:cNvSpPr/>
          <p:nvPr/>
        </p:nvSpPr>
        <p:spPr>
          <a:xfrm>
            <a:off x="4284663" y="5373688"/>
            <a:ext cx="792162" cy="144462"/>
          </a:xfrm>
          <a:prstGeom prst="rightArrow">
            <a:avLst>
              <a:gd name="adj1" fmla="val 50000"/>
              <a:gd name="adj2" fmla="val 137088"/>
            </a:avLst>
          </a:prstGeom>
          <a:solidFill>
            <a:srgbClr val="3399FF"/>
          </a:solidFill>
          <a:ln w="9525" cap="flat" cmpd="sng">
            <a:solidFill>
              <a:srgbClr val="3399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278" name="Text Box 110"/>
          <p:cNvSpPr txBox="1"/>
          <p:nvPr/>
        </p:nvSpPr>
        <p:spPr>
          <a:xfrm>
            <a:off x="1331913" y="5157788"/>
            <a:ext cx="2736850" cy="519112"/>
          </a:xfrm>
          <a:prstGeom prst="rect">
            <a:avLst/>
          </a:prstGeom>
          <a:noFill/>
          <a:ln w="9525">
            <a:noFill/>
          </a:ln>
        </p:spPr>
        <p:txBody>
          <a:bodyPr>
            <a:spAutoFit/>
          </a:bodyPr>
          <a:p>
            <a:pPr>
              <a:spcBef>
                <a:spcPct val="50000"/>
              </a:spcBef>
            </a:pPr>
            <a:r>
              <a:rPr lang="zh-CN" altLang="en-US" sz="2800" dirty="0">
                <a:latin typeface="Arial" panose="020B0604020202020204" pitchFamily="34" charset="0"/>
              </a:rPr>
              <a:t>画出一相计算图</a:t>
            </a:r>
            <a:endParaRPr lang="zh-CN" altLang="en-US" sz="2800" dirty="0">
              <a:latin typeface="Arial" panose="020B0604020202020204" pitchFamily="34" charset="0"/>
            </a:endParaRPr>
          </a:p>
        </p:txBody>
      </p:sp>
      <p:sp>
        <p:nvSpPr>
          <p:cNvPr id="29711" name="Text Box 168"/>
          <p:cNvSpPr txBox="1"/>
          <p:nvPr/>
        </p:nvSpPr>
        <p:spPr>
          <a:xfrm>
            <a:off x="8101013" y="5229225"/>
            <a:ext cx="884237" cy="519113"/>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dirty="0">
              <a:solidFill>
                <a:schemeClr val="bg1"/>
              </a:solidFill>
              <a:latin typeface="Times New Roman" panose="02020603050405020304" pitchFamily="18" charset="0"/>
              <a:ea typeface="宋体" panose="02010600030101010101" pitchFamily="2" charset="-122"/>
            </a:endParaRPr>
          </a:p>
        </p:txBody>
      </p:sp>
      <p:grpSp>
        <p:nvGrpSpPr>
          <p:cNvPr id="3" name="Group 206"/>
          <p:cNvGrpSpPr/>
          <p:nvPr/>
        </p:nvGrpSpPr>
        <p:grpSpPr>
          <a:xfrm>
            <a:off x="5321300" y="4581525"/>
            <a:ext cx="3355975" cy="1958975"/>
            <a:chOff x="3352" y="2886"/>
            <a:chExt cx="2114" cy="1234"/>
          </a:xfrm>
        </p:grpSpPr>
        <p:sp>
          <p:nvSpPr>
            <p:cNvPr id="29760" name="Oval 171"/>
            <p:cNvSpPr/>
            <p:nvPr/>
          </p:nvSpPr>
          <p:spPr>
            <a:xfrm>
              <a:off x="3470" y="3248"/>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9761" name="Rectangle 180"/>
            <p:cNvSpPr/>
            <p:nvPr/>
          </p:nvSpPr>
          <p:spPr>
            <a:xfrm>
              <a:off x="3651" y="3067"/>
              <a:ext cx="1406" cy="907"/>
            </a:xfrm>
            <a:prstGeom prst="rect">
              <a:avLst/>
            </a:prstGeom>
            <a:noFill/>
            <a:ln w="28575" cap="flat" cmpd="sng">
              <a:solidFill>
                <a:srgbClr val="FFCC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9762" name="Text Box 169"/>
            <p:cNvSpPr txBox="1"/>
            <p:nvPr/>
          </p:nvSpPr>
          <p:spPr>
            <a:xfrm>
              <a:off x="4249" y="3076"/>
              <a:ext cx="406"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L</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9763" name="Text Box 170"/>
            <p:cNvSpPr txBox="1"/>
            <p:nvPr/>
          </p:nvSpPr>
          <p:spPr>
            <a:xfrm>
              <a:off x="5058" y="2886"/>
              <a:ext cx="254"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9764" name="Text Box 172"/>
            <p:cNvSpPr txBox="1"/>
            <p:nvPr/>
          </p:nvSpPr>
          <p:spPr>
            <a:xfrm>
              <a:off x="3787" y="3022"/>
              <a:ext cx="251"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9765" name="Text Box 173"/>
            <p:cNvSpPr txBox="1"/>
            <p:nvPr/>
          </p:nvSpPr>
          <p:spPr>
            <a:xfrm>
              <a:off x="3787" y="3566"/>
              <a:ext cx="257"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graphicFrame>
          <p:nvGraphicFramePr>
            <p:cNvPr id="29704" name="Object 174"/>
            <p:cNvGraphicFramePr/>
            <p:nvPr/>
          </p:nvGraphicFramePr>
          <p:xfrm>
            <a:off x="3842" y="3248"/>
            <a:ext cx="304" cy="398"/>
          </p:xfrm>
          <a:graphic>
            <a:graphicData uri="http://schemas.openxmlformats.org/presentationml/2006/ole">
              <mc:AlternateContent xmlns:mc="http://schemas.openxmlformats.org/markup-compatibility/2006">
                <mc:Choice xmlns:v="urn:schemas-microsoft-com:vml" Requires="v">
                  <p:oleObj spid="_x0000_s3266" name="" r:id="rId1" imgW="241300" imgH="317500" progId="Equation.3">
                    <p:embed/>
                  </p:oleObj>
                </mc:Choice>
                <mc:Fallback>
                  <p:oleObj name="" r:id="rId1" imgW="241300" imgH="317500" progId="Equation.3">
                    <p:embed/>
                    <p:pic>
                      <p:nvPicPr>
                        <p:cNvPr id="0" name="图片 3265"/>
                        <p:cNvPicPr/>
                        <p:nvPr/>
                      </p:nvPicPr>
                      <p:blipFill>
                        <a:blip r:embed="rId2">
                          <a:clrChange>
                            <a:clrFrom>
                              <a:srgbClr val="000000"/>
                            </a:clrFrom>
                            <a:clrTo>
                              <a:srgbClr val="FFFFFF"/>
                            </a:clrTo>
                          </a:clrChange>
                        </a:blip>
                        <a:stretch>
                          <a:fillRect/>
                        </a:stretch>
                      </p:blipFill>
                      <p:spPr>
                        <a:xfrm>
                          <a:off x="3842" y="3248"/>
                          <a:ext cx="304" cy="398"/>
                        </a:xfrm>
                        <a:prstGeom prst="rect">
                          <a:avLst/>
                        </a:prstGeom>
                        <a:noFill/>
                        <a:ln w="38100">
                          <a:noFill/>
                          <a:miter/>
                        </a:ln>
                      </p:spPr>
                    </p:pic>
                  </p:oleObj>
                </mc:Fallback>
              </mc:AlternateContent>
            </a:graphicData>
          </a:graphic>
        </p:graphicFrame>
        <p:sp>
          <p:nvSpPr>
            <p:cNvPr id="29766" name="Line 175"/>
            <p:cNvSpPr/>
            <p:nvPr/>
          </p:nvSpPr>
          <p:spPr>
            <a:xfrm>
              <a:off x="4604" y="3067"/>
              <a:ext cx="348" cy="0"/>
            </a:xfrm>
            <a:prstGeom prst="line">
              <a:avLst/>
            </a:prstGeom>
            <a:ln w="28575" cap="flat" cmpd="sng">
              <a:solidFill>
                <a:srgbClr val="00FFFF"/>
              </a:solidFill>
              <a:prstDash val="solid"/>
              <a:headEnd type="none" w="med" len="med"/>
              <a:tailEnd type="triangle" w="med" len="med"/>
            </a:ln>
          </p:spPr>
        </p:sp>
        <p:graphicFrame>
          <p:nvGraphicFramePr>
            <p:cNvPr id="29705" name="Object 176"/>
            <p:cNvGraphicFramePr/>
            <p:nvPr/>
          </p:nvGraphicFramePr>
          <p:xfrm>
            <a:off x="4649" y="2986"/>
            <a:ext cx="254" cy="368"/>
          </p:xfrm>
          <a:graphic>
            <a:graphicData uri="http://schemas.openxmlformats.org/presentationml/2006/ole">
              <mc:AlternateContent xmlns:mc="http://schemas.openxmlformats.org/markup-compatibility/2006">
                <mc:Choice xmlns:v="urn:schemas-microsoft-com:vml" Requires="v">
                  <p:oleObj spid="_x0000_s3265" name="" r:id="rId3" imgW="203200" imgH="292100" progId="Equation.3">
                    <p:embed/>
                  </p:oleObj>
                </mc:Choice>
                <mc:Fallback>
                  <p:oleObj name="" r:id="rId3" imgW="203200" imgH="292100" progId="Equation.3">
                    <p:embed/>
                    <p:pic>
                      <p:nvPicPr>
                        <p:cNvPr id="0" name="图片 3264"/>
                        <p:cNvPicPr/>
                        <p:nvPr/>
                      </p:nvPicPr>
                      <p:blipFill>
                        <a:blip r:embed="rId4">
                          <a:clrChange>
                            <a:clrFrom>
                              <a:srgbClr val="000000"/>
                            </a:clrFrom>
                            <a:clrTo>
                              <a:srgbClr val="FFFFFF"/>
                            </a:clrTo>
                          </a:clrChange>
                        </a:blip>
                        <a:stretch>
                          <a:fillRect/>
                        </a:stretch>
                      </p:blipFill>
                      <p:spPr>
                        <a:xfrm>
                          <a:off x="4649" y="2986"/>
                          <a:ext cx="254" cy="368"/>
                        </a:xfrm>
                        <a:prstGeom prst="rect">
                          <a:avLst/>
                        </a:prstGeom>
                        <a:noFill/>
                        <a:ln w="38100">
                          <a:noFill/>
                          <a:miter/>
                        </a:ln>
                      </p:spPr>
                    </p:pic>
                  </p:oleObj>
                </mc:Fallback>
              </mc:AlternateContent>
            </a:graphicData>
          </a:graphic>
        </p:graphicFrame>
        <p:sp>
          <p:nvSpPr>
            <p:cNvPr id="29767" name="Text Box 177"/>
            <p:cNvSpPr txBox="1"/>
            <p:nvPr/>
          </p:nvSpPr>
          <p:spPr>
            <a:xfrm>
              <a:off x="3352" y="2976"/>
              <a:ext cx="251"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9768" name="Text Box 178"/>
            <p:cNvSpPr txBox="1"/>
            <p:nvPr/>
          </p:nvSpPr>
          <p:spPr>
            <a:xfrm>
              <a:off x="3370" y="3730"/>
              <a:ext cx="254"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9769" name="Text Box 179"/>
            <p:cNvSpPr txBox="1"/>
            <p:nvPr/>
          </p:nvSpPr>
          <p:spPr>
            <a:xfrm>
              <a:off x="5057" y="3793"/>
              <a:ext cx="409" cy="327"/>
            </a:xfrm>
            <a:prstGeom prst="rect">
              <a:avLst/>
            </a:prstGeom>
            <a:noFill/>
            <a:ln w="38100">
              <a:noFill/>
            </a:ln>
          </p:spPr>
          <p:txBody>
            <a:bodyPr>
              <a:spAutoFit/>
            </a:bodyPr>
            <a:p>
              <a:pPr>
                <a:spcBef>
                  <a:spcPct val="50000"/>
                </a:spcBef>
                <a:buNone/>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9770" name="Rectangle 181"/>
            <p:cNvSpPr/>
            <p:nvPr/>
          </p:nvSpPr>
          <p:spPr>
            <a:xfrm>
              <a:off x="5003" y="3294"/>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29771" name="Rectangle 182"/>
            <p:cNvSpPr/>
            <p:nvPr/>
          </p:nvSpPr>
          <p:spPr>
            <a:xfrm>
              <a:off x="4241" y="2995"/>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4" name="Group 205"/>
          <p:cNvGrpSpPr/>
          <p:nvPr/>
        </p:nvGrpSpPr>
        <p:grpSpPr>
          <a:xfrm>
            <a:off x="1423988" y="1412875"/>
            <a:ext cx="6461125" cy="3384550"/>
            <a:chOff x="897" y="890"/>
            <a:chExt cx="4070" cy="2132"/>
          </a:xfrm>
        </p:grpSpPr>
        <p:sp>
          <p:nvSpPr>
            <p:cNvPr id="29723" name="Oval 127"/>
            <p:cNvSpPr/>
            <p:nvPr/>
          </p:nvSpPr>
          <p:spPr>
            <a:xfrm>
              <a:off x="1668" y="265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9724" name="Oval 128"/>
            <p:cNvSpPr/>
            <p:nvPr/>
          </p:nvSpPr>
          <p:spPr>
            <a:xfrm>
              <a:off x="1668" y="890"/>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9725" name="Oval 129"/>
            <p:cNvSpPr/>
            <p:nvPr/>
          </p:nvSpPr>
          <p:spPr>
            <a:xfrm>
              <a:off x="1668" y="1706"/>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29726" name="Line 130"/>
            <p:cNvSpPr/>
            <p:nvPr/>
          </p:nvSpPr>
          <p:spPr>
            <a:xfrm rot="10800000">
              <a:off x="1214" y="1072"/>
              <a:ext cx="0" cy="1769"/>
            </a:xfrm>
            <a:prstGeom prst="line">
              <a:avLst/>
            </a:prstGeom>
            <a:ln w="28575" cap="flat" cmpd="sng">
              <a:solidFill>
                <a:srgbClr val="FFCC00"/>
              </a:solidFill>
              <a:prstDash val="solid"/>
              <a:headEnd type="none" w="med" len="med"/>
              <a:tailEnd type="none" w="med" len="med"/>
            </a:ln>
          </p:spPr>
        </p:sp>
        <p:sp>
          <p:nvSpPr>
            <p:cNvPr id="29727" name="Text Box 131"/>
            <p:cNvSpPr txBox="1"/>
            <p:nvPr/>
          </p:nvSpPr>
          <p:spPr>
            <a:xfrm rot="10800000">
              <a:off x="2121" y="2523"/>
              <a:ext cx="172"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9728" name="Text Box 132"/>
            <p:cNvSpPr txBox="1"/>
            <p:nvPr/>
          </p:nvSpPr>
          <p:spPr>
            <a:xfrm>
              <a:off x="1395" y="1842"/>
              <a:ext cx="227"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9729" name="Line 133"/>
            <p:cNvSpPr/>
            <p:nvPr/>
          </p:nvSpPr>
          <p:spPr>
            <a:xfrm>
              <a:off x="1214" y="1072"/>
              <a:ext cx="3312" cy="0"/>
            </a:xfrm>
            <a:prstGeom prst="line">
              <a:avLst/>
            </a:prstGeom>
            <a:ln w="28575" cap="flat" cmpd="sng">
              <a:solidFill>
                <a:srgbClr val="FFCC00"/>
              </a:solidFill>
              <a:prstDash val="solid"/>
              <a:headEnd type="none" w="med" len="med"/>
              <a:tailEnd type="none" w="med" len="med"/>
            </a:ln>
          </p:spPr>
        </p:sp>
        <p:sp>
          <p:nvSpPr>
            <p:cNvPr id="29730" name="Line 134"/>
            <p:cNvSpPr/>
            <p:nvPr/>
          </p:nvSpPr>
          <p:spPr>
            <a:xfrm flipV="1">
              <a:off x="1214" y="1888"/>
              <a:ext cx="3311" cy="0"/>
            </a:xfrm>
            <a:prstGeom prst="line">
              <a:avLst/>
            </a:prstGeom>
            <a:ln w="28575" cap="flat" cmpd="sng">
              <a:solidFill>
                <a:srgbClr val="FFCC00"/>
              </a:solidFill>
              <a:prstDash val="solid"/>
              <a:headEnd type="oval" w="med" len="med"/>
              <a:tailEnd type="oval" w="med" len="med"/>
            </a:ln>
          </p:spPr>
        </p:sp>
        <p:sp>
          <p:nvSpPr>
            <p:cNvPr id="29731" name="Line 135"/>
            <p:cNvSpPr/>
            <p:nvPr/>
          </p:nvSpPr>
          <p:spPr>
            <a:xfrm>
              <a:off x="1214" y="2841"/>
              <a:ext cx="3312" cy="0"/>
            </a:xfrm>
            <a:prstGeom prst="line">
              <a:avLst/>
            </a:prstGeom>
            <a:ln w="28575" cap="flat" cmpd="sng">
              <a:solidFill>
                <a:srgbClr val="FFCC00"/>
              </a:solidFill>
              <a:prstDash val="solid"/>
              <a:headEnd type="none" w="med" len="med"/>
              <a:tailEnd type="none" w="med" len="med"/>
            </a:ln>
          </p:spPr>
        </p:sp>
        <p:graphicFrame>
          <p:nvGraphicFramePr>
            <p:cNvPr id="29698" name="Object 136"/>
            <p:cNvGraphicFramePr/>
            <p:nvPr/>
          </p:nvGraphicFramePr>
          <p:xfrm>
            <a:off x="1723" y="1208"/>
            <a:ext cx="285" cy="381"/>
          </p:xfrm>
          <a:graphic>
            <a:graphicData uri="http://schemas.openxmlformats.org/presentationml/2006/ole">
              <mc:AlternateContent xmlns:mc="http://schemas.openxmlformats.org/markup-compatibility/2006">
                <mc:Choice xmlns:v="urn:schemas-microsoft-com:vml" Requires="v">
                  <p:oleObj spid="_x0000_s3264" name="" r:id="rId5" imgW="228600" imgH="304800" progId="Equation.3">
                    <p:embed/>
                  </p:oleObj>
                </mc:Choice>
                <mc:Fallback>
                  <p:oleObj name="" r:id="rId5" imgW="228600" imgH="304800" progId="Equation.3">
                    <p:embed/>
                    <p:pic>
                      <p:nvPicPr>
                        <p:cNvPr id="0" name="图片 3263"/>
                        <p:cNvPicPr/>
                        <p:nvPr/>
                      </p:nvPicPr>
                      <p:blipFill>
                        <a:blip r:embed="rId6">
                          <a:clrChange>
                            <a:clrFrom>
                              <a:srgbClr val="000000"/>
                            </a:clrFrom>
                            <a:clrTo>
                              <a:srgbClr val="FFFFFF"/>
                            </a:clrTo>
                          </a:clrChange>
                        </a:blip>
                        <a:stretch>
                          <a:fillRect/>
                        </a:stretch>
                      </p:blipFill>
                      <p:spPr>
                        <a:xfrm>
                          <a:off x="1723" y="1208"/>
                          <a:ext cx="285" cy="381"/>
                        </a:xfrm>
                        <a:prstGeom prst="rect">
                          <a:avLst/>
                        </a:prstGeom>
                        <a:noFill/>
                        <a:ln w="38100">
                          <a:noFill/>
                          <a:miter/>
                        </a:ln>
                      </p:spPr>
                    </p:pic>
                  </p:oleObj>
                </mc:Fallback>
              </mc:AlternateContent>
            </a:graphicData>
          </a:graphic>
        </p:graphicFrame>
        <p:graphicFrame>
          <p:nvGraphicFramePr>
            <p:cNvPr id="29699" name="Object 137"/>
            <p:cNvGraphicFramePr/>
            <p:nvPr/>
          </p:nvGraphicFramePr>
          <p:xfrm>
            <a:off x="1713" y="2025"/>
            <a:ext cx="317" cy="382"/>
          </p:xfrm>
          <a:graphic>
            <a:graphicData uri="http://schemas.openxmlformats.org/presentationml/2006/ole">
              <mc:AlternateContent xmlns:mc="http://schemas.openxmlformats.org/markup-compatibility/2006">
                <mc:Choice xmlns:v="urn:schemas-microsoft-com:vml" Requires="v">
                  <p:oleObj spid="_x0000_s3296" name="" r:id="rId7" imgW="254000" imgH="304800" progId="Equation.3">
                    <p:embed/>
                  </p:oleObj>
                </mc:Choice>
                <mc:Fallback>
                  <p:oleObj name="" r:id="rId7" imgW="254000" imgH="304800" progId="Equation.3">
                    <p:embed/>
                    <p:pic>
                      <p:nvPicPr>
                        <p:cNvPr id="0" name="图片 3295"/>
                        <p:cNvPicPr/>
                        <p:nvPr/>
                      </p:nvPicPr>
                      <p:blipFill>
                        <a:blip r:embed="rId8">
                          <a:clrChange>
                            <a:clrFrom>
                              <a:srgbClr val="000000"/>
                            </a:clrFrom>
                            <a:clrTo>
                              <a:srgbClr val="FFFFFF"/>
                            </a:clrTo>
                          </a:clrChange>
                        </a:blip>
                        <a:stretch>
                          <a:fillRect/>
                        </a:stretch>
                      </p:blipFill>
                      <p:spPr>
                        <a:xfrm>
                          <a:off x="1713" y="2025"/>
                          <a:ext cx="317" cy="382"/>
                        </a:xfrm>
                        <a:prstGeom prst="rect">
                          <a:avLst/>
                        </a:prstGeom>
                        <a:noFill/>
                        <a:ln w="38100">
                          <a:noFill/>
                          <a:miter/>
                        </a:ln>
                      </p:spPr>
                    </p:pic>
                  </p:oleObj>
                </mc:Fallback>
              </mc:AlternateContent>
            </a:graphicData>
          </a:graphic>
        </p:graphicFrame>
        <p:graphicFrame>
          <p:nvGraphicFramePr>
            <p:cNvPr id="29700" name="Object 138"/>
            <p:cNvGraphicFramePr/>
            <p:nvPr/>
          </p:nvGraphicFramePr>
          <p:xfrm>
            <a:off x="1849" y="2296"/>
            <a:ext cx="333" cy="399"/>
          </p:xfrm>
          <a:graphic>
            <a:graphicData uri="http://schemas.openxmlformats.org/presentationml/2006/ole">
              <mc:AlternateContent xmlns:mc="http://schemas.openxmlformats.org/markup-compatibility/2006">
                <mc:Choice xmlns:v="urn:schemas-microsoft-com:vml" Requires="v">
                  <p:oleObj spid="_x0000_s3292" name="" r:id="rId9" imgW="254000" imgH="304800" progId="Equation.3">
                    <p:embed/>
                  </p:oleObj>
                </mc:Choice>
                <mc:Fallback>
                  <p:oleObj name="" r:id="rId9" imgW="254000" imgH="304800" progId="Equation.3">
                    <p:embed/>
                    <p:pic>
                      <p:nvPicPr>
                        <p:cNvPr id="0" name="图片 3291"/>
                        <p:cNvPicPr/>
                        <p:nvPr/>
                      </p:nvPicPr>
                      <p:blipFill>
                        <a:blip r:embed="rId10">
                          <a:clrChange>
                            <a:clrFrom>
                              <a:srgbClr val="000000"/>
                            </a:clrFrom>
                            <a:clrTo>
                              <a:srgbClr val="FFFFFF"/>
                            </a:clrTo>
                          </a:clrChange>
                        </a:blip>
                        <a:stretch>
                          <a:fillRect/>
                        </a:stretch>
                      </p:blipFill>
                      <p:spPr>
                        <a:xfrm>
                          <a:off x="1849" y="2296"/>
                          <a:ext cx="333" cy="399"/>
                        </a:xfrm>
                        <a:prstGeom prst="rect">
                          <a:avLst/>
                        </a:prstGeom>
                        <a:noFill/>
                        <a:ln w="38100">
                          <a:noFill/>
                          <a:miter/>
                        </a:ln>
                      </p:spPr>
                    </p:pic>
                  </p:oleObj>
                </mc:Fallback>
              </mc:AlternateContent>
            </a:graphicData>
          </a:graphic>
        </p:graphicFrame>
        <p:sp>
          <p:nvSpPr>
            <p:cNvPr id="29732" name="Text Box 139"/>
            <p:cNvSpPr txBox="1"/>
            <p:nvPr/>
          </p:nvSpPr>
          <p:spPr>
            <a:xfrm>
              <a:off x="2121" y="1072"/>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9733" name="Text Box 140"/>
            <p:cNvSpPr txBox="1"/>
            <p:nvPr/>
          </p:nvSpPr>
          <p:spPr>
            <a:xfrm rot="10800000">
              <a:off x="1441" y="1072"/>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9734" name="Text Box 141"/>
            <p:cNvSpPr txBox="1"/>
            <p:nvPr/>
          </p:nvSpPr>
          <p:spPr>
            <a:xfrm>
              <a:off x="2030" y="1843"/>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9735" name="Text Box 142"/>
            <p:cNvSpPr txBox="1"/>
            <p:nvPr/>
          </p:nvSpPr>
          <p:spPr>
            <a:xfrm rot="10800000">
              <a:off x="1395" y="2568"/>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9736" name="Line 143"/>
            <p:cNvSpPr/>
            <p:nvPr/>
          </p:nvSpPr>
          <p:spPr>
            <a:xfrm>
              <a:off x="4538" y="1073"/>
              <a:ext cx="0" cy="1769"/>
            </a:xfrm>
            <a:prstGeom prst="line">
              <a:avLst/>
            </a:prstGeom>
            <a:ln w="28575" cap="flat" cmpd="sng">
              <a:solidFill>
                <a:srgbClr val="FFCC00"/>
              </a:solidFill>
              <a:prstDash val="solid"/>
              <a:headEnd type="none" w="med" len="med"/>
              <a:tailEnd type="none" w="med" len="med"/>
            </a:ln>
          </p:spPr>
        </p:sp>
        <p:sp>
          <p:nvSpPr>
            <p:cNvPr id="29737" name="Line 144"/>
            <p:cNvSpPr/>
            <p:nvPr/>
          </p:nvSpPr>
          <p:spPr>
            <a:xfrm rot="-5400000">
              <a:off x="2845" y="1696"/>
              <a:ext cx="0" cy="384"/>
            </a:xfrm>
            <a:prstGeom prst="line">
              <a:avLst/>
            </a:prstGeom>
            <a:ln w="28575" cap="flat" cmpd="sng">
              <a:solidFill>
                <a:srgbClr val="00FFFF"/>
              </a:solidFill>
              <a:prstDash val="solid"/>
              <a:headEnd type="none" w="med" len="med"/>
              <a:tailEnd type="triangle" w="med" len="med"/>
            </a:ln>
          </p:spPr>
        </p:sp>
        <p:graphicFrame>
          <p:nvGraphicFramePr>
            <p:cNvPr id="29701" name="Object 145"/>
            <p:cNvGraphicFramePr/>
            <p:nvPr/>
          </p:nvGraphicFramePr>
          <p:xfrm>
            <a:off x="2699" y="999"/>
            <a:ext cx="221" cy="381"/>
          </p:xfrm>
          <a:graphic>
            <a:graphicData uri="http://schemas.openxmlformats.org/presentationml/2006/ole">
              <mc:AlternateContent xmlns:mc="http://schemas.openxmlformats.org/markup-compatibility/2006">
                <mc:Choice xmlns:v="urn:schemas-microsoft-com:vml" Requires="v">
                  <p:oleObj spid="_x0000_s3294" name="" r:id="rId11" imgW="177800" imgH="304165" progId="Equation.3">
                    <p:embed/>
                  </p:oleObj>
                </mc:Choice>
                <mc:Fallback>
                  <p:oleObj name="" r:id="rId11" imgW="177800" imgH="304165" progId="Equation.3">
                    <p:embed/>
                    <p:pic>
                      <p:nvPicPr>
                        <p:cNvPr id="0" name="图片 3293"/>
                        <p:cNvPicPr/>
                        <p:nvPr/>
                      </p:nvPicPr>
                      <p:blipFill>
                        <a:blip r:embed="rId12">
                          <a:clrChange>
                            <a:clrFrom>
                              <a:srgbClr val="000000"/>
                            </a:clrFrom>
                            <a:clrTo>
                              <a:srgbClr val="FFFFFF"/>
                            </a:clrTo>
                          </a:clrChange>
                        </a:blip>
                        <a:stretch>
                          <a:fillRect/>
                        </a:stretch>
                      </p:blipFill>
                      <p:spPr>
                        <a:xfrm>
                          <a:off x="2699" y="999"/>
                          <a:ext cx="221" cy="381"/>
                        </a:xfrm>
                        <a:prstGeom prst="rect">
                          <a:avLst/>
                        </a:prstGeom>
                        <a:noFill/>
                        <a:ln w="38100">
                          <a:noFill/>
                          <a:miter/>
                        </a:ln>
                      </p:spPr>
                    </p:pic>
                  </p:oleObj>
                </mc:Fallback>
              </mc:AlternateContent>
            </a:graphicData>
          </a:graphic>
        </p:graphicFrame>
        <p:graphicFrame>
          <p:nvGraphicFramePr>
            <p:cNvPr id="29702" name="Object 146"/>
            <p:cNvGraphicFramePr/>
            <p:nvPr/>
          </p:nvGraphicFramePr>
          <p:xfrm>
            <a:off x="2699" y="1480"/>
            <a:ext cx="223" cy="381"/>
          </p:xfrm>
          <a:graphic>
            <a:graphicData uri="http://schemas.openxmlformats.org/presentationml/2006/ole">
              <mc:AlternateContent xmlns:mc="http://schemas.openxmlformats.org/markup-compatibility/2006">
                <mc:Choice xmlns:v="urn:schemas-microsoft-com:vml" Requires="v">
                  <p:oleObj spid="_x0000_s3293" name="" r:id="rId13" imgW="177800" imgH="304165" progId="Equation.3">
                    <p:embed/>
                  </p:oleObj>
                </mc:Choice>
                <mc:Fallback>
                  <p:oleObj name="" r:id="rId13" imgW="177800" imgH="304165" progId="Equation.3">
                    <p:embed/>
                    <p:pic>
                      <p:nvPicPr>
                        <p:cNvPr id="0" name="图片 3292"/>
                        <p:cNvPicPr/>
                        <p:nvPr/>
                      </p:nvPicPr>
                      <p:blipFill>
                        <a:blip r:embed="rId14">
                          <a:clrChange>
                            <a:clrFrom>
                              <a:srgbClr val="000000"/>
                            </a:clrFrom>
                            <a:clrTo>
                              <a:srgbClr val="FFFFFF"/>
                            </a:clrTo>
                          </a:clrChange>
                        </a:blip>
                        <a:stretch>
                          <a:fillRect/>
                        </a:stretch>
                      </p:blipFill>
                      <p:spPr>
                        <a:xfrm>
                          <a:off x="2699" y="1480"/>
                          <a:ext cx="223" cy="381"/>
                        </a:xfrm>
                        <a:prstGeom prst="rect">
                          <a:avLst/>
                        </a:prstGeom>
                        <a:noFill/>
                        <a:ln w="38100">
                          <a:noFill/>
                          <a:miter/>
                        </a:ln>
                      </p:spPr>
                    </p:pic>
                  </p:oleObj>
                </mc:Fallback>
              </mc:AlternateContent>
            </a:graphicData>
          </a:graphic>
        </p:graphicFrame>
        <p:sp>
          <p:nvSpPr>
            <p:cNvPr id="29738" name="Line 147"/>
            <p:cNvSpPr/>
            <p:nvPr/>
          </p:nvSpPr>
          <p:spPr>
            <a:xfrm rot="-5400000">
              <a:off x="2843" y="2649"/>
              <a:ext cx="0" cy="381"/>
            </a:xfrm>
            <a:prstGeom prst="line">
              <a:avLst/>
            </a:prstGeom>
            <a:ln w="28575" cap="flat" cmpd="sng">
              <a:solidFill>
                <a:srgbClr val="00FFFF"/>
              </a:solidFill>
              <a:prstDash val="solid"/>
              <a:headEnd type="none" w="med" len="med"/>
              <a:tailEnd type="triangle" w="med" len="med"/>
            </a:ln>
          </p:spPr>
        </p:sp>
        <p:graphicFrame>
          <p:nvGraphicFramePr>
            <p:cNvPr id="29703" name="Object 148"/>
            <p:cNvGraphicFramePr/>
            <p:nvPr/>
          </p:nvGraphicFramePr>
          <p:xfrm>
            <a:off x="2699" y="2432"/>
            <a:ext cx="223" cy="381"/>
          </p:xfrm>
          <a:graphic>
            <a:graphicData uri="http://schemas.openxmlformats.org/presentationml/2006/ole">
              <mc:AlternateContent xmlns:mc="http://schemas.openxmlformats.org/markup-compatibility/2006">
                <mc:Choice xmlns:v="urn:schemas-microsoft-com:vml" Requires="v">
                  <p:oleObj spid="_x0000_s3295" name="" r:id="rId15" imgW="177800" imgH="304165" progId="Equation.3">
                    <p:embed/>
                  </p:oleObj>
                </mc:Choice>
                <mc:Fallback>
                  <p:oleObj name="" r:id="rId15" imgW="177800" imgH="304165" progId="Equation.3">
                    <p:embed/>
                    <p:pic>
                      <p:nvPicPr>
                        <p:cNvPr id="0" name="图片 3294"/>
                        <p:cNvPicPr/>
                        <p:nvPr/>
                      </p:nvPicPr>
                      <p:blipFill>
                        <a:blip r:embed="rId16">
                          <a:clrChange>
                            <a:clrFrom>
                              <a:srgbClr val="000000"/>
                            </a:clrFrom>
                            <a:clrTo>
                              <a:srgbClr val="FFFFFF"/>
                            </a:clrTo>
                          </a:clrChange>
                        </a:blip>
                        <a:stretch>
                          <a:fillRect/>
                        </a:stretch>
                      </p:blipFill>
                      <p:spPr>
                        <a:xfrm>
                          <a:off x="2699" y="2432"/>
                          <a:ext cx="223" cy="381"/>
                        </a:xfrm>
                        <a:prstGeom prst="rect">
                          <a:avLst/>
                        </a:prstGeom>
                        <a:noFill/>
                        <a:ln w="38100">
                          <a:noFill/>
                          <a:miter/>
                        </a:ln>
                      </p:spPr>
                    </p:pic>
                  </p:oleObj>
                </mc:Fallback>
              </mc:AlternateContent>
            </a:graphicData>
          </a:graphic>
        </p:graphicFrame>
        <p:sp>
          <p:nvSpPr>
            <p:cNvPr id="29739" name="Line 149"/>
            <p:cNvSpPr/>
            <p:nvPr/>
          </p:nvSpPr>
          <p:spPr>
            <a:xfrm rot="-5400000">
              <a:off x="2800" y="879"/>
              <a:ext cx="0" cy="384"/>
            </a:xfrm>
            <a:prstGeom prst="line">
              <a:avLst/>
            </a:prstGeom>
            <a:ln w="28575" cap="flat" cmpd="sng">
              <a:solidFill>
                <a:srgbClr val="00FFFF"/>
              </a:solidFill>
              <a:prstDash val="solid"/>
              <a:headEnd type="none" w="med" len="med"/>
              <a:tailEnd type="triangle" w="med" len="med"/>
            </a:ln>
          </p:spPr>
        </p:sp>
        <p:sp>
          <p:nvSpPr>
            <p:cNvPr id="29740" name="Text Box 150"/>
            <p:cNvSpPr txBox="1"/>
            <p:nvPr/>
          </p:nvSpPr>
          <p:spPr>
            <a:xfrm>
              <a:off x="3899" y="1081"/>
              <a:ext cx="441"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29741" name="Text Box 151"/>
            <p:cNvSpPr txBox="1"/>
            <p:nvPr/>
          </p:nvSpPr>
          <p:spPr>
            <a:xfrm>
              <a:off x="3899" y="1525"/>
              <a:ext cx="532"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29742" name="Text Box 152"/>
            <p:cNvSpPr txBox="1"/>
            <p:nvPr/>
          </p:nvSpPr>
          <p:spPr>
            <a:xfrm>
              <a:off x="2303" y="1026"/>
              <a:ext cx="27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9743" name="Text Box 153"/>
            <p:cNvSpPr txBox="1"/>
            <p:nvPr/>
          </p:nvSpPr>
          <p:spPr>
            <a:xfrm>
              <a:off x="2348" y="2523"/>
              <a:ext cx="265"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9744" name="Text Box 154"/>
            <p:cNvSpPr txBox="1"/>
            <p:nvPr/>
          </p:nvSpPr>
          <p:spPr>
            <a:xfrm>
              <a:off x="2348" y="1844"/>
              <a:ext cx="265"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9745" name="Text Box 155"/>
            <p:cNvSpPr txBox="1"/>
            <p:nvPr/>
          </p:nvSpPr>
          <p:spPr>
            <a:xfrm>
              <a:off x="3119" y="1081"/>
              <a:ext cx="334" cy="327"/>
            </a:xfrm>
            <a:prstGeom prst="rect">
              <a:avLst/>
            </a:prstGeom>
            <a:noFill/>
            <a:ln w="38100">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L</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9746" name="Text Box 156"/>
            <p:cNvSpPr txBox="1"/>
            <p:nvPr/>
          </p:nvSpPr>
          <p:spPr>
            <a:xfrm>
              <a:off x="3118" y="1498"/>
              <a:ext cx="334" cy="327"/>
            </a:xfrm>
            <a:prstGeom prst="rect">
              <a:avLst/>
            </a:prstGeom>
            <a:noFill/>
            <a:ln w="38100">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L</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9747" name="Text Box 157"/>
            <p:cNvSpPr txBox="1"/>
            <p:nvPr/>
          </p:nvSpPr>
          <p:spPr>
            <a:xfrm>
              <a:off x="3138" y="2441"/>
              <a:ext cx="334" cy="327"/>
            </a:xfrm>
            <a:prstGeom prst="rect">
              <a:avLst/>
            </a:prstGeom>
            <a:noFill/>
            <a:ln w="38100">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L</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29748" name="Rectangle 158"/>
            <p:cNvSpPr/>
            <p:nvPr/>
          </p:nvSpPr>
          <p:spPr>
            <a:xfrm>
              <a:off x="3147" y="276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9749" name="Rectangle 159"/>
            <p:cNvSpPr/>
            <p:nvPr/>
          </p:nvSpPr>
          <p:spPr>
            <a:xfrm>
              <a:off x="3138" y="182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9750" name="Rectangle 160"/>
            <p:cNvSpPr/>
            <p:nvPr/>
          </p:nvSpPr>
          <p:spPr>
            <a:xfrm>
              <a:off x="3119" y="99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9751" name="Rectangle 161"/>
            <p:cNvSpPr/>
            <p:nvPr/>
          </p:nvSpPr>
          <p:spPr>
            <a:xfrm>
              <a:off x="3881" y="275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9752" name="Rectangle 162"/>
            <p:cNvSpPr/>
            <p:nvPr/>
          </p:nvSpPr>
          <p:spPr>
            <a:xfrm>
              <a:off x="3890" y="182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9753" name="Rectangle 163"/>
            <p:cNvSpPr/>
            <p:nvPr/>
          </p:nvSpPr>
          <p:spPr>
            <a:xfrm>
              <a:off x="3890" y="100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29754" name="Text Box 164"/>
            <p:cNvSpPr txBox="1"/>
            <p:nvPr/>
          </p:nvSpPr>
          <p:spPr>
            <a:xfrm>
              <a:off x="3899" y="2459"/>
              <a:ext cx="532"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29755" name="Text Box 165"/>
            <p:cNvSpPr txBox="1"/>
            <p:nvPr/>
          </p:nvSpPr>
          <p:spPr>
            <a:xfrm>
              <a:off x="897" y="1707"/>
              <a:ext cx="441"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29756" name="Text Box 166"/>
            <p:cNvSpPr txBox="1"/>
            <p:nvPr/>
          </p:nvSpPr>
          <p:spPr>
            <a:xfrm>
              <a:off x="4526" y="1707"/>
              <a:ext cx="441" cy="327"/>
            </a:xfrm>
            <a:prstGeom prst="rect">
              <a:avLst/>
            </a:prstGeom>
            <a:noFill/>
            <a:ln w="38100">
              <a:noFill/>
            </a:ln>
          </p:spPr>
          <p:txBody>
            <a:bodyPr>
              <a:spAutoFit/>
            </a:bodyPr>
            <a:p>
              <a:pPr>
                <a:spcBef>
                  <a:spcPct val="50000"/>
                </a:spcBef>
                <a:buNone/>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29757" name="Text Box 183"/>
            <p:cNvSpPr txBox="1"/>
            <p:nvPr/>
          </p:nvSpPr>
          <p:spPr>
            <a:xfrm>
              <a:off x="3483" y="1026"/>
              <a:ext cx="363"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仿宋_GB2312" pitchFamily="49" charset="-122"/>
                </a:rPr>
                <a:t>a</a:t>
              </a:r>
              <a:endParaRPr lang="en-US" altLang="zh-CN" sz="2800" b="0" dirty="0">
                <a:solidFill>
                  <a:schemeClr val="bg1"/>
                </a:solidFill>
                <a:latin typeface="Times New Roman" panose="02020603050405020304" pitchFamily="18" charset="0"/>
                <a:ea typeface="仿宋_GB2312" pitchFamily="49" charset="-122"/>
              </a:endParaRPr>
            </a:p>
          </p:txBody>
        </p:sp>
        <p:sp>
          <p:nvSpPr>
            <p:cNvPr id="29758" name="Text Box 184"/>
            <p:cNvSpPr txBox="1"/>
            <p:nvPr/>
          </p:nvSpPr>
          <p:spPr>
            <a:xfrm>
              <a:off x="3619" y="2569"/>
              <a:ext cx="363"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仿宋_GB2312" pitchFamily="49" charset="-122"/>
                </a:rPr>
                <a:t>c</a:t>
              </a:r>
              <a:endParaRPr lang="en-US" altLang="zh-CN" sz="2800" b="0" dirty="0">
                <a:solidFill>
                  <a:schemeClr val="bg1"/>
                </a:solidFill>
                <a:latin typeface="Times New Roman" panose="02020603050405020304" pitchFamily="18" charset="0"/>
                <a:ea typeface="仿宋_GB2312" pitchFamily="49" charset="-122"/>
              </a:endParaRPr>
            </a:p>
          </p:txBody>
        </p:sp>
        <p:sp>
          <p:nvSpPr>
            <p:cNvPr id="29759" name="Text Box 185"/>
            <p:cNvSpPr txBox="1"/>
            <p:nvPr/>
          </p:nvSpPr>
          <p:spPr>
            <a:xfrm>
              <a:off x="3528" y="1843"/>
              <a:ext cx="363"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仿宋_GB2312" pitchFamily="49" charset="-122"/>
                </a:rPr>
                <a:t>b</a:t>
              </a:r>
              <a:endParaRPr lang="en-US" altLang="zh-CN" sz="2800" b="0" dirty="0">
                <a:solidFill>
                  <a:schemeClr val="bg1"/>
                </a:solidFill>
                <a:latin typeface="Times New Roman" panose="02020603050405020304" pitchFamily="18" charset="0"/>
                <a:ea typeface="仿宋_GB2312" pitchFamily="49" charset="-122"/>
              </a:endParaRPr>
            </a:p>
          </p:txBody>
        </p:sp>
      </p:grpSp>
      <p:grpSp>
        <p:nvGrpSpPr>
          <p:cNvPr id="29714" name="Group 196"/>
          <p:cNvGrpSpPr/>
          <p:nvPr/>
        </p:nvGrpSpPr>
        <p:grpSpPr>
          <a:xfrm>
            <a:off x="8316913" y="6445250"/>
            <a:ext cx="792162" cy="366713"/>
            <a:chOff x="5193" y="4020"/>
            <a:chExt cx="499" cy="231"/>
          </a:xfrm>
        </p:grpSpPr>
        <p:pic>
          <p:nvPicPr>
            <p:cNvPr id="29721" name="Picture 197" descr="78900"/>
            <p:cNvPicPr>
              <a:picLocks noChangeAspect="1"/>
            </p:cNvPicPr>
            <p:nvPr/>
          </p:nvPicPr>
          <p:blipFill>
            <a:blip r:embed="rId17"/>
            <a:stretch>
              <a:fillRect/>
            </a:stretch>
          </p:blipFill>
          <p:spPr>
            <a:xfrm>
              <a:off x="5193" y="4066"/>
              <a:ext cx="499" cy="181"/>
            </a:xfrm>
            <a:prstGeom prst="rect">
              <a:avLst/>
            </a:prstGeom>
            <a:noFill/>
            <a:ln w="9525">
              <a:noFill/>
            </a:ln>
          </p:spPr>
        </p:pic>
        <p:sp>
          <p:nvSpPr>
            <p:cNvPr id="29722" name="Text Box 198">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9715" name="Group 199"/>
          <p:cNvGrpSpPr/>
          <p:nvPr/>
        </p:nvGrpSpPr>
        <p:grpSpPr>
          <a:xfrm>
            <a:off x="7451725" y="6445250"/>
            <a:ext cx="792163" cy="366713"/>
            <a:chOff x="5193" y="4020"/>
            <a:chExt cx="499" cy="231"/>
          </a:xfrm>
        </p:grpSpPr>
        <p:pic>
          <p:nvPicPr>
            <p:cNvPr id="29719" name="Picture 200" descr="78900"/>
            <p:cNvPicPr>
              <a:picLocks noChangeAspect="1"/>
            </p:cNvPicPr>
            <p:nvPr/>
          </p:nvPicPr>
          <p:blipFill>
            <a:blip r:embed="rId17"/>
            <a:stretch>
              <a:fillRect/>
            </a:stretch>
          </p:blipFill>
          <p:spPr>
            <a:xfrm>
              <a:off x="5193" y="4066"/>
              <a:ext cx="499" cy="181"/>
            </a:xfrm>
            <a:prstGeom prst="rect">
              <a:avLst/>
            </a:prstGeom>
            <a:noFill/>
            <a:ln w="9525">
              <a:noFill/>
            </a:ln>
          </p:spPr>
        </p:pic>
        <p:sp>
          <p:nvSpPr>
            <p:cNvPr id="29720" name="Text Box 201">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29716" name="Group 202"/>
          <p:cNvGrpSpPr/>
          <p:nvPr/>
        </p:nvGrpSpPr>
        <p:grpSpPr>
          <a:xfrm>
            <a:off x="6588125" y="6446838"/>
            <a:ext cx="792163" cy="366712"/>
            <a:chOff x="4695" y="4061"/>
            <a:chExt cx="499" cy="231"/>
          </a:xfrm>
        </p:grpSpPr>
        <p:pic>
          <p:nvPicPr>
            <p:cNvPr id="29717" name="Picture 203" descr="78900"/>
            <p:cNvPicPr>
              <a:picLocks noChangeAspect="1"/>
            </p:cNvPicPr>
            <p:nvPr/>
          </p:nvPicPr>
          <p:blipFill>
            <a:blip r:embed="rId17"/>
            <a:stretch>
              <a:fillRect/>
            </a:stretch>
          </p:blipFill>
          <p:spPr>
            <a:xfrm>
              <a:off x="4695" y="4107"/>
              <a:ext cx="499" cy="181"/>
            </a:xfrm>
            <a:prstGeom prst="rect">
              <a:avLst/>
            </a:prstGeom>
            <a:noFill/>
            <a:ln w="9525">
              <a:noFill/>
            </a:ln>
          </p:spPr>
        </p:pic>
        <p:sp>
          <p:nvSpPr>
            <p:cNvPr id="29718" name="Text Box 204">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p:cTn id="7" dur="1000" fill="hold"/>
                                        <p:tgtEl>
                                          <p:spTgt spid="7170"/>
                                        </p:tgtEl>
                                        <p:attrNameLst>
                                          <p:attrName>ppt_w</p:attrName>
                                        </p:attrNameLst>
                                      </p:cBhvr>
                                      <p:tavLst>
                                        <p:tav tm="0">
                                          <p:val>
                                            <p:fltVal val="0.000000"/>
                                          </p:val>
                                        </p:tav>
                                        <p:tav tm="100000">
                                          <p:val>
                                            <p:strVal val="#ppt_w"/>
                                          </p:val>
                                        </p:tav>
                                      </p:tavLst>
                                    </p:anim>
                                    <p:anim calcmode="lin" valueType="num">
                                      <p:cBhvr>
                                        <p:cTn id="8" dur="1000" fill="hold"/>
                                        <p:tgtEl>
                                          <p:spTgt spid="7170"/>
                                        </p:tgtEl>
                                        <p:attrNameLst>
                                          <p:attrName>ppt_h</p:attrName>
                                        </p:attrNameLst>
                                      </p:cBhvr>
                                      <p:tavLst>
                                        <p:tav tm="0">
                                          <p:val>
                                            <p:fltVal val="0.000000"/>
                                          </p:val>
                                        </p:tav>
                                        <p:tav tm="100000">
                                          <p:val>
                                            <p:strVal val="#ppt_h"/>
                                          </p:val>
                                        </p:tav>
                                      </p:tavLst>
                                    </p:anim>
                                    <p:anim calcmode="lin" valueType="num">
                                      <p:cBhvr>
                                        <p:cTn id="9" dur="1000" fill="hold"/>
                                        <p:tgtEl>
                                          <p:spTgt spid="7170"/>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7170"/>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linds(horizontal)">
                                      <p:cBhvr>
                                        <p:cTn id="14" dur="500"/>
                                        <p:tgtEl>
                                          <p:spTgt spid="4"/>
                                        </p:tgtEl>
                                      </p:cBhvr>
                                    </p:animEffect>
                                  </p:childTnLst>
                                </p:cTn>
                              </p:par>
                            </p:childTnLst>
                          </p:cTn>
                        </p:par>
                        <p:par>
                          <p:cTn id="15" fill="hold">
                            <p:stCondLst>
                              <p:cond delay="1500"/>
                            </p:stCondLst>
                            <p:childTnLst>
                              <p:par>
                                <p:cTn id="16" presetID="3" presetClass="entr" presetSubtype="10"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linds(horizontal)">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7204"/>
                                        </p:tgtEl>
                                        <p:attrNameLst>
                                          <p:attrName>style.visibility</p:attrName>
                                        </p:attrNameLst>
                                      </p:cBhvr>
                                      <p:to>
                                        <p:strVal val="visible"/>
                                      </p:to>
                                    </p:set>
                                    <p:anim calcmode="lin" valueType="num">
                                      <p:cBhvr>
                                        <p:cTn id="23" dur="1000" fill="hold"/>
                                        <p:tgtEl>
                                          <p:spTgt spid="7204"/>
                                        </p:tgtEl>
                                        <p:attrNameLst>
                                          <p:attrName>ppt_w</p:attrName>
                                        </p:attrNameLst>
                                      </p:cBhvr>
                                      <p:tavLst>
                                        <p:tav tm="0">
                                          <p:val>
                                            <p:fltVal val="0.000000"/>
                                          </p:val>
                                        </p:tav>
                                        <p:tav tm="100000">
                                          <p:val>
                                            <p:strVal val="#ppt_w"/>
                                          </p:val>
                                        </p:tav>
                                      </p:tavLst>
                                    </p:anim>
                                    <p:anim calcmode="lin" valueType="num">
                                      <p:cBhvr>
                                        <p:cTn id="24" dur="1000" fill="hold"/>
                                        <p:tgtEl>
                                          <p:spTgt spid="7204"/>
                                        </p:tgtEl>
                                        <p:attrNameLst>
                                          <p:attrName>ppt_h</p:attrName>
                                        </p:attrNameLst>
                                      </p:cBhvr>
                                      <p:tavLst>
                                        <p:tav tm="0">
                                          <p:val>
                                            <p:fltVal val="0.000000"/>
                                          </p:val>
                                        </p:tav>
                                        <p:tav tm="100000">
                                          <p:val>
                                            <p:strVal val="#ppt_h"/>
                                          </p:val>
                                        </p:tav>
                                      </p:tavLst>
                                    </p:anim>
                                    <p:anim calcmode="lin" valueType="num">
                                      <p:cBhvr>
                                        <p:cTn id="25" dur="1000" fill="hold"/>
                                        <p:tgtEl>
                                          <p:spTgt spid="7204"/>
                                        </p:tgtEl>
                                        <p:attrNameLst>
                                          <p:attrName>ppt_x</p:attrName>
                                        </p:attrNameLst>
                                      </p:cBhvr>
                                      <p:tavLst>
                                        <p:tav tm="0" fmla="#ppt_x+(cos(-2*pi*(1-$))*-#ppt_x-sin(-2*pi*(1-$))*(1-#ppt_y))*(1-$)">
                                          <p:val>
                                            <p:fltVal val="0.000000"/>
                                          </p:val>
                                        </p:tav>
                                        <p:tav tm="100000">
                                          <p:val>
                                            <p:fltVal val="1.000000"/>
                                          </p:val>
                                        </p:tav>
                                      </p:tavLst>
                                    </p:anim>
                                    <p:anim calcmode="lin" valueType="num">
                                      <p:cBhvr>
                                        <p:cTn id="26" dur="1000" fill="hold"/>
                                        <p:tgtEl>
                                          <p:spTgt spid="7204"/>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7278"/>
                                        </p:tgtEl>
                                        <p:attrNameLst>
                                          <p:attrName>style.visibility</p:attrName>
                                        </p:attrNameLst>
                                      </p:cBhvr>
                                      <p:to>
                                        <p:strVal val="visible"/>
                                      </p:to>
                                    </p:set>
                                    <p:animEffect transition="in" filter="blinds(horizontal)">
                                      <p:cBhvr>
                                        <p:cTn id="31" dur="500"/>
                                        <p:tgtEl>
                                          <p:spTgt spid="7278"/>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8" fill="hold" grpId="0" nodeType="clickEffect">
                                  <p:stCondLst>
                                    <p:cond delay="0"/>
                                  </p:stCondLst>
                                  <p:childTnLst>
                                    <p:set>
                                      <p:cBhvr>
                                        <p:cTn id="35" dur="1" fill="hold">
                                          <p:stCondLst>
                                            <p:cond delay="0"/>
                                          </p:stCondLst>
                                        </p:cTn>
                                        <p:tgtEl>
                                          <p:spTgt spid="7253"/>
                                        </p:tgtEl>
                                        <p:attrNameLst>
                                          <p:attrName>style.visibility</p:attrName>
                                        </p:attrNameLst>
                                      </p:cBhvr>
                                      <p:to>
                                        <p:strVal val="visible"/>
                                      </p:to>
                                    </p:set>
                                    <p:animEffect transition="in" filter="slide(fromLeft)">
                                      <p:cBhvr>
                                        <p:cTn id="36" dur="500"/>
                                        <p:tgtEl>
                                          <p:spTgt spid="7253"/>
                                        </p:tgtEl>
                                      </p:cBhvr>
                                    </p:animEffect>
                                  </p:childTnLst>
                                </p:cTn>
                              </p:par>
                            </p:childTnLst>
                          </p:cTn>
                        </p:par>
                        <p:par>
                          <p:cTn id="37" fill="hold">
                            <p:stCondLst>
                              <p:cond delay="500"/>
                            </p:stCondLst>
                            <p:childTnLst>
                              <p:par>
                                <p:cTn id="38" presetID="3" presetClass="entr" presetSubtype="10" fill="hold" nodeType="after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blinds(horizontal)">
                                      <p:cBhvr>
                                        <p:cTn id="4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P spid="7204" grpId="0" animBg="1"/>
      <p:bldP spid="7253" grpId="0" animBg="1"/>
      <p:bldP spid="727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0728" name="Group 77"/>
          <p:cNvGrpSpPr/>
          <p:nvPr/>
        </p:nvGrpSpPr>
        <p:grpSpPr>
          <a:xfrm>
            <a:off x="8316913" y="6445250"/>
            <a:ext cx="792162" cy="366713"/>
            <a:chOff x="5193" y="4020"/>
            <a:chExt cx="499" cy="231"/>
          </a:xfrm>
        </p:grpSpPr>
        <p:pic>
          <p:nvPicPr>
            <p:cNvPr id="30770" name="Picture 78"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30771" name="Text Box 79">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0729" name="Group 80"/>
          <p:cNvGrpSpPr/>
          <p:nvPr/>
        </p:nvGrpSpPr>
        <p:grpSpPr>
          <a:xfrm>
            <a:off x="7451725" y="6445250"/>
            <a:ext cx="792163" cy="366713"/>
            <a:chOff x="5193" y="4020"/>
            <a:chExt cx="499" cy="231"/>
          </a:xfrm>
        </p:grpSpPr>
        <p:pic>
          <p:nvPicPr>
            <p:cNvPr id="30768" name="Picture 81"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30769" name="Text Box 82">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0730" name="Group 83"/>
          <p:cNvGrpSpPr/>
          <p:nvPr/>
        </p:nvGrpSpPr>
        <p:grpSpPr>
          <a:xfrm>
            <a:off x="6588125" y="6446838"/>
            <a:ext cx="792163" cy="366712"/>
            <a:chOff x="4695" y="4061"/>
            <a:chExt cx="499" cy="231"/>
          </a:xfrm>
        </p:grpSpPr>
        <p:pic>
          <p:nvPicPr>
            <p:cNvPr id="30766" name="Picture 84" descr="78900"/>
            <p:cNvPicPr>
              <a:picLocks noChangeAspect="1"/>
            </p:cNvPicPr>
            <p:nvPr/>
          </p:nvPicPr>
          <p:blipFill>
            <a:blip r:embed="rId1"/>
            <a:stretch>
              <a:fillRect/>
            </a:stretch>
          </p:blipFill>
          <p:spPr>
            <a:xfrm>
              <a:off x="4695" y="4107"/>
              <a:ext cx="499" cy="181"/>
            </a:xfrm>
            <a:prstGeom prst="rect">
              <a:avLst/>
            </a:prstGeom>
            <a:noFill/>
            <a:ln w="9525">
              <a:noFill/>
            </a:ln>
          </p:spPr>
        </p:pic>
        <p:sp>
          <p:nvSpPr>
            <p:cNvPr id="30767" name="Text Box 85">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0731" name="Group 86"/>
          <p:cNvGrpSpPr/>
          <p:nvPr/>
        </p:nvGrpSpPr>
        <p:grpSpPr>
          <a:xfrm>
            <a:off x="5148263" y="692150"/>
            <a:ext cx="3355975" cy="1958975"/>
            <a:chOff x="3352" y="2886"/>
            <a:chExt cx="2114" cy="1234"/>
          </a:xfrm>
        </p:grpSpPr>
        <p:sp>
          <p:nvSpPr>
            <p:cNvPr id="30754" name="Oval 87"/>
            <p:cNvSpPr/>
            <p:nvPr/>
          </p:nvSpPr>
          <p:spPr>
            <a:xfrm>
              <a:off x="3470" y="3248"/>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30755" name="Rectangle 88"/>
            <p:cNvSpPr/>
            <p:nvPr/>
          </p:nvSpPr>
          <p:spPr>
            <a:xfrm>
              <a:off x="3651" y="3067"/>
              <a:ext cx="1406" cy="907"/>
            </a:xfrm>
            <a:prstGeom prst="rect">
              <a:avLst/>
            </a:prstGeom>
            <a:noFill/>
            <a:ln w="28575" cap="flat" cmpd="sng">
              <a:solidFill>
                <a:srgbClr val="FFCC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0756" name="Text Box 89"/>
            <p:cNvSpPr txBox="1"/>
            <p:nvPr/>
          </p:nvSpPr>
          <p:spPr>
            <a:xfrm>
              <a:off x="4249" y="3076"/>
              <a:ext cx="406"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L</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0757" name="Text Box 90"/>
            <p:cNvSpPr txBox="1"/>
            <p:nvPr/>
          </p:nvSpPr>
          <p:spPr>
            <a:xfrm>
              <a:off x="5058" y="2886"/>
              <a:ext cx="254"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0758" name="Text Box 91"/>
            <p:cNvSpPr txBox="1"/>
            <p:nvPr/>
          </p:nvSpPr>
          <p:spPr>
            <a:xfrm>
              <a:off x="3787" y="3022"/>
              <a:ext cx="251"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0759" name="Text Box 92"/>
            <p:cNvSpPr txBox="1"/>
            <p:nvPr/>
          </p:nvSpPr>
          <p:spPr>
            <a:xfrm>
              <a:off x="3787" y="3566"/>
              <a:ext cx="257"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graphicFrame>
          <p:nvGraphicFramePr>
            <p:cNvPr id="30726" name="Object 93"/>
            <p:cNvGraphicFramePr/>
            <p:nvPr/>
          </p:nvGraphicFramePr>
          <p:xfrm>
            <a:off x="3842" y="3248"/>
            <a:ext cx="304" cy="398"/>
          </p:xfrm>
          <a:graphic>
            <a:graphicData uri="http://schemas.openxmlformats.org/presentationml/2006/ole">
              <mc:AlternateContent xmlns:mc="http://schemas.openxmlformats.org/markup-compatibility/2006">
                <mc:Choice xmlns:v="urn:schemas-microsoft-com:vml" Requires="v">
                  <p:oleObj spid="_x0000_s3299" name="" r:id="rId2" imgW="241300" imgH="317500" progId="Equation.3">
                    <p:embed/>
                  </p:oleObj>
                </mc:Choice>
                <mc:Fallback>
                  <p:oleObj name="" r:id="rId2" imgW="241300" imgH="317500" progId="Equation.3">
                    <p:embed/>
                    <p:pic>
                      <p:nvPicPr>
                        <p:cNvPr id="0" name="图片 3298"/>
                        <p:cNvPicPr/>
                        <p:nvPr/>
                      </p:nvPicPr>
                      <p:blipFill>
                        <a:blip r:embed="rId3">
                          <a:clrChange>
                            <a:clrFrom>
                              <a:srgbClr val="000000"/>
                            </a:clrFrom>
                            <a:clrTo>
                              <a:srgbClr val="FFFFFF"/>
                            </a:clrTo>
                          </a:clrChange>
                        </a:blip>
                        <a:stretch>
                          <a:fillRect/>
                        </a:stretch>
                      </p:blipFill>
                      <p:spPr>
                        <a:xfrm>
                          <a:off x="3842" y="3248"/>
                          <a:ext cx="304" cy="398"/>
                        </a:xfrm>
                        <a:prstGeom prst="rect">
                          <a:avLst/>
                        </a:prstGeom>
                        <a:noFill/>
                        <a:ln w="38100">
                          <a:noFill/>
                          <a:miter/>
                        </a:ln>
                      </p:spPr>
                    </p:pic>
                  </p:oleObj>
                </mc:Fallback>
              </mc:AlternateContent>
            </a:graphicData>
          </a:graphic>
        </p:graphicFrame>
        <p:sp>
          <p:nvSpPr>
            <p:cNvPr id="30760" name="Line 94"/>
            <p:cNvSpPr/>
            <p:nvPr/>
          </p:nvSpPr>
          <p:spPr>
            <a:xfrm>
              <a:off x="4604" y="3067"/>
              <a:ext cx="348" cy="0"/>
            </a:xfrm>
            <a:prstGeom prst="line">
              <a:avLst/>
            </a:prstGeom>
            <a:ln w="28575" cap="flat" cmpd="sng">
              <a:solidFill>
                <a:srgbClr val="00FFFF"/>
              </a:solidFill>
              <a:prstDash val="solid"/>
              <a:headEnd type="none" w="med" len="med"/>
              <a:tailEnd type="triangle" w="med" len="med"/>
            </a:ln>
          </p:spPr>
        </p:sp>
        <p:graphicFrame>
          <p:nvGraphicFramePr>
            <p:cNvPr id="30727" name="Object 95"/>
            <p:cNvGraphicFramePr/>
            <p:nvPr/>
          </p:nvGraphicFramePr>
          <p:xfrm>
            <a:off x="4649" y="2986"/>
            <a:ext cx="254" cy="368"/>
          </p:xfrm>
          <a:graphic>
            <a:graphicData uri="http://schemas.openxmlformats.org/presentationml/2006/ole">
              <mc:AlternateContent xmlns:mc="http://schemas.openxmlformats.org/markup-compatibility/2006">
                <mc:Choice xmlns:v="urn:schemas-microsoft-com:vml" Requires="v">
                  <p:oleObj spid="_x0000_s3297" name="" r:id="rId4" imgW="203200" imgH="292100" progId="Equation.3">
                    <p:embed/>
                  </p:oleObj>
                </mc:Choice>
                <mc:Fallback>
                  <p:oleObj name="" r:id="rId4" imgW="203200" imgH="292100" progId="Equation.3">
                    <p:embed/>
                    <p:pic>
                      <p:nvPicPr>
                        <p:cNvPr id="0" name="图片 3296"/>
                        <p:cNvPicPr/>
                        <p:nvPr/>
                      </p:nvPicPr>
                      <p:blipFill>
                        <a:blip r:embed="rId5">
                          <a:clrChange>
                            <a:clrFrom>
                              <a:srgbClr val="000000"/>
                            </a:clrFrom>
                            <a:clrTo>
                              <a:srgbClr val="FFFFFF"/>
                            </a:clrTo>
                          </a:clrChange>
                        </a:blip>
                        <a:stretch>
                          <a:fillRect/>
                        </a:stretch>
                      </p:blipFill>
                      <p:spPr>
                        <a:xfrm>
                          <a:off x="4649" y="2986"/>
                          <a:ext cx="254" cy="368"/>
                        </a:xfrm>
                        <a:prstGeom prst="rect">
                          <a:avLst/>
                        </a:prstGeom>
                        <a:noFill/>
                        <a:ln w="38100">
                          <a:noFill/>
                          <a:miter/>
                        </a:ln>
                      </p:spPr>
                    </p:pic>
                  </p:oleObj>
                </mc:Fallback>
              </mc:AlternateContent>
            </a:graphicData>
          </a:graphic>
        </p:graphicFrame>
        <p:sp>
          <p:nvSpPr>
            <p:cNvPr id="30761" name="Text Box 96"/>
            <p:cNvSpPr txBox="1"/>
            <p:nvPr/>
          </p:nvSpPr>
          <p:spPr>
            <a:xfrm>
              <a:off x="3352" y="2976"/>
              <a:ext cx="251"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0762" name="Text Box 97"/>
            <p:cNvSpPr txBox="1"/>
            <p:nvPr/>
          </p:nvSpPr>
          <p:spPr>
            <a:xfrm>
              <a:off x="3370" y="3730"/>
              <a:ext cx="254"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0763" name="Text Box 98"/>
            <p:cNvSpPr txBox="1"/>
            <p:nvPr/>
          </p:nvSpPr>
          <p:spPr>
            <a:xfrm>
              <a:off x="5057" y="3793"/>
              <a:ext cx="409" cy="327"/>
            </a:xfrm>
            <a:prstGeom prst="rect">
              <a:avLst/>
            </a:prstGeom>
            <a:noFill/>
            <a:ln w="38100">
              <a:noFill/>
            </a:ln>
          </p:spPr>
          <p:txBody>
            <a:bodyPr>
              <a:spAutoFit/>
            </a:bodyPr>
            <a:p>
              <a:pPr>
                <a:spcBef>
                  <a:spcPct val="50000"/>
                </a:spcBef>
                <a:buNone/>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0764" name="Rectangle 99"/>
            <p:cNvSpPr/>
            <p:nvPr/>
          </p:nvSpPr>
          <p:spPr>
            <a:xfrm>
              <a:off x="5003" y="3294"/>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30765" name="Rectangle 100"/>
            <p:cNvSpPr/>
            <p:nvPr/>
          </p:nvSpPr>
          <p:spPr>
            <a:xfrm>
              <a:off x="4241" y="2995"/>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6" name="Group 115"/>
          <p:cNvGrpSpPr/>
          <p:nvPr/>
        </p:nvGrpSpPr>
        <p:grpSpPr>
          <a:xfrm>
            <a:off x="900113" y="1700213"/>
            <a:ext cx="4799012" cy="2022475"/>
            <a:chOff x="567" y="1071"/>
            <a:chExt cx="3023" cy="1274"/>
          </a:xfrm>
        </p:grpSpPr>
        <p:graphicFrame>
          <p:nvGraphicFramePr>
            <p:cNvPr id="30725" name="Object 14"/>
            <p:cNvGraphicFramePr/>
            <p:nvPr/>
          </p:nvGraphicFramePr>
          <p:xfrm>
            <a:off x="567" y="1071"/>
            <a:ext cx="3023" cy="1274"/>
          </p:xfrm>
          <a:graphic>
            <a:graphicData uri="http://schemas.openxmlformats.org/presentationml/2006/ole">
              <mc:AlternateContent xmlns:mc="http://schemas.openxmlformats.org/markup-compatibility/2006">
                <mc:Choice xmlns:v="urn:schemas-microsoft-com:vml" Requires="v">
                  <p:oleObj spid="_x0000_s3298" name="" r:id="rId6" imgW="2576830" imgH="1091565" progId="Equation.3">
                    <p:embed/>
                  </p:oleObj>
                </mc:Choice>
                <mc:Fallback>
                  <p:oleObj name="" r:id="rId6" imgW="2576830" imgH="1091565" progId="Equation.3">
                    <p:embed/>
                    <p:pic>
                      <p:nvPicPr>
                        <p:cNvPr id="0" name="图片 3297"/>
                        <p:cNvPicPr/>
                        <p:nvPr/>
                      </p:nvPicPr>
                      <p:blipFill>
                        <a:blip r:embed="rId7">
                          <a:clrChange>
                            <a:clrFrom>
                              <a:srgbClr val="000000"/>
                            </a:clrFrom>
                            <a:clrTo>
                              <a:srgbClr val="FFFFFF"/>
                            </a:clrTo>
                          </a:clrChange>
                        </a:blip>
                        <a:stretch>
                          <a:fillRect/>
                        </a:stretch>
                      </p:blipFill>
                      <p:spPr>
                        <a:xfrm>
                          <a:off x="567" y="1071"/>
                          <a:ext cx="3023" cy="1274"/>
                        </a:xfrm>
                        <a:prstGeom prst="rect">
                          <a:avLst/>
                        </a:prstGeom>
                        <a:noFill/>
                        <a:ln w="38100">
                          <a:noFill/>
                          <a:miter/>
                        </a:ln>
                      </p:spPr>
                    </p:pic>
                  </p:oleObj>
                </mc:Fallback>
              </mc:AlternateContent>
            </a:graphicData>
          </a:graphic>
        </p:graphicFrame>
        <p:sp>
          <p:nvSpPr>
            <p:cNvPr id="30751" name="Line 102"/>
            <p:cNvSpPr/>
            <p:nvPr/>
          </p:nvSpPr>
          <p:spPr>
            <a:xfrm>
              <a:off x="2118" y="1398"/>
              <a:ext cx="499" cy="0"/>
            </a:xfrm>
            <a:prstGeom prst="line">
              <a:avLst/>
            </a:prstGeom>
            <a:ln w="9525" cap="flat" cmpd="sng">
              <a:solidFill>
                <a:schemeClr val="bg1"/>
              </a:solidFill>
              <a:prstDash val="solid"/>
              <a:headEnd type="none" w="med" len="med"/>
              <a:tailEnd type="none" w="med" len="med"/>
            </a:ln>
          </p:spPr>
        </p:sp>
        <p:sp>
          <p:nvSpPr>
            <p:cNvPr id="30752" name="Line 103"/>
            <p:cNvSpPr/>
            <p:nvPr/>
          </p:nvSpPr>
          <p:spPr>
            <a:xfrm>
              <a:off x="1374" y="2006"/>
              <a:ext cx="454" cy="0"/>
            </a:xfrm>
            <a:prstGeom prst="line">
              <a:avLst/>
            </a:prstGeom>
            <a:ln w="9525" cap="flat" cmpd="sng">
              <a:solidFill>
                <a:schemeClr val="bg1"/>
              </a:solidFill>
              <a:prstDash val="solid"/>
              <a:headEnd type="none" w="med" len="med"/>
              <a:tailEnd type="none" w="med" len="med"/>
            </a:ln>
          </p:spPr>
        </p:sp>
        <p:sp>
          <p:nvSpPr>
            <p:cNvPr id="30753" name="Line 104"/>
            <p:cNvSpPr/>
            <p:nvPr/>
          </p:nvSpPr>
          <p:spPr>
            <a:xfrm>
              <a:off x="2690" y="2151"/>
              <a:ext cx="589" cy="0"/>
            </a:xfrm>
            <a:prstGeom prst="line">
              <a:avLst/>
            </a:prstGeom>
            <a:ln w="9525" cap="flat" cmpd="sng">
              <a:solidFill>
                <a:schemeClr val="bg1"/>
              </a:solidFill>
              <a:prstDash val="solid"/>
              <a:headEnd type="none" w="med" len="med"/>
              <a:tailEnd type="none" w="med" len="med"/>
            </a:ln>
          </p:spPr>
        </p:sp>
      </p:grpSp>
      <p:grpSp>
        <p:nvGrpSpPr>
          <p:cNvPr id="7" name="Group 114"/>
          <p:cNvGrpSpPr/>
          <p:nvPr/>
        </p:nvGrpSpPr>
        <p:grpSpPr>
          <a:xfrm>
            <a:off x="1035050" y="454025"/>
            <a:ext cx="3225800" cy="1193800"/>
            <a:chOff x="652" y="286"/>
            <a:chExt cx="2032" cy="752"/>
          </a:xfrm>
        </p:grpSpPr>
        <p:graphicFrame>
          <p:nvGraphicFramePr>
            <p:cNvPr id="30724" name="Object 51"/>
            <p:cNvGraphicFramePr/>
            <p:nvPr/>
          </p:nvGraphicFramePr>
          <p:xfrm>
            <a:off x="652" y="286"/>
            <a:ext cx="2032" cy="752"/>
          </p:xfrm>
          <a:graphic>
            <a:graphicData uri="http://schemas.openxmlformats.org/presentationml/2006/ole">
              <mc:AlternateContent xmlns:mc="http://schemas.openxmlformats.org/markup-compatibility/2006">
                <mc:Choice xmlns:v="urn:schemas-microsoft-com:vml" Requires="v">
                  <p:oleObj spid="_x0000_s3300" name="" r:id="rId8" imgW="1612900" imgH="596900" progId="Equation.3">
                    <p:embed/>
                  </p:oleObj>
                </mc:Choice>
                <mc:Fallback>
                  <p:oleObj name="" r:id="rId8" imgW="1612900" imgH="596900" progId="Equation.3">
                    <p:embed/>
                    <p:pic>
                      <p:nvPicPr>
                        <p:cNvPr id="0" name="图片 3299"/>
                        <p:cNvPicPr/>
                        <p:nvPr/>
                      </p:nvPicPr>
                      <p:blipFill>
                        <a:blip r:embed="rId9">
                          <a:clrChange>
                            <a:clrFrom>
                              <a:srgbClr val="000000"/>
                            </a:clrFrom>
                            <a:clrTo>
                              <a:srgbClr val="FFFFFF"/>
                            </a:clrTo>
                          </a:clrChange>
                        </a:blip>
                        <a:stretch>
                          <a:fillRect/>
                        </a:stretch>
                      </p:blipFill>
                      <p:spPr>
                        <a:xfrm>
                          <a:off x="652" y="286"/>
                          <a:ext cx="2032" cy="752"/>
                        </a:xfrm>
                        <a:prstGeom prst="rect">
                          <a:avLst/>
                        </a:prstGeom>
                        <a:noFill/>
                        <a:ln w="38100">
                          <a:noFill/>
                          <a:miter/>
                        </a:ln>
                      </p:spPr>
                    </p:pic>
                  </p:oleObj>
                </mc:Fallback>
              </mc:AlternateContent>
            </a:graphicData>
          </a:graphic>
        </p:graphicFrame>
        <p:sp>
          <p:nvSpPr>
            <p:cNvPr id="30749" name="Line 101"/>
            <p:cNvSpPr/>
            <p:nvPr/>
          </p:nvSpPr>
          <p:spPr>
            <a:xfrm>
              <a:off x="1964" y="645"/>
              <a:ext cx="272" cy="0"/>
            </a:xfrm>
            <a:prstGeom prst="line">
              <a:avLst/>
            </a:prstGeom>
            <a:ln w="9525" cap="flat" cmpd="sng">
              <a:solidFill>
                <a:schemeClr val="bg1"/>
              </a:solidFill>
              <a:prstDash val="solid"/>
              <a:headEnd type="none" w="med" len="med"/>
              <a:tailEnd type="none" w="med" len="med"/>
            </a:ln>
          </p:spPr>
        </p:sp>
        <p:sp>
          <p:nvSpPr>
            <p:cNvPr id="30750" name="Line 107"/>
            <p:cNvSpPr/>
            <p:nvPr/>
          </p:nvSpPr>
          <p:spPr>
            <a:xfrm>
              <a:off x="1927" y="990"/>
              <a:ext cx="545" cy="0"/>
            </a:xfrm>
            <a:prstGeom prst="line">
              <a:avLst/>
            </a:prstGeom>
            <a:ln w="9525" cap="flat" cmpd="sng">
              <a:solidFill>
                <a:schemeClr val="bg1"/>
              </a:solidFill>
              <a:prstDash val="solid"/>
              <a:headEnd type="none" w="med" len="med"/>
              <a:tailEnd type="none" w="med" len="med"/>
            </a:ln>
          </p:spPr>
        </p:sp>
      </p:grpSp>
      <p:grpSp>
        <p:nvGrpSpPr>
          <p:cNvPr id="8" name="Group 112"/>
          <p:cNvGrpSpPr/>
          <p:nvPr/>
        </p:nvGrpSpPr>
        <p:grpSpPr>
          <a:xfrm>
            <a:off x="771525" y="3644900"/>
            <a:ext cx="7904163" cy="831850"/>
            <a:chOff x="486" y="2296"/>
            <a:chExt cx="4979" cy="524"/>
          </a:xfrm>
        </p:grpSpPr>
        <p:graphicFrame>
          <p:nvGraphicFramePr>
            <p:cNvPr id="30723" name="Object 15"/>
            <p:cNvGraphicFramePr/>
            <p:nvPr/>
          </p:nvGraphicFramePr>
          <p:xfrm>
            <a:off x="486" y="2378"/>
            <a:ext cx="4979" cy="442"/>
          </p:xfrm>
          <a:graphic>
            <a:graphicData uri="http://schemas.openxmlformats.org/presentationml/2006/ole">
              <mc:AlternateContent xmlns:mc="http://schemas.openxmlformats.org/markup-compatibility/2006">
                <mc:Choice xmlns:v="urn:schemas-microsoft-com:vml" Requires="v">
                  <p:oleObj spid="_x0000_s3301" name="" r:id="rId10" imgW="3933825" imgH="317500" progId="Equation.3">
                    <p:embed/>
                  </p:oleObj>
                </mc:Choice>
                <mc:Fallback>
                  <p:oleObj name="" r:id="rId10" imgW="3933825" imgH="317500" progId="Equation.3">
                    <p:embed/>
                    <p:pic>
                      <p:nvPicPr>
                        <p:cNvPr id="0" name="图片 3300"/>
                        <p:cNvPicPr/>
                        <p:nvPr/>
                      </p:nvPicPr>
                      <p:blipFill>
                        <a:blip r:embed="rId11">
                          <a:clrChange>
                            <a:clrFrom>
                              <a:srgbClr val="000000"/>
                            </a:clrFrom>
                            <a:clrTo>
                              <a:srgbClr val="FFFFFF"/>
                            </a:clrTo>
                          </a:clrChange>
                        </a:blip>
                        <a:stretch>
                          <a:fillRect/>
                        </a:stretch>
                      </p:blipFill>
                      <p:spPr>
                        <a:xfrm>
                          <a:off x="486" y="2378"/>
                          <a:ext cx="4979" cy="442"/>
                        </a:xfrm>
                        <a:prstGeom prst="rect">
                          <a:avLst/>
                        </a:prstGeom>
                        <a:noFill/>
                        <a:ln w="38100">
                          <a:noFill/>
                          <a:miter/>
                        </a:ln>
                      </p:spPr>
                    </p:pic>
                  </p:oleObj>
                </mc:Fallback>
              </mc:AlternateContent>
            </a:graphicData>
          </a:graphic>
        </p:graphicFrame>
        <p:sp>
          <p:nvSpPr>
            <p:cNvPr id="30745" name="Line 105"/>
            <p:cNvSpPr/>
            <p:nvPr/>
          </p:nvSpPr>
          <p:spPr>
            <a:xfrm>
              <a:off x="2127" y="2786"/>
              <a:ext cx="635" cy="0"/>
            </a:xfrm>
            <a:prstGeom prst="line">
              <a:avLst/>
            </a:prstGeom>
            <a:ln w="9525" cap="flat" cmpd="sng">
              <a:solidFill>
                <a:schemeClr val="bg1"/>
              </a:solidFill>
              <a:prstDash val="solid"/>
              <a:headEnd type="none" w="med" len="med"/>
              <a:tailEnd type="none" w="med" len="med"/>
            </a:ln>
          </p:spPr>
        </p:sp>
        <p:sp>
          <p:nvSpPr>
            <p:cNvPr id="30746" name="Line 106"/>
            <p:cNvSpPr/>
            <p:nvPr/>
          </p:nvSpPr>
          <p:spPr>
            <a:xfrm>
              <a:off x="1474" y="2296"/>
              <a:ext cx="453" cy="0"/>
            </a:xfrm>
            <a:prstGeom prst="line">
              <a:avLst/>
            </a:prstGeom>
            <a:ln w="9525" cap="flat" cmpd="sng">
              <a:solidFill>
                <a:schemeClr val="bg1"/>
              </a:solidFill>
              <a:prstDash val="solid"/>
              <a:headEnd type="none" w="med" len="med"/>
              <a:tailEnd type="none" w="med" len="med"/>
            </a:ln>
          </p:spPr>
        </p:sp>
        <p:sp>
          <p:nvSpPr>
            <p:cNvPr id="30747" name="Line 108"/>
            <p:cNvSpPr/>
            <p:nvPr/>
          </p:nvSpPr>
          <p:spPr>
            <a:xfrm>
              <a:off x="3043" y="2768"/>
              <a:ext cx="499" cy="0"/>
            </a:xfrm>
            <a:prstGeom prst="line">
              <a:avLst/>
            </a:prstGeom>
            <a:ln w="9525" cap="flat" cmpd="sng">
              <a:solidFill>
                <a:schemeClr val="bg1"/>
              </a:solidFill>
              <a:prstDash val="solid"/>
              <a:headEnd type="none" w="med" len="med"/>
              <a:tailEnd type="none" w="med" len="med"/>
            </a:ln>
          </p:spPr>
        </p:sp>
        <p:sp>
          <p:nvSpPr>
            <p:cNvPr id="30748" name="Line 110"/>
            <p:cNvSpPr/>
            <p:nvPr/>
          </p:nvSpPr>
          <p:spPr>
            <a:xfrm>
              <a:off x="4486" y="2777"/>
              <a:ext cx="680" cy="0"/>
            </a:xfrm>
            <a:prstGeom prst="line">
              <a:avLst/>
            </a:prstGeom>
            <a:ln w="9525" cap="flat" cmpd="sng">
              <a:solidFill>
                <a:schemeClr val="bg1"/>
              </a:solidFill>
              <a:prstDash val="solid"/>
              <a:headEnd type="none" w="med" len="med"/>
              <a:tailEnd type="none" w="med" len="med"/>
            </a:ln>
          </p:spPr>
        </p:sp>
      </p:grpSp>
      <p:grpSp>
        <p:nvGrpSpPr>
          <p:cNvPr id="9" name="Group 126"/>
          <p:cNvGrpSpPr/>
          <p:nvPr/>
        </p:nvGrpSpPr>
        <p:grpSpPr>
          <a:xfrm>
            <a:off x="852488" y="4511675"/>
            <a:ext cx="7664450" cy="658813"/>
            <a:chOff x="537" y="2842"/>
            <a:chExt cx="4828" cy="415"/>
          </a:xfrm>
        </p:grpSpPr>
        <p:graphicFrame>
          <p:nvGraphicFramePr>
            <p:cNvPr id="30722" name="Object 16"/>
            <p:cNvGraphicFramePr/>
            <p:nvPr/>
          </p:nvGraphicFramePr>
          <p:xfrm>
            <a:off x="537" y="2842"/>
            <a:ext cx="4828" cy="415"/>
          </p:xfrm>
          <a:graphic>
            <a:graphicData uri="http://schemas.openxmlformats.org/presentationml/2006/ole">
              <mc:AlternateContent xmlns:mc="http://schemas.openxmlformats.org/markup-compatibility/2006">
                <mc:Choice xmlns:v="urn:schemas-microsoft-com:vml" Requires="v">
                  <p:oleObj spid="_x0000_s3302" name="" r:id="rId12" imgW="4098290" imgH="317500" progId="Equation.DSMT4">
                    <p:embed/>
                  </p:oleObj>
                </mc:Choice>
                <mc:Fallback>
                  <p:oleObj name="" r:id="rId12" imgW="4098290" imgH="317500" progId="Equation.DSMT4">
                    <p:embed/>
                    <p:pic>
                      <p:nvPicPr>
                        <p:cNvPr id="0" name="图片 3301"/>
                        <p:cNvPicPr/>
                        <p:nvPr/>
                      </p:nvPicPr>
                      <p:blipFill>
                        <a:blip r:embed="rId13">
                          <a:clrChange>
                            <a:clrFrom>
                              <a:srgbClr val="000000"/>
                            </a:clrFrom>
                            <a:clrTo>
                              <a:srgbClr val="FFFFFF"/>
                            </a:clrTo>
                          </a:clrChange>
                        </a:blip>
                        <a:stretch>
                          <a:fillRect/>
                        </a:stretch>
                      </p:blipFill>
                      <p:spPr>
                        <a:xfrm>
                          <a:off x="537" y="2842"/>
                          <a:ext cx="4828" cy="415"/>
                        </a:xfrm>
                        <a:prstGeom prst="rect">
                          <a:avLst/>
                        </a:prstGeom>
                        <a:noFill/>
                        <a:ln w="38100">
                          <a:noFill/>
                          <a:miter/>
                        </a:ln>
                      </p:spPr>
                    </p:pic>
                  </p:oleObj>
                </mc:Fallback>
              </mc:AlternateContent>
            </a:graphicData>
          </a:graphic>
        </p:graphicFrame>
        <p:grpSp>
          <p:nvGrpSpPr>
            <p:cNvPr id="30736" name="Group 116"/>
            <p:cNvGrpSpPr/>
            <p:nvPr/>
          </p:nvGrpSpPr>
          <p:grpSpPr>
            <a:xfrm>
              <a:off x="1746" y="2931"/>
              <a:ext cx="363" cy="273"/>
              <a:chOff x="1474" y="754"/>
              <a:chExt cx="363" cy="273"/>
            </a:xfrm>
          </p:grpSpPr>
          <p:sp>
            <p:nvSpPr>
              <p:cNvPr id="30743" name="Line 117"/>
              <p:cNvSpPr/>
              <p:nvPr/>
            </p:nvSpPr>
            <p:spPr>
              <a:xfrm flipH="1">
                <a:off x="1474" y="754"/>
                <a:ext cx="136" cy="273"/>
              </a:xfrm>
              <a:prstGeom prst="line">
                <a:avLst/>
              </a:prstGeom>
              <a:ln w="19050" cap="flat" cmpd="sng">
                <a:solidFill>
                  <a:schemeClr val="bg1"/>
                </a:solidFill>
                <a:prstDash val="solid"/>
                <a:headEnd type="none" w="med" len="med"/>
                <a:tailEnd type="none" w="med" len="med"/>
              </a:ln>
            </p:spPr>
          </p:sp>
          <p:sp>
            <p:nvSpPr>
              <p:cNvPr id="30744" name="Line 118"/>
              <p:cNvSpPr/>
              <p:nvPr/>
            </p:nvSpPr>
            <p:spPr>
              <a:xfrm flipV="1">
                <a:off x="1474" y="1026"/>
                <a:ext cx="363" cy="1"/>
              </a:xfrm>
              <a:prstGeom prst="line">
                <a:avLst/>
              </a:prstGeom>
              <a:ln w="19050" cap="flat" cmpd="sng">
                <a:solidFill>
                  <a:schemeClr val="bg1"/>
                </a:solidFill>
                <a:prstDash val="solid"/>
                <a:headEnd type="none" w="med" len="med"/>
                <a:tailEnd type="none" w="med" len="med"/>
              </a:ln>
            </p:spPr>
          </p:sp>
        </p:grpSp>
        <p:grpSp>
          <p:nvGrpSpPr>
            <p:cNvPr id="30737" name="Group 122"/>
            <p:cNvGrpSpPr/>
            <p:nvPr/>
          </p:nvGrpSpPr>
          <p:grpSpPr>
            <a:xfrm>
              <a:off x="3152" y="2931"/>
              <a:ext cx="544" cy="273"/>
              <a:chOff x="3152" y="2931"/>
              <a:chExt cx="544" cy="273"/>
            </a:xfrm>
          </p:grpSpPr>
          <p:sp>
            <p:nvSpPr>
              <p:cNvPr id="30741" name="Line 120"/>
              <p:cNvSpPr/>
              <p:nvPr/>
            </p:nvSpPr>
            <p:spPr>
              <a:xfrm flipH="1">
                <a:off x="3152" y="2931"/>
                <a:ext cx="136" cy="273"/>
              </a:xfrm>
              <a:prstGeom prst="line">
                <a:avLst/>
              </a:prstGeom>
              <a:ln w="19050" cap="flat" cmpd="sng">
                <a:solidFill>
                  <a:schemeClr val="bg1"/>
                </a:solidFill>
                <a:prstDash val="solid"/>
                <a:headEnd type="none" w="med" len="med"/>
                <a:tailEnd type="none" w="med" len="med"/>
              </a:ln>
            </p:spPr>
          </p:sp>
          <p:sp>
            <p:nvSpPr>
              <p:cNvPr id="30742" name="Line 121"/>
              <p:cNvSpPr/>
              <p:nvPr/>
            </p:nvSpPr>
            <p:spPr>
              <a:xfrm flipV="1">
                <a:off x="3152" y="3203"/>
                <a:ext cx="544" cy="1"/>
              </a:xfrm>
              <a:prstGeom prst="line">
                <a:avLst/>
              </a:prstGeom>
              <a:ln w="19050" cap="flat" cmpd="sng">
                <a:solidFill>
                  <a:schemeClr val="bg1"/>
                </a:solidFill>
                <a:prstDash val="solid"/>
                <a:headEnd type="none" w="med" len="med"/>
                <a:tailEnd type="none" w="med" len="med"/>
              </a:ln>
            </p:spPr>
          </p:sp>
        </p:grpSp>
        <p:grpSp>
          <p:nvGrpSpPr>
            <p:cNvPr id="30738" name="Group 123"/>
            <p:cNvGrpSpPr/>
            <p:nvPr/>
          </p:nvGrpSpPr>
          <p:grpSpPr>
            <a:xfrm>
              <a:off x="4604" y="2931"/>
              <a:ext cx="544" cy="273"/>
              <a:chOff x="3152" y="2931"/>
              <a:chExt cx="544" cy="273"/>
            </a:xfrm>
          </p:grpSpPr>
          <p:sp>
            <p:nvSpPr>
              <p:cNvPr id="30739" name="Line 124"/>
              <p:cNvSpPr/>
              <p:nvPr/>
            </p:nvSpPr>
            <p:spPr>
              <a:xfrm flipH="1">
                <a:off x="3152" y="2931"/>
                <a:ext cx="136" cy="273"/>
              </a:xfrm>
              <a:prstGeom prst="line">
                <a:avLst/>
              </a:prstGeom>
              <a:ln w="19050" cap="flat" cmpd="sng">
                <a:solidFill>
                  <a:schemeClr val="bg1"/>
                </a:solidFill>
                <a:prstDash val="solid"/>
                <a:headEnd type="none" w="med" len="med"/>
                <a:tailEnd type="none" w="med" len="med"/>
              </a:ln>
            </p:spPr>
          </p:sp>
          <p:sp>
            <p:nvSpPr>
              <p:cNvPr id="30740" name="Line 125"/>
              <p:cNvSpPr/>
              <p:nvPr/>
            </p:nvSpPr>
            <p:spPr>
              <a:xfrm flipV="1">
                <a:off x="3152" y="3203"/>
                <a:ext cx="544" cy="1"/>
              </a:xfrm>
              <a:prstGeom prst="line">
                <a:avLst/>
              </a:prstGeom>
              <a:ln w="19050" cap="flat" cmpd="sng">
                <a:solidFill>
                  <a:schemeClr val="bg1"/>
                </a:solidFill>
                <a:prstDash val="solid"/>
                <a:headEnd type="none" w="med" len="med"/>
                <a:tailEnd type="non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lide(fromBottom)">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lide(fromBottom)">
                                      <p:cBhvr>
                                        <p:cTn id="12" dur="1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20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Text Box 2"/>
          <p:cNvSpPr txBox="1"/>
          <p:nvPr/>
        </p:nvSpPr>
        <p:spPr>
          <a:xfrm>
            <a:off x="395288" y="549275"/>
            <a:ext cx="1368425" cy="579438"/>
          </a:xfrm>
          <a:prstGeom prst="rect">
            <a:avLst/>
          </a:prstGeom>
          <a:noFill/>
          <a:ln w="9525">
            <a:noFill/>
          </a:ln>
        </p:spPr>
        <p:txBody>
          <a:bodyPr>
            <a:spAutoFit/>
          </a:bodyPr>
          <a:p>
            <a:pPr>
              <a:spcBef>
                <a:spcPct val="50000"/>
              </a:spcBef>
            </a:pPr>
            <a:r>
              <a:rPr lang="zh-CN" altLang="en-US" dirty="0">
                <a:solidFill>
                  <a:schemeClr val="bg1"/>
                </a:solidFill>
                <a:latin typeface="Times New Roman" panose="02020603050405020304" pitchFamily="18" charset="0"/>
                <a:ea typeface="宋体" panose="02010600030101010101" pitchFamily="2" charset="-122"/>
              </a:rPr>
              <a:t>例</a:t>
            </a:r>
            <a:r>
              <a:rPr lang="en-US" altLang="zh-CN" b="0" dirty="0">
                <a:solidFill>
                  <a:schemeClr val="bg1"/>
                </a:solidFill>
                <a:latin typeface="Times New Roman" panose="02020603050405020304" pitchFamily="18" charset="0"/>
                <a:ea typeface="宋体" panose="02010600030101010101" pitchFamily="2" charset="-122"/>
              </a:rPr>
              <a:t>3-3 </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202" name="Text Box 58"/>
          <p:cNvSpPr txBox="1"/>
          <p:nvPr/>
        </p:nvSpPr>
        <p:spPr>
          <a:xfrm>
            <a:off x="1476375" y="549275"/>
            <a:ext cx="7667625" cy="519113"/>
          </a:xfrm>
          <a:prstGeom prst="rect">
            <a:avLst/>
          </a:prstGeom>
          <a:noFill/>
          <a:ln w="9525">
            <a:noFill/>
          </a:ln>
        </p:spPr>
        <p:txBody>
          <a:bodyPr>
            <a:spAutoFit/>
          </a:bodyPr>
          <a:p>
            <a:pPr>
              <a:spcBef>
                <a:spcPct val="50000"/>
              </a:spcBef>
            </a:pPr>
            <a:r>
              <a:rPr lang="zh-CN" altLang="en-US" sz="2800" dirty="0">
                <a:latin typeface="楷体_GB2312" pitchFamily="49" charset="-122"/>
              </a:rPr>
              <a:t>对称三相负载分别接成</a:t>
            </a:r>
            <a:r>
              <a:rPr lang="en-US" altLang="zh-CN" sz="2800" b="0" dirty="0">
                <a:solidFill>
                  <a:schemeClr val="bg1"/>
                </a:solidFill>
                <a:latin typeface="Times New Roman" panose="02020603050405020304" pitchFamily="18" charset="0"/>
              </a:rPr>
              <a:t>Y</a:t>
            </a:r>
            <a:r>
              <a:rPr lang="zh-CN" altLang="en-US" sz="2800" dirty="0">
                <a:latin typeface="Times New Roman" panose="02020603050405020304" pitchFamily="18" charset="0"/>
              </a:rPr>
              <a:t>形</a:t>
            </a:r>
            <a:r>
              <a:rPr lang="zh-CN" altLang="en-US" sz="2800" dirty="0">
                <a:latin typeface="楷体_GB2312" pitchFamily="49" charset="-122"/>
              </a:rPr>
              <a:t>和</a:t>
            </a:r>
            <a:r>
              <a:rPr lang="zh-CN" altLang="en-US" sz="2800" b="0" dirty="0">
                <a:solidFill>
                  <a:schemeClr val="bg1"/>
                </a:solidFill>
                <a:latin typeface="楷体_GB2312" pitchFamily="49" charset="-122"/>
                <a:sym typeface="Symbol" panose="05050102010706020507" pitchFamily="18" charset="2"/>
              </a:rPr>
              <a:t></a:t>
            </a:r>
            <a:r>
              <a:rPr lang="zh-CN" altLang="en-US" sz="2800" dirty="0">
                <a:latin typeface="楷体_GB2312" pitchFamily="49" charset="-122"/>
                <a:sym typeface="Symbol" panose="05050102010706020507" pitchFamily="18" charset="2"/>
              </a:rPr>
              <a:t>形。求线电流。</a:t>
            </a:r>
            <a:endParaRPr lang="zh-CN" altLang="en-US" sz="2800" dirty="0">
              <a:latin typeface="楷体_GB2312" pitchFamily="49" charset="-122"/>
            </a:endParaRPr>
          </a:p>
        </p:txBody>
      </p:sp>
      <p:sp>
        <p:nvSpPr>
          <p:cNvPr id="6203" name="Text Box 59"/>
          <p:cNvSpPr txBox="1"/>
          <p:nvPr/>
        </p:nvSpPr>
        <p:spPr>
          <a:xfrm>
            <a:off x="611188" y="4149725"/>
            <a:ext cx="592137" cy="519113"/>
          </a:xfrm>
          <a:prstGeom prst="rect">
            <a:avLst/>
          </a:prstGeom>
          <a:solidFill>
            <a:srgbClr val="990033"/>
          </a:solidFill>
          <a:ln w="9525">
            <a:noFill/>
          </a:ln>
        </p:spPr>
        <p:txBody>
          <a:bodyPr>
            <a:spAutoFit/>
          </a:bodyPr>
          <a:p>
            <a:pPr>
              <a:spcBef>
                <a:spcPct val="50000"/>
              </a:spcBef>
            </a:pPr>
            <a:r>
              <a:rPr lang="zh-CN" altLang="en-US" sz="2800" dirty="0">
                <a:solidFill>
                  <a:schemeClr val="bg1"/>
                </a:solidFill>
                <a:latin typeface="Times New Roman" panose="02020603050405020304" pitchFamily="18" charset="0"/>
                <a:ea typeface="宋体" panose="02010600030101010101" pitchFamily="2" charset="-122"/>
              </a:rPr>
              <a:t>解 </a:t>
            </a:r>
            <a:endParaRPr lang="zh-CN" altLang="en-US" sz="2800" dirty="0">
              <a:solidFill>
                <a:schemeClr val="bg1"/>
              </a:solidFill>
              <a:latin typeface="Times New Roman" panose="02020603050405020304" pitchFamily="18" charset="0"/>
              <a:ea typeface="宋体" panose="02010600030101010101" pitchFamily="2" charset="-122"/>
            </a:endParaRPr>
          </a:p>
        </p:txBody>
      </p:sp>
      <p:graphicFrame>
        <p:nvGraphicFramePr>
          <p:cNvPr id="6204" name="Object 60"/>
          <p:cNvGraphicFramePr/>
          <p:nvPr/>
        </p:nvGraphicFramePr>
        <p:xfrm>
          <a:off x="1763713" y="4005263"/>
          <a:ext cx="1547812" cy="1062037"/>
        </p:xfrm>
        <a:graphic>
          <a:graphicData uri="http://schemas.openxmlformats.org/presentationml/2006/ole">
            <mc:AlternateContent xmlns:mc="http://schemas.openxmlformats.org/markup-compatibility/2006">
              <mc:Choice xmlns:v="urn:schemas-microsoft-com:vml" Requires="v">
                <p:oleObj spid="_x0000_s3303" name="" r:id="rId1" imgW="774065" imgH="533400" progId="Equation.3">
                  <p:embed/>
                </p:oleObj>
              </mc:Choice>
              <mc:Fallback>
                <p:oleObj name="" r:id="rId1" imgW="774065" imgH="533400" progId="Equation.3">
                  <p:embed/>
                  <p:pic>
                    <p:nvPicPr>
                      <p:cNvPr id="0" name="图片 3302"/>
                      <p:cNvPicPr/>
                      <p:nvPr/>
                    </p:nvPicPr>
                    <p:blipFill>
                      <a:blip r:embed="rId2">
                        <a:clrChange>
                          <a:clrFrom>
                            <a:srgbClr val="000000"/>
                          </a:clrFrom>
                          <a:clrTo>
                            <a:srgbClr val="FFFFFF"/>
                          </a:clrTo>
                        </a:clrChange>
                      </a:blip>
                      <a:stretch>
                        <a:fillRect/>
                      </a:stretch>
                    </p:blipFill>
                    <p:spPr>
                      <a:xfrm>
                        <a:off x="1763713" y="4005263"/>
                        <a:ext cx="1547812" cy="1062037"/>
                      </a:xfrm>
                      <a:prstGeom prst="rect">
                        <a:avLst/>
                      </a:prstGeom>
                      <a:noFill/>
                      <a:ln w="38100">
                        <a:noFill/>
                        <a:miter/>
                      </a:ln>
                    </p:spPr>
                  </p:pic>
                </p:oleObj>
              </mc:Fallback>
            </mc:AlternateContent>
          </a:graphicData>
        </a:graphic>
      </p:graphicFrame>
      <p:graphicFrame>
        <p:nvGraphicFramePr>
          <p:cNvPr id="6205" name="Object 61"/>
          <p:cNvGraphicFramePr/>
          <p:nvPr/>
        </p:nvGraphicFramePr>
        <p:xfrm>
          <a:off x="4284663" y="4005263"/>
          <a:ext cx="2720975" cy="1089025"/>
        </p:xfrm>
        <a:graphic>
          <a:graphicData uri="http://schemas.openxmlformats.org/presentationml/2006/ole">
            <mc:AlternateContent xmlns:mc="http://schemas.openxmlformats.org/markup-compatibility/2006">
              <mc:Choice xmlns:v="urn:schemas-microsoft-com:vml" Requires="v">
                <p:oleObj spid="_x0000_s3304" name="" r:id="rId3" imgW="1358265" imgH="546100" progId="Equation.3">
                  <p:embed/>
                </p:oleObj>
              </mc:Choice>
              <mc:Fallback>
                <p:oleObj name="" r:id="rId3" imgW="1358265" imgH="546100" progId="Equation.3">
                  <p:embed/>
                  <p:pic>
                    <p:nvPicPr>
                      <p:cNvPr id="0" name="图片 3303"/>
                      <p:cNvPicPr/>
                      <p:nvPr/>
                    </p:nvPicPr>
                    <p:blipFill>
                      <a:blip r:embed="rId4">
                        <a:clrChange>
                          <a:clrFrom>
                            <a:srgbClr val="000000"/>
                          </a:clrFrom>
                          <a:clrTo>
                            <a:srgbClr val="FFFFFF"/>
                          </a:clrTo>
                        </a:clrChange>
                      </a:blip>
                      <a:stretch>
                        <a:fillRect/>
                      </a:stretch>
                    </p:blipFill>
                    <p:spPr>
                      <a:xfrm>
                        <a:off x="4284663" y="4005263"/>
                        <a:ext cx="2720975" cy="1089025"/>
                      </a:xfrm>
                      <a:prstGeom prst="rect">
                        <a:avLst/>
                      </a:prstGeom>
                      <a:noFill/>
                      <a:ln w="38100">
                        <a:noFill/>
                        <a:miter/>
                      </a:ln>
                    </p:spPr>
                  </p:pic>
                </p:oleObj>
              </mc:Fallback>
            </mc:AlternateContent>
          </a:graphicData>
        </a:graphic>
      </p:graphicFrame>
      <p:graphicFrame>
        <p:nvGraphicFramePr>
          <p:cNvPr id="6206" name="Object 62"/>
          <p:cNvGraphicFramePr/>
          <p:nvPr/>
        </p:nvGraphicFramePr>
        <p:xfrm>
          <a:off x="1908175" y="5229225"/>
          <a:ext cx="1354138" cy="512763"/>
        </p:xfrm>
        <a:graphic>
          <a:graphicData uri="http://schemas.openxmlformats.org/presentationml/2006/ole">
            <mc:AlternateContent xmlns:mc="http://schemas.openxmlformats.org/markup-compatibility/2006">
              <mc:Choice xmlns:v="urn:schemas-microsoft-com:vml" Requires="v">
                <p:oleObj spid="_x0000_s3305" name="" r:id="rId5" imgW="596900" imgH="228600" progId="Equation.3">
                  <p:embed/>
                </p:oleObj>
              </mc:Choice>
              <mc:Fallback>
                <p:oleObj name="" r:id="rId5" imgW="596900" imgH="228600" progId="Equation.3">
                  <p:embed/>
                  <p:pic>
                    <p:nvPicPr>
                      <p:cNvPr id="0" name="图片 3304"/>
                      <p:cNvPicPr/>
                      <p:nvPr/>
                    </p:nvPicPr>
                    <p:blipFill>
                      <a:blip r:embed="rId6">
                        <a:clrChange>
                          <a:clrFrom>
                            <a:srgbClr val="000000"/>
                          </a:clrFrom>
                          <a:clrTo>
                            <a:srgbClr val="FFFFFF"/>
                          </a:clrTo>
                        </a:clrChange>
                      </a:blip>
                      <a:stretch>
                        <a:fillRect/>
                      </a:stretch>
                    </p:blipFill>
                    <p:spPr>
                      <a:xfrm>
                        <a:off x="1908175" y="5229225"/>
                        <a:ext cx="1354138" cy="512763"/>
                      </a:xfrm>
                      <a:prstGeom prst="rect">
                        <a:avLst/>
                      </a:prstGeom>
                      <a:noFill/>
                      <a:ln w="38100">
                        <a:noFill/>
                        <a:miter/>
                      </a:ln>
                    </p:spPr>
                  </p:pic>
                </p:oleObj>
              </mc:Fallback>
            </mc:AlternateContent>
          </a:graphicData>
        </a:graphic>
      </p:graphicFrame>
      <p:sp>
        <p:nvSpPr>
          <p:cNvPr id="6207" name="Text Box 63"/>
          <p:cNvSpPr txBox="1"/>
          <p:nvPr/>
        </p:nvSpPr>
        <p:spPr>
          <a:xfrm>
            <a:off x="3995738" y="5300663"/>
            <a:ext cx="3973512" cy="547687"/>
          </a:xfrm>
          <a:prstGeom prst="rect">
            <a:avLst/>
          </a:prstGeom>
          <a:noFill/>
          <a:ln w="28575" cap="flat" cmpd="sng">
            <a:solidFill>
              <a:srgbClr val="00FFFF"/>
            </a:solidFill>
            <a:prstDash val="solid"/>
            <a:miter/>
            <a:headEnd type="none" w="med" len="med"/>
            <a:tailEnd type="none" w="med" len="med"/>
          </a:ln>
        </p:spPr>
        <p:txBody>
          <a:bodyPr>
            <a:spAutoFit/>
          </a:bodyPr>
          <a:p>
            <a:pPr>
              <a:spcBef>
                <a:spcPct val="50000"/>
              </a:spcBef>
            </a:pPr>
            <a:r>
              <a:rPr lang="zh-CN" altLang="en-US" sz="2800" dirty="0">
                <a:latin typeface="楷体_GB2312" pitchFamily="49" charset="-122"/>
              </a:rPr>
              <a:t>应用：</a:t>
            </a:r>
            <a:r>
              <a:rPr lang="en-US" altLang="zh-CN" sz="2800" b="0" dirty="0">
                <a:solidFill>
                  <a:schemeClr val="bg1"/>
                </a:solidFill>
                <a:latin typeface="Times New Roman" panose="02020603050405020304" pitchFamily="18" charset="0"/>
              </a:rPr>
              <a:t>Y</a:t>
            </a:r>
            <a:r>
              <a:rPr lang="en-US" altLang="zh-CN" sz="2800" b="0" dirty="0">
                <a:solidFill>
                  <a:schemeClr val="bg1"/>
                </a:solidFill>
                <a:latin typeface="Times New Roman" panose="02020603050405020304" pitchFamily="18" charset="0"/>
                <a:sym typeface="Symbol" panose="05050102010706020507" pitchFamily="18" charset="2"/>
              </a:rPr>
              <a:t></a:t>
            </a:r>
            <a:r>
              <a:rPr lang="zh-CN" altLang="en-US" sz="2800" dirty="0">
                <a:latin typeface="楷体_GB2312" pitchFamily="49" charset="-122"/>
                <a:sym typeface="Symbol" panose="05050102010706020507" pitchFamily="18" charset="2"/>
              </a:rPr>
              <a:t>降压起动。</a:t>
            </a:r>
            <a:endParaRPr lang="zh-CN" altLang="en-US" sz="2800" dirty="0">
              <a:latin typeface="楷体_GB2312" pitchFamily="49" charset="-122"/>
            </a:endParaRPr>
          </a:p>
        </p:txBody>
      </p:sp>
      <p:grpSp>
        <p:nvGrpSpPr>
          <p:cNvPr id="2" name="Group 142"/>
          <p:cNvGrpSpPr/>
          <p:nvPr/>
        </p:nvGrpSpPr>
        <p:grpSpPr>
          <a:xfrm>
            <a:off x="1100138" y="1196975"/>
            <a:ext cx="2895600" cy="2549525"/>
            <a:chOff x="693" y="754"/>
            <a:chExt cx="1824" cy="1606"/>
          </a:xfrm>
        </p:grpSpPr>
        <p:sp>
          <p:nvSpPr>
            <p:cNvPr id="31786" name="Line 89"/>
            <p:cNvSpPr/>
            <p:nvPr/>
          </p:nvSpPr>
          <p:spPr>
            <a:xfrm rot="5400000" flipH="1">
              <a:off x="1791" y="164"/>
              <a:ext cx="0" cy="1451"/>
            </a:xfrm>
            <a:prstGeom prst="line">
              <a:avLst/>
            </a:prstGeom>
            <a:ln w="28575" cap="flat" cmpd="sng">
              <a:solidFill>
                <a:srgbClr val="FFCC00"/>
              </a:solidFill>
              <a:prstDash val="solid"/>
              <a:headEnd type="none" w="med" len="med"/>
              <a:tailEnd type="none" w="med" len="med"/>
            </a:ln>
          </p:spPr>
        </p:sp>
        <p:sp>
          <p:nvSpPr>
            <p:cNvPr id="31787" name="Line 81"/>
            <p:cNvSpPr/>
            <p:nvPr/>
          </p:nvSpPr>
          <p:spPr>
            <a:xfrm rot="-5400000">
              <a:off x="1360" y="732"/>
              <a:ext cx="0" cy="316"/>
            </a:xfrm>
            <a:prstGeom prst="line">
              <a:avLst/>
            </a:prstGeom>
            <a:ln w="28575" cap="flat" cmpd="sng">
              <a:solidFill>
                <a:srgbClr val="00FFFF"/>
              </a:solidFill>
              <a:prstDash val="solid"/>
              <a:headEnd type="none" w="med" len="med"/>
              <a:tailEnd type="triangle" w="med" len="med"/>
            </a:ln>
          </p:spPr>
        </p:sp>
        <p:graphicFrame>
          <p:nvGraphicFramePr>
            <p:cNvPr id="31750" name="Object 82"/>
            <p:cNvGraphicFramePr/>
            <p:nvPr/>
          </p:nvGraphicFramePr>
          <p:xfrm>
            <a:off x="1202" y="826"/>
            <a:ext cx="364" cy="383"/>
          </p:xfrm>
          <a:graphic>
            <a:graphicData uri="http://schemas.openxmlformats.org/presentationml/2006/ole">
              <mc:AlternateContent xmlns:mc="http://schemas.openxmlformats.org/markup-compatibility/2006">
                <mc:Choice xmlns:v="urn:schemas-microsoft-com:vml" Requires="v">
                  <p:oleObj spid="_x0000_s3306" name="" r:id="rId7" imgW="254000" imgH="304800" progId="Equation.3">
                    <p:embed/>
                  </p:oleObj>
                </mc:Choice>
                <mc:Fallback>
                  <p:oleObj name="" r:id="rId7" imgW="254000" imgH="304800" progId="Equation.3">
                    <p:embed/>
                    <p:pic>
                      <p:nvPicPr>
                        <p:cNvPr id="0" name="图片 3305"/>
                        <p:cNvPicPr/>
                        <p:nvPr/>
                      </p:nvPicPr>
                      <p:blipFill>
                        <a:blip r:embed="rId8">
                          <a:clrChange>
                            <a:clrFrom>
                              <a:srgbClr val="000000"/>
                            </a:clrFrom>
                            <a:clrTo>
                              <a:srgbClr val="FFFFFF"/>
                            </a:clrTo>
                          </a:clrChange>
                        </a:blip>
                        <a:stretch>
                          <a:fillRect/>
                        </a:stretch>
                      </p:blipFill>
                      <p:spPr>
                        <a:xfrm>
                          <a:off x="1202" y="826"/>
                          <a:ext cx="364" cy="383"/>
                        </a:xfrm>
                        <a:prstGeom prst="rect">
                          <a:avLst/>
                        </a:prstGeom>
                        <a:noFill/>
                        <a:ln w="38100">
                          <a:noFill/>
                          <a:miter/>
                        </a:ln>
                      </p:spPr>
                    </p:pic>
                  </p:oleObj>
                </mc:Fallback>
              </mc:AlternateContent>
            </a:graphicData>
          </a:graphic>
        </p:graphicFrame>
        <p:sp>
          <p:nvSpPr>
            <p:cNvPr id="31788" name="Text Box 83"/>
            <p:cNvSpPr txBox="1"/>
            <p:nvPr/>
          </p:nvSpPr>
          <p:spPr>
            <a:xfrm>
              <a:off x="693" y="754"/>
              <a:ext cx="681"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1789" name="Text Box 84"/>
            <p:cNvSpPr txBox="1"/>
            <p:nvPr/>
          </p:nvSpPr>
          <p:spPr>
            <a:xfrm>
              <a:off x="703" y="1344"/>
              <a:ext cx="620"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1790" name="Text Box 85"/>
            <p:cNvSpPr txBox="1"/>
            <p:nvPr/>
          </p:nvSpPr>
          <p:spPr>
            <a:xfrm>
              <a:off x="723" y="2033"/>
              <a:ext cx="578"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1791" name="Text Box 86"/>
            <p:cNvSpPr txBox="1"/>
            <p:nvPr/>
          </p:nvSpPr>
          <p:spPr>
            <a:xfrm>
              <a:off x="1972" y="935"/>
              <a:ext cx="396"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31792" name="Text Box 87"/>
            <p:cNvSpPr txBox="1"/>
            <p:nvPr/>
          </p:nvSpPr>
          <p:spPr>
            <a:xfrm>
              <a:off x="1927" y="1870"/>
              <a:ext cx="409"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31793" name="Text Box 88"/>
            <p:cNvSpPr txBox="1"/>
            <p:nvPr/>
          </p:nvSpPr>
          <p:spPr>
            <a:xfrm>
              <a:off x="1946" y="1543"/>
              <a:ext cx="364"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31794" name="Oval 91"/>
            <p:cNvSpPr/>
            <p:nvPr/>
          </p:nvSpPr>
          <p:spPr>
            <a:xfrm>
              <a:off x="1020" y="863"/>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1795" name="Line 92"/>
            <p:cNvSpPr/>
            <p:nvPr/>
          </p:nvSpPr>
          <p:spPr>
            <a:xfrm rot="-5400000">
              <a:off x="1791" y="799"/>
              <a:ext cx="0" cy="1451"/>
            </a:xfrm>
            <a:prstGeom prst="line">
              <a:avLst/>
            </a:prstGeom>
            <a:ln w="28575" cap="flat" cmpd="sng">
              <a:solidFill>
                <a:srgbClr val="FFCC00"/>
              </a:solidFill>
              <a:prstDash val="solid"/>
              <a:headEnd type="none" w="med" len="med"/>
              <a:tailEnd type="oval" w="med" len="med"/>
            </a:ln>
          </p:spPr>
        </p:sp>
        <p:sp>
          <p:nvSpPr>
            <p:cNvPr id="31796" name="Oval 94"/>
            <p:cNvSpPr/>
            <p:nvPr/>
          </p:nvSpPr>
          <p:spPr>
            <a:xfrm>
              <a:off x="1019" y="1498"/>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1797" name="Line 95"/>
            <p:cNvSpPr/>
            <p:nvPr/>
          </p:nvSpPr>
          <p:spPr>
            <a:xfrm rot="5400000" flipH="1">
              <a:off x="1791" y="1479"/>
              <a:ext cx="0" cy="1451"/>
            </a:xfrm>
            <a:prstGeom prst="line">
              <a:avLst/>
            </a:prstGeom>
            <a:ln w="28575" cap="flat" cmpd="sng">
              <a:solidFill>
                <a:srgbClr val="FFCC00"/>
              </a:solidFill>
              <a:prstDash val="solid"/>
              <a:headEnd type="none" w="med" len="med"/>
              <a:tailEnd type="none" w="med" len="med"/>
            </a:ln>
          </p:spPr>
        </p:sp>
        <p:sp>
          <p:nvSpPr>
            <p:cNvPr id="31798" name="Oval 97"/>
            <p:cNvSpPr/>
            <p:nvPr/>
          </p:nvSpPr>
          <p:spPr>
            <a:xfrm>
              <a:off x="1020" y="2187"/>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1799" name="Line 98"/>
            <p:cNvSpPr/>
            <p:nvPr/>
          </p:nvSpPr>
          <p:spPr>
            <a:xfrm>
              <a:off x="2517" y="890"/>
              <a:ext cx="0" cy="1312"/>
            </a:xfrm>
            <a:prstGeom prst="line">
              <a:avLst/>
            </a:prstGeom>
            <a:ln w="28575" cap="flat" cmpd="sng">
              <a:solidFill>
                <a:srgbClr val="FFCC00"/>
              </a:solidFill>
              <a:prstDash val="solid"/>
              <a:headEnd type="none" w="med" len="med"/>
              <a:tailEnd type="none" w="med" len="med"/>
            </a:ln>
          </p:spPr>
        </p:sp>
        <p:sp>
          <p:nvSpPr>
            <p:cNvPr id="31800" name="Rectangle 99"/>
            <p:cNvSpPr/>
            <p:nvPr/>
          </p:nvSpPr>
          <p:spPr>
            <a:xfrm>
              <a:off x="1882" y="2142"/>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31801" name="Rectangle 100"/>
            <p:cNvSpPr/>
            <p:nvPr/>
          </p:nvSpPr>
          <p:spPr>
            <a:xfrm>
              <a:off x="1901" y="1462"/>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31802" name="Rectangle 101"/>
            <p:cNvSpPr/>
            <p:nvPr/>
          </p:nvSpPr>
          <p:spPr>
            <a:xfrm>
              <a:off x="1928" y="826"/>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grpSp>
      <p:sp>
        <p:nvSpPr>
          <p:cNvPr id="6265" name="Text Box 121"/>
          <p:cNvSpPr txBox="1"/>
          <p:nvPr/>
        </p:nvSpPr>
        <p:spPr>
          <a:xfrm>
            <a:off x="7364413" y="1989138"/>
            <a:ext cx="863600" cy="519112"/>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grpSp>
        <p:nvGrpSpPr>
          <p:cNvPr id="3" name="Group 143"/>
          <p:cNvGrpSpPr/>
          <p:nvPr/>
        </p:nvGrpSpPr>
        <p:grpSpPr>
          <a:xfrm>
            <a:off x="4930775" y="1052513"/>
            <a:ext cx="2995613" cy="2824162"/>
            <a:chOff x="3106" y="663"/>
            <a:chExt cx="1887" cy="1779"/>
          </a:xfrm>
        </p:grpSpPr>
        <p:sp>
          <p:nvSpPr>
            <p:cNvPr id="31768" name="Line 106"/>
            <p:cNvSpPr/>
            <p:nvPr/>
          </p:nvSpPr>
          <p:spPr>
            <a:xfrm>
              <a:off x="3469" y="799"/>
              <a:ext cx="1475" cy="0"/>
            </a:xfrm>
            <a:prstGeom prst="line">
              <a:avLst/>
            </a:prstGeom>
            <a:ln w="28575" cap="flat" cmpd="sng">
              <a:solidFill>
                <a:srgbClr val="FFCC00"/>
              </a:solidFill>
              <a:prstDash val="solid"/>
              <a:headEnd type="none" w="med" len="med"/>
              <a:tailEnd type="none" w="med" len="med"/>
            </a:ln>
          </p:spPr>
        </p:sp>
        <p:sp>
          <p:nvSpPr>
            <p:cNvPr id="31769" name="Line 103"/>
            <p:cNvSpPr/>
            <p:nvPr/>
          </p:nvSpPr>
          <p:spPr>
            <a:xfrm rot="-5400000">
              <a:off x="3773" y="632"/>
              <a:ext cx="0" cy="334"/>
            </a:xfrm>
            <a:prstGeom prst="line">
              <a:avLst/>
            </a:prstGeom>
            <a:ln w="28575" cap="flat" cmpd="sng">
              <a:solidFill>
                <a:srgbClr val="00FFFF"/>
              </a:solidFill>
              <a:prstDash val="solid"/>
              <a:headEnd type="none" w="med" len="med"/>
              <a:tailEnd type="triangle" w="med" len="med"/>
            </a:ln>
          </p:spPr>
        </p:sp>
        <p:graphicFrame>
          <p:nvGraphicFramePr>
            <p:cNvPr id="31749" name="Object 104"/>
            <p:cNvGraphicFramePr/>
            <p:nvPr/>
          </p:nvGraphicFramePr>
          <p:xfrm>
            <a:off x="3606" y="754"/>
            <a:ext cx="323" cy="383"/>
          </p:xfrm>
          <a:graphic>
            <a:graphicData uri="http://schemas.openxmlformats.org/presentationml/2006/ole">
              <mc:AlternateContent xmlns:mc="http://schemas.openxmlformats.org/markup-compatibility/2006">
                <mc:Choice xmlns:v="urn:schemas-microsoft-com:vml" Requires="v">
                  <p:oleObj spid="_x0000_s3307" name="" r:id="rId9" imgW="241300" imgH="304800" progId="Equation.3">
                    <p:embed/>
                  </p:oleObj>
                </mc:Choice>
                <mc:Fallback>
                  <p:oleObj name="" r:id="rId9" imgW="241300" imgH="304800" progId="Equation.3">
                    <p:embed/>
                    <p:pic>
                      <p:nvPicPr>
                        <p:cNvPr id="0" name="图片 3306"/>
                        <p:cNvPicPr/>
                        <p:nvPr/>
                      </p:nvPicPr>
                      <p:blipFill>
                        <a:blip r:embed="rId10">
                          <a:clrChange>
                            <a:clrFrom>
                              <a:srgbClr val="000000"/>
                            </a:clrFrom>
                            <a:clrTo>
                              <a:srgbClr val="FFFFFF"/>
                            </a:clrTo>
                          </a:clrChange>
                        </a:blip>
                        <a:stretch>
                          <a:fillRect/>
                        </a:stretch>
                      </p:blipFill>
                      <p:spPr>
                        <a:xfrm>
                          <a:off x="3606" y="754"/>
                          <a:ext cx="323" cy="383"/>
                        </a:xfrm>
                        <a:prstGeom prst="rect">
                          <a:avLst/>
                        </a:prstGeom>
                        <a:noFill/>
                        <a:ln w="38100">
                          <a:noFill/>
                          <a:miter/>
                        </a:ln>
                      </p:spPr>
                    </p:pic>
                  </p:oleObj>
                </mc:Fallback>
              </mc:AlternateContent>
            </a:graphicData>
          </a:graphic>
        </p:graphicFrame>
        <p:sp>
          <p:nvSpPr>
            <p:cNvPr id="31770" name="Line 105"/>
            <p:cNvSpPr/>
            <p:nvPr/>
          </p:nvSpPr>
          <p:spPr>
            <a:xfrm rot="10800000">
              <a:off x="4929" y="799"/>
              <a:ext cx="0" cy="1452"/>
            </a:xfrm>
            <a:prstGeom prst="line">
              <a:avLst/>
            </a:prstGeom>
            <a:ln w="28575" cap="flat" cmpd="sng">
              <a:solidFill>
                <a:srgbClr val="FFCC00"/>
              </a:solidFill>
              <a:prstDash val="solid"/>
              <a:headEnd type="none" w="med" len="med"/>
              <a:tailEnd type="none" w="med" len="med"/>
            </a:ln>
          </p:spPr>
        </p:sp>
        <p:sp>
          <p:nvSpPr>
            <p:cNvPr id="31771" name="Oval 107"/>
            <p:cNvSpPr/>
            <p:nvPr/>
          </p:nvSpPr>
          <p:spPr>
            <a:xfrm>
              <a:off x="3423" y="781"/>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1772" name="Line 108"/>
            <p:cNvSpPr/>
            <p:nvPr/>
          </p:nvSpPr>
          <p:spPr>
            <a:xfrm flipV="1">
              <a:off x="3469" y="1525"/>
              <a:ext cx="888" cy="0"/>
            </a:xfrm>
            <a:prstGeom prst="line">
              <a:avLst/>
            </a:prstGeom>
            <a:ln w="28575" cap="flat" cmpd="sng">
              <a:solidFill>
                <a:srgbClr val="FFCC00"/>
              </a:solidFill>
              <a:prstDash val="solid"/>
              <a:headEnd type="none" w="med" len="med"/>
              <a:tailEnd type="none" w="med" len="med"/>
            </a:ln>
          </p:spPr>
        </p:sp>
        <p:sp>
          <p:nvSpPr>
            <p:cNvPr id="31773" name="Oval 109"/>
            <p:cNvSpPr/>
            <p:nvPr/>
          </p:nvSpPr>
          <p:spPr>
            <a:xfrm>
              <a:off x="3424" y="1507"/>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1774" name="Line 110"/>
            <p:cNvSpPr/>
            <p:nvPr/>
          </p:nvSpPr>
          <p:spPr>
            <a:xfrm>
              <a:off x="3469" y="2251"/>
              <a:ext cx="1448" cy="0"/>
            </a:xfrm>
            <a:prstGeom prst="line">
              <a:avLst/>
            </a:prstGeom>
            <a:ln w="28575" cap="flat" cmpd="sng">
              <a:solidFill>
                <a:srgbClr val="FFCC00"/>
              </a:solidFill>
              <a:prstDash val="solid"/>
              <a:headEnd type="none" w="med" len="med"/>
              <a:tailEnd type="none" w="med" len="med"/>
            </a:ln>
          </p:spPr>
        </p:sp>
        <p:sp>
          <p:nvSpPr>
            <p:cNvPr id="31775" name="Oval 111"/>
            <p:cNvSpPr/>
            <p:nvPr/>
          </p:nvSpPr>
          <p:spPr>
            <a:xfrm>
              <a:off x="3414" y="2233"/>
              <a:ext cx="47" cy="4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1776" name="Line 112"/>
            <p:cNvSpPr/>
            <p:nvPr/>
          </p:nvSpPr>
          <p:spPr>
            <a:xfrm>
              <a:off x="4330" y="799"/>
              <a:ext cx="1" cy="726"/>
            </a:xfrm>
            <a:prstGeom prst="line">
              <a:avLst/>
            </a:prstGeom>
            <a:ln w="28575" cap="flat" cmpd="sng">
              <a:solidFill>
                <a:srgbClr val="FFCC00"/>
              </a:solidFill>
              <a:prstDash val="solid"/>
              <a:headEnd type="oval" w="med" len="med"/>
              <a:tailEnd type="oval" w="med" len="med"/>
            </a:ln>
          </p:spPr>
        </p:sp>
        <p:sp>
          <p:nvSpPr>
            <p:cNvPr id="31777" name="Line 113"/>
            <p:cNvSpPr/>
            <p:nvPr/>
          </p:nvSpPr>
          <p:spPr>
            <a:xfrm flipH="1">
              <a:off x="4331" y="1525"/>
              <a:ext cx="0" cy="726"/>
            </a:xfrm>
            <a:prstGeom prst="line">
              <a:avLst/>
            </a:prstGeom>
            <a:ln w="28575" cap="flat" cmpd="sng">
              <a:solidFill>
                <a:srgbClr val="FFCC00"/>
              </a:solidFill>
              <a:prstDash val="solid"/>
              <a:headEnd type="oval" w="med" len="med"/>
              <a:tailEnd type="oval" w="med" len="med"/>
            </a:ln>
          </p:spPr>
        </p:sp>
        <p:sp>
          <p:nvSpPr>
            <p:cNvPr id="31778" name="Rectangle 114"/>
            <p:cNvSpPr/>
            <p:nvPr/>
          </p:nvSpPr>
          <p:spPr>
            <a:xfrm>
              <a:off x="4866" y="129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31779" name="Rectangle 115"/>
            <p:cNvSpPr/>
            <p:nvPr/>
          </p:nvSpPr>
          <p:spPr>
            <a:xfrm>
              <a:off x="4267" y="1706"/>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31780" name="Rectangle 116"/>
            <p:cNvSpPr/>
            <p:nvPr/>
          </p:nvSpPr>
          <p:spPr>
            <a:xfrm>
              <a:off x="4267" y="981"/>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31781" name="Text Box 117"/>
            <p:cNvSpPr txBox="1"/>
            <p:nvPr/>
          </p:nvSpPr>
          <p:spPr>
            <a:xfrm>
              <a:off x="3124" y="663"/>
              <a:ext cx="540"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1782" name="Text Box 118"/>
            <p:cNvSpPr txBox="1"/>
            <p:nvPr/>
          </p:nvSpPr>
          <p:spPr>
            <a:xfrm>
              <a:off x="3142" y="1389"/>
              <a:ext cx="635"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1783" name="Text Box 119"/>
            <p:cNvSpPr txBox="1"/>
            <p:nvPr/>
          </p:nvSpPr>
          <p:spPr>
            <a:xfrm>
              <a:off x="3106" y="2115"/>
              <a:ext cx="669" cy="327"/>
            </a:xfrm>
            <a:prstGeom prst="rect">
              <a:avLst/>
            </a:prstGeom>
            <a:noFill/>
            <a:ln w="38100">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1784" name="Text Box 120"/>
            <p:cNvSpPr txBox="1"/>
            <p:nvPr/>
          </p:nvSpPr>
          <p:spPr>
            <a:xfrm>
              <a:off x="4040" y="1706"/>
              <a:ext cx="623"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sp>
          <p:nvSpPr>
            <p:cNvPr id="31785" name="Text Box 122"/>
            <p:cNvSpPr txBox="1"/>
            <p:nvPr/>
          </p:nvSpPr>
          <p:spPr>
            <a:xfrm>
              <a:off x="4032" y="980"/>
              <a:ext cx="538"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baseline="-25000" dirty="0">
                <a:solidFill>
                  <a:schemeClr val="bg1"/>
                </a:solidFill>
                <a:latin typeface="Times New Roman" panose="02020603050405020304" pitchFamily="18" charset="0"/>
                <a:ea typeface="宋体" panose="02010600030101010101" pitchFamily="2" charset="-122"/>
              </a:endParaRPr>
            </a:p>
          </p:txBody>
        </p:sp>
      </p:grpSp>
      <p:grpSp>
        <p:nvGrpSpPr>
          <p:cNvPr id="31758" name="Group 132"/>
          <p:cNvGrpSpPr/>
          <p:nvPr/>
        </p:nvGrpSpPr>
        <p:grpSpPr>
          <a:xfrm>
            <a:off x="8316913" y="6445250"/>
            <a:ext cx="792162" cy="366713"/>
            <a:chOff x="5193" y="4020"/>
            <a:chExt cx="499" cy="231"/>
          </a:xfrm>
        </p:grpSpPr>
        <p:pic>
          <p:nvPicPr>
            <p:cNvPr id="31766" name="Picture 133" descr="78900"/>
            <p:cNvPicPr>
              <a:picLocks noChangeAspect="1"/>
            </p:cNvPicPr>
            <p:nvPr/>
          </p:nvPicPr>
          <p:blipFill>
            <a:blip r:embed="rId11"/>
            <a:stretch>
              <a:fillRect/>
            </a:stretch>
          </p:blipFill>
          <p:spPr>
            <a:xfrm>
              <a:off x="5193" y="4066"/>
              <a:ext cx="499" cy="181"/>
            </a:xfrm>
            <a:prstGeom prst="rect">
              <a:avLst/>
            </a:prstGeom>
            <a:noFill/>
            <a:ln w="9525">
              <a:noFill/>
            </a:ln>
          </p:spPr>
        </p:pic>
        <p:sp>
          <p:nvSpPr>
            <p:cNvPr id="31767" name="Text Box 13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1759" name="Group 135"/>
          <p:cNvGrpSpPr/>
          <p:nvPr/>
        </p:nvGrpSpPr>
        <p:grpSpPr>
          <a:xfrm>
            <a:off x="7451725" y="6445250"/>
            <a:ext cx="792163" cy="366713"/>
            <a:chOff x="5193" y="4020"/>
            <a:chExt cx="499" cy="231"/>
          </a:xfrm>
        </p:grpSpPr>
        <p:pic>
          <p:nvPicPr>
            <p:cNvPr id="31764" name="Picture 136" descr="78900"/>
            <p:cNvPicPr>
              <a:picLocks noChangeAspect="1"/>
            </p:cNvPicPr>
            <p:nvPr/>
          </p:nvPicPr>
          <p:blipFill>
            <a:blip r:embed="rId11"/>
            <a:stretch>
              <a:fillRect/>
            </a:stretch>
          </p:blipFill>
          <p:spPr>
            <a:xfrm>
              <a:off x="5193" y="4066"/>
              <a:ext cx="499" cy="181"/>
            </a:xfrm>
            <a:prstGeom prst="rect">
              <a:avLst/>
            </a:prstGeom>
            <a:noFill/>
            <a:ln w="9525">
              <a:noFill/>
            </a:ln>
          </p:spPr>
        </p:pic>
        <p:sp>
          <p:nvSpPr>
            <p:cNvPr id="31765" name="Text Box 137">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1760" name="Group 138"/>
          <p:cNvGrpSpPr/>
          <p:nvPr/>
        </p:nvGrpSpPr>
        <p:grpSpPr>
          <a:xfrm>
            <a:off x="6588125" y="6446838"/>
            <a:ext cx="792163" cy="366712"/>
            <a:chOff x="4695" y="4061"/>
            <a:chExt cx="499" cy="231"/>
          </a:xfrm>
        </p:grpSpPr>
        <p:pic>
          <p:nvPicPr>
            <p:cNvPr id="31762" name="Picture 139" descr="78900"/>
            <p:cNvPicPr>
              <a:picLocks noChangeAspect="1"/>
            </p:cNvPicPr>
            <p:nvPr/>
          </p:nvPicPr>
          <p:blipFill>
            <a:blip r:embed="rId11"/>
            <a:stretch>
              <a:fillRect/>
            </a:stretch>
          </p:blipFill>
          <p:spPr>
            <a:xfrm>
              <a:off x="4695" y="4107"/>
              <a:ext cx="499" cy="181"/>
            </a:xfrm>
            <a:prstGeom prst="rect">
              <a:avLst/>
            </a:prstGeom>
            <a:noFill/>
            <a:ln w="9525">
              <a:noFill/>
            </a:ln>
          </p:spPr>
        </p:pic>
        <p:sp>
          <p:nvSpPr>
            <p:cNvPr id="31763" name="Text Box 140">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
        <p:nvSpPr>
          <p:cNvPr id="6285" name="Line 141"/>
          <p:cNvSpPr/>
          <p:nvPr/>
        </p:nvSpPr>
        <p:spPr>
          <a:xfrm>
            <a:off x="1187450" y="5516563"/>
            <a:ext cx="576263" cy="0"/>
          </a:xfrm>
          <a:prstGeom prst="line">
            <a:avLst/>
          </a:prstGeom>
          <a:ln w="76200" cap="flat" cmpd="sng">
            <a:solidFill>
              <a:srgbClr val="3399FF"/>
            </a:solidFill>
            <a:prstDash val="solid"/>
            <a:headEnd type="none" w="med" len="med"/>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6146"/>
                                        </p:tgtEl>
                                        <p:attrNameLst>
                                          <p:attrName>style.visibility</p:attrName>
                                        </p:attrNameLst>
                                      </p:cBhvr>
                                      <p:to>
                                        <p:strVal val="visible"/>
                                      </p:to>
                                    </p:set>
                                    <p:anim calcmode="lin" valueType="num">
                                      <p:cBhvr>
                                        <p:cTn id="7" dur="1000" fill="hold"/>
                                        <p:tgtEl>
                                          <p:spTgt spid="6146"/>
                                        </p:tgtEl>
                                        <p:attrNameLst>
                                          <p:attrName>ppt_w</p:attrName>
                                        </p:attrNameLst>
                                      </p:cBhvr>
                                      <p:tavLst>
                                        <p:tav tm="0">
                                          <p:val>
                                            <p:fltVal val="0.000000"/>
                                          </p:val>
                                        </p:tav>
                                        <p:tav tm="100000">
                                          <p:val>
                                            <p:strVal val="#ppt_w"/>
                                          </p:val>
                                        </p:tav>
                                      </p:tavLst>
                                    </p:anim>
                                    <p:anim calcmode="lin" valueType="num">
                                      <p:cBhvr>
                                        <p:cTn id="8" dur="1000" fill="hold"/>
                                        <p:tgtEl>
                                          <p:spTgt spid="6146"/>
                                        </p:tgtEl>
                                        <p:attrNameLst>
                                          <p:attrName>ppt_h</p:attrName>
                                        </p:attrNameLst>
                                      </p:cBhvr>
                                      <p:tavLst>
                                        <p:tav tm="0">
                                          <p:val>
                                            <p:fltVal val="0.000000"/>
                                          </p:val>
                                        </p:tav>
                                        <p:tav tm="100000">
                                          <p:val>
                                            <p:strVal val="#ppt_h"/>
                                          </p:val>
                                        </p:tav>
                                      </p:tavLst>
                                    </p:anim>
                                    <p:anim calcmode="lin" valueType="num">
                                      <p:cBhvr>
                                        <p:cTn id="9" dur="1000" fill="hold"/>
                                        <p:tgtEl>
                                          <p:spTgt spid="6146"/>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6146"/>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linds(horizontal)">
                                      <p:cBhvr>
                                        <p:cTn id="14" dur="500"/>
                                        <p:tgtEl>
                                          <p:spTgt spid="2"/>
                                        </p:tgtEl>
                                      </p:cBhvr>
                                    </p:animEffect>
                                  </p:childTnLst>
                                </p:cTn>
                              </p:par>
                            </p:childTnLst>
                          </p:cTn>
                        </p:par>
                        <p:par>
                          <p:cTn id="15" fill="hold">
                            <p:stCondLst>
                              <p:cond delay="1500"/>
                            </p:stCondLst>
                            <p:childTnLst>
                              <p:par>
                                <p:cTn id="16" presetID="3" presetClass="entr" presetSubtype="10"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linds(horizontal)">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6265"/>
                                        </p:tgtEl>
                                        <p:attrNameLst>
                                          <p:attrName>style.visibility</p:attrName>
                                        </p:attrNameLst>
                                      </p:cBhvr>
                                      <p:to>
                                        <p:strVal val="visible"/>
                                      </p:to>
                                    </p:set>
                                    <p:animEffect transition="in" filter="blinds(horizontal)">
                                      <p:cBhvr>
                                        <p:cTn id="23" dur="500"/>
                                        <p:tgtEl>
                                          <p:spTgt spid="6265"/>
                                        </p:tgtEl>
                                      </p:cBhvr>
                                    </p:animEffect>
                                  </p:childTnLst>
                                </p:cTn>
                              </p:par>
                            </p:childTnLst>
                          </p:cTn>
                        </p:par>
                        <p:par>
                          <p:cTn id="24" fill="hold">
                            <p:stCondLst>
                              <p:cond delay="500"/>
                            </p:stCondLst>
                            <p:childTnLst>
                              <p:par>
                                <p:cTn id="25" presetID="55" presetClass="entr" presetSubtype="0" fill="hold" grpId="0" nodeType="afterEffect">
                                  <p:stCondLst>
                                    <p:cond delay="0"/>
                                  </p:stCondLst>
                                  <p:childTnLst>
                                    <p:set>
                                      <p:cBhvr>
                                        <p:cTn id="26" dur="1" fill="hold">
                                          <p:stCondLst>
                                            <p:cond delay="0"/>
                                          </p:stCondLst>
                                        </p:cTn>
                                        <p:tgtEl>
                                          <p:spTgt spid="6202"/>
                                        </p:tgtEl>
                                        <p:attrNameLst>
                                          <p:attrName>style.visibility</p:attrName>
                                        </p:attrNameLst>
                                      </p:cBhvr>
                                      <p:to>
                                        <p:strVal val="visible"/>
                                      </p:to>
                                    </p:set>
                                    <p:anim calcmode="lin" valueType="num">
                                      <p:cBhvr>
                                        <p:cTn id="27" dur="1000" fill="hold"/>
                                        <p:tgtEl>
                                          <p:spTgt spid="6202"/>
                                        </p:tgtEl>
                                        <p:attrNameLst>
                                          <p:attrName>ppt_w</p:attrName>
                                        </p:attrNameLst>
                                      </p:cBhvr>
                                      <p:tavLst>
                                        <p:tav tm="0">
                                          <p:val>
                                            <p:strVal val="#ppt_w*0.70"/>
                                          </p:val>
                                        </p:tav>
                                        <p:tav tm="100000">
                                          <p:val>
                                            <p:strVal val="#ppt_w"/>
                                          </p:val>
                                        </p:tav>
                                      </p:tavLst>
                                    </p:anim>
                                    <p:anim calcmode="lin" valueType="num">
                                      <p:cBhvr>
                                        <p:cTn id="28" dur="1000" fill="hold"/>
                                        <p:tgtEl>
                                          <p:spTgt spid="6202"/>
                                        </p:tgtEl>
                                        <p:attrNameLst>
                                          <p:attrName>ppt_h</p:attrName>
                                        </p:attrNameLst>
                                      </p:cBhvr>
                                      <p:tavLst>
                                        <p:tav tm="0">
                                          <p:val>
                                            <p:strVal val="#ppt_h"/>
                                          </p:val>
                                        </p:tav>
                                        <p:tav tm="100000">
                                          <p:val>
                                            <p:strVal val="#ppt_h"/>
                                          </p:val>
                                        </p:tav>
                                      </p:tavLst>
                                    </p:anim>
                                    <p:animEffect transition="in" filter="fade">
                                      <p:cBhvr>
                                        <p:cTn id="29" dur="1000"/>
                                        <p:tgtEl>
                                          <p:spTgt spid="6202"/>
                                        </p:tgtEl>
                                      </p:cBhvr>
                                    </p:animEffect>
                                  </p:childTnLst>
                                </p:cTn>
                              </p:par>
                            </p:childTnLst>
                          </p:cTn>
                        </p:par>
                      </p:childTnLst>
                    </p:cTn>
                  </p:par>
                  <p:par>
                    <p:cTn id="30" fill="hold">
                      <p:stCondLst>
                        <p:cond delay="indefinite"/>
                      </p:stCondLst>
                      <p:childTnLst>
                        <p:par>
                          <p:cTn id="31" fill="hold">
                            <p:stCondLst>
                              <p:cond delay="0"/>
                            </p:stCondLst>
                            <p:childTnLst>
                              <p:par>
                                <p:cTn id="32" presetID="15" presetClass="entr" presetSubtype="0" fill="hold" grpId="0" nodeType="clickEffect">
                                  <p:stCondLst>
                                    <p:cond delay="0"/>
                                  </p:stCondLst>
                                  <p:childTnLst>
                                    <p:set>
                                      <p:cBhvr>
                                        <p:cTn id="33" dur="1" fill="hold">
                                          <p:stCondLst>
                                            <p:cond delay="0"/>
                                          </p:stCondLst>
                                        </p:cTn>
                                        <p:tgtEl>
                                          <p:spTgt spid="6203"/>
                                        </p:tgtEl>
                                        <p:attrNameLst>
                                          <p:attrName>style.visibility</p:attrName>
                                        </p:attrNameLst>
                                      </p:cBhvr>
                                      <p:to>
                                        <p:strVal val="visible"/>
                                      </p:to>
                                    </p:set>
                                    <p:anim calcmode="lin" valueType="num">
                                      <p:cBhvr>
                                        <p:cTn id="34" dur="1000" fill="hold"/>
                                        <p:tgtEl>
                                          <p:spTgt spid="6203"/>
                                        </p:tgtEl>
                                        <p:attrNameLst>
                                          <p:attrName>ppt_w</p:attrName>
                                        </p:attrNameLst>
                                      </p:cBhvr>
                                      <p:tavLst>
                                        <p:tav tm="0">
                                          <p:val>
                                            <p:fltVal val="0.000000"/>
                                          </p:val>
                                        </p:tav>
                                        <p:tav tm="100000">
                                          <p:val>
                                            <p:strVal val="#ppt_w"/>
                                          </p:val>
                                        </p:tav>
                                      </p:tavLst>
                                    </p:anim>
                                    <p:anim calcmode="lin" valueType="num">
                                      <p:cBhvr>
                                        <p:cTn id="35" dur="1000" fill="hold"/>
                                        <p:tgtEl>
                                          <p:spTgt spid="6203"/>
                                        </p:tgtEl>
                                        <p:attrNameLst>
                                          <p:attrName>ppt_h</p:attrName>
                                        </p:attrNameLst>
                                      </p:cBhvr>
                                      <p:tavLst>
                                        <p:tav tm="0">
                                          <p:val>
                                            <p:fltVal val="0.000000"/>
                                          </p:val>
                                        </p:tav>
                                        <p:tav tm="100000">
                                          <p:val>
                                            <p:strVal val="#ppt_h"/>
                                          </p:val>
                                        </p:tav>
                                      </p:tavLst>
                                    </p:anim>
                                    <p:anim calcmode="lin" valueType="num">
                                      <p:cBhvr>
                                        <p:cTn id="36" dur="1000" fill="hold"/>
                                        <p:tgtEl>
                                          <p:spTgt spid="6203"/>
                                        </p:tgtEl>
                                        <p:attrNameLst>
                                          <p:attrName>ppt_x</p:attrName>
                                        </p:attrNameLst>
                                      </p:cBhvr>
                                      <p:tavLst>
                                        <p:tav tm="0" fmla="#ppt_x+(cos(-2*pi*(1-$))*-#ppt_x-sin(-2*pi*(1-$))*(1-#ppt_y))*(1-$)">
                                          <p:val>
                                            <p:fltVal val="0.000000"/>
                                          </p:val>
                                        </p:tav>
                                        <p:tav tm="100000">
                                          <p:val>
                                            <p:fltVal val="1.000000"/>
                                          </p:val>
                                        </p:tav>
                                      </p:tavLst>
                                    </p:anim>
                                    <p:anim calcmode="lin" valueType="num">
                                      <p:cBhvr>
                                        <p:cTn id="37" dur="1000" fill="hold"/>
                                        <p:tgtEl>
                                          <p:spTgt spid="6203"/>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38" fill="hold">
                      <p:stCondLst>
                        <p:cond delay="indefinite"/>
                      </p:stCondLst>
                      <p:childTnLst>
                        <p:par>
                          <p:cTn id="39" fill="hold">
                            <p:stCondLst>
                              <p:cond delay="0"/>
                            </p:stCondLst>
                            <p:childTnLst>
                              <p:par>
                                <p:cTn id="40" presetID="12" presetClass="entr" presetSubtype="2" fill="hold" nodeType="clickEffect">
                                  <p:stCondLst>
                                    <p:cond delay="0"/>
                                  </p:stCondLst>
                                  <p:childTnLst>
                                    <p:set>
                                      <p:cBhvr>
                                        <p:cTn id="41" dur="1" fill="hold">
                                          <p:stCondLst>
                                            <p:cond delay="0"/>
                                          </p:stCondLst>
                                        </p:cTn>
                                        <p:tgtEl>
                                          <p:spTgt spid="6204"/>
                                        </p:tgtEl>
                                        <p:attrNameLst>
                                          <p:attrName>style.visibility</p:attrName>
                                        </p:attrNameLst>
                                      </p:cBhvr>
                                      <p:to>
                                        <p:strVal val="visible"/>
                                      </p:to>
                                    </p:set>
                                    <p:animEffect transition="in" filter="slide(fromRight)">
                                      <p:cBhvr>
                                        <p:cTn id="42" dur="1000"/>
                                        <p:tgtEl>
                                          <p:spTgt spid="6204"/>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2" fill="hold" nodeType="clickEffect">
                                  <p:stCondLst>
                                    <p:cond delay="0"/>
                                  </p:stCondLst>
                                  <p:childTnLst>
                                    <p:set>
                                      <p:cBhvr>
                                        <p:cTn id="46" dur="1" fill="hold">
                                          <p:stCondLst>
                                            <p:cond delay="0"/>
                                          </p:stCondLst>
                                        </p:cTn>
                                        <p:tgtEl>
                                          <p:spTgt spid="6205"/>
                                        </p:tgtEl>
                                        <p:attrNameLst>
                                          <p:attrName>style.visibility</p:attrName>
                                        </p:attrNameLst>
                                      </p:cBhvr>
                                      <p:to>
                                        <p:strVal val="visible"/>
                                      </p:to>
                                    </p:set>
                                    <p:animEffect transition="in" filter="slide(fromRight)">
                                      <p:cBhvr>
                                        <p:cTn id="47" dur="1000"/>
                                        <p:tgtEl>
                                          <p:spTgt spid="6205"/>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8" fill="hold" nodeType="clickEffect">
                                  <p:stCondLst>
                                    <p:cond delay="0"/>
                                  </p:stCondLst>
                                  <p:childTnLst>
                                    <p:set>
                                      <p:cBhvr>
                                        <p:cTn id="51" dur="1" fill="hold">
                                          <p:stCondLst>
                                            <p:cond delay="0"/>
                                          </p:stCondLst>
                                        </p:cTn>
                                        <p:tgtEl>
                                          <p:spTgt spid="6285"/>
                                        </p:tgtEl>
                                        <p:attrNameLst>
                                          <p:attrName>style.visibility</p:attrName>
                                        </p:attrNameLst>
                                      </p:cBhvr>
                                      <p:to>
                                        <p:strVal val="visible"/>
                                      </p:to>
                                    </p:set>
                                    <p:animEffect transition="in" filter="slide(fromLeft)">
                                      <p:cBhvr>
                                        <p:cTn id="52" dur="500"/>
                                        <p:tgtEl>
                                          <p:spTgt spid="6285"/>
                                        </p:tgtEl>
                                      </p:cBhvr>
                                    </p:animEffect>
                                  </p:childTnLst>
                                </p:cTn>
                              </p:par>
                            </p:childTnLst>
                          </p:cTn>
                        </p:par>
                        <p:par>
                          <p:cTn id="53" fill="hold">
                            <p:stCondLst>
                              <p:cond delay="500"/>
                            </p:stCondLst>
                            <p:childTnLst>
                              <p:par>
                                <p:cTn id="54" presetID="12" presetClass="entr" presetSubtype="2" fill="hold" nodeType="afterEffect">
                                  <p:stCondLst>
                                    <p:cond delay="0"/>
                                  </p:stCondLst>
                                  <p:childTnLst>
                                    <p:set>
                                      <p:cBhvr>
                                        <p:cTn id="55" dur="1" fill="hold">
                                          <p:stCondLst>
                                            <p:cond delay="0"/>
                                          </p:stCondLst>
                                        </p:cTn>
                                        <p:tgtEl>
                                          <p:spTgt spid="6206"/>
                                        </p:tgtEl>
                                        <p:attrNameLst>
                                          <p:attrName>style.visibility</p:attrName>
                                        </p:attrNameLst>
                                      </p:cBhvr>
                                      <p:to>
                                        <p:strVal val="visible"/>
                                      </p:to>
                                    </p:set>
                                    <p:animEffect transition="in" filter="slide(fromRight)">
                                      <p:cBhvr>
                                        <p:cTn id="56" dur="1000"/>
                                        <p:tgtEl>
                                          <p:spTgt spid="6206"/>
                                        </p:tgtEl>
                                      </p:cBhvr>
                                    </p:animEffect>
                                  </p:childTnLst>
                                </p:cTn>
                              </p:par>
                            </p:childTnLst>
                          </p:cTn>
                        </p:par>
                      </p:childTnLst>
                    </p:cTn>
                  </p:par>
                  <p:par>
                    <p:cTn id="57" fill="hold">
                      <p:stCondLst>
                        <p:cond delay="indefinite"/>
                      </p:stCondLst>
                      <p:childTnLst>
                        <p:par>
                          <p:cTn id="58" fill="hold">
                            <p:stCondLst>
                              <p:cond delay="0"/>
                            </p:stCondLst>
                            <p:childTnLst>
                              <p:par>
                                <p:cTn id="59" presetID="55" presetClass="entr" presetSubtype="0" fill="hold" grpId="0" nodeType="clickEffect">
                                  <p:stCondLst>
                                    <p:cond delay="0"/>
                                  </p:stCondLst>
                                  <p:childTnLst>
                                    <p:set>
                                      <p:cBhvr>
                                        <p:cTn id="60" dur="1" fill="hold">
                                          <p:stCondLst>
                                            <p:cond delay="0"/>
                                          </p:stCondLst>
                                        </p:cTn>
                                        <p:tgtEl>
                                          <p:spTgt spid="6207"/>
                                        </p:tgtEl>
                                        <p:attrNameLst>
                                          <p:attrName>style.visibility</p:attrName>
                                        </p:attrNameLst>
                                      </p:cBhvr>
                                      <p:to>
                                        <p:strVal val="visible"/>
                                      </p:to>
                                    </p:set>
                                    <p:anim calcmode="lin" valueType="num">
                                      <p:cBhvr>
                                        <p:cTn id="61" dur="1000" fill="hold"/>
                                        <p:tgtEl>
                                          <p:spTgt spid="6207"/>
                                        </p:tgtEl>
                                        <p:attrNameLst>
                                          <p:attrName>ppt_w</p:attrName>
                                        </p:attrNameLst>
                                      </p:cBhvr>
                                      <p:tavLst>
                                        <p:tav tm="0">
                                          <p:val>
                                            <p:strVal val="#ppt_w*0.70"/>
                                          </p:val>
                                        </p:tav>
                                        <p:tav tm="100000">
                                          <p:val>
                                            <p:strVal val="#ppt_w"/>
                                          </p:val>
                                        </p:tav>
                                      </p:tavLst>
                                    </p:anim>
                                    <p:anim calcmode="lin" valueType="num">
                                      <p:cBhvr>
                                        <p:cTn id="62" dur="1000" fill="hold"/>
                                        <p:tgtEl>
                                          <p:spTgt spid="6207"/>
                                        </p:tgtEl>
                                        <p:attrNameLst>
                                          <p:attrName>ppt_h</p:attrName>
                                        </p:attrNameLst>
                                      </p:cBhvr>
                                      <p:tavLst>
                                        <p:tav tm="0">
                                          <p:val>
                                            <p:strVal val="#ppt_h"/>
                                          </p:val>
                                        </p:tav>
                                        <p:tav tm="100000">
                                          <p:val>
                                            <p:strVal val="#ppt_h"/>
                                          </p:val>
                                        </p:tav>
                                      </p:tavLst>
                                    </p:anim>
                                    <p:animEffect transition="in" filter="fade">
                                      <p:cBhvr>
                                        <p:cTn id="63" dur="1000"/>
                                        <p:tgtEl>
                                          <p:spTgt spid="6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p:bldP spid="6202" grpId="0"/>
      <p:bldP spid="6203" grpId="0" animBg="1"/>
      <p:bldP spid="6207" grpId="0" animBg="1"/>
      <p:bldP spid="626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Text Box 2"/>
          <p:cNvSpPr txBox="1"/>
          <p:nvPr/>
        </p:nvSpPr>
        <p:spPr>
          <a:xfrm>
            <a:off x="250825" y="549275"/>
            <a:ext cx="1152525" cy="579438"/>
          </a:xfrm>
          <a:prstGeom prst="rect">
            <a:avLst/>
          </a:prstGeom>
          <a:noFill/>
          <a:ln w="9525">
            <a:noFill/>
          </a:ln>
        </p:spPr>
        <p:txBody>
          <a:bodyPr>
            <a:spAutoFit/>
          </a:bodyPr>
          <a:p>
            <a:pPr>
              <a:spcBef>
                <a:spcPct val="50000"/>
              </a:spcBef>
            </a:pPr>
            <a:r>
              <a:rPr lang="zh-CN" altLang="en-US" dirty="0">
                <a:solidFill>
                  <a:schemeClr val="bg1"/>
                </a:solidFill>
                <a:latin typeface="Times New Roman" panose="02020603050405020304" pitchFamily="18" charset="0"/>
                <a:ea typeface="宋体" panose="02010600030101010101" pitchFamily="2" charset="-122"/>
              </a:rPr>
              <a:t>例</a:t>
            </a:r>
            <a:r>
              <a:rPr lang="en-US" altLang="zh-CN" b="0" dirty="0">
                <a:solidFill>
                  <a:schemeClr val="bg1"/>
                </a:solidFill>
                <a:latin typeface="Times New Roman" panose="02020603050405020304" pitchFamily="18" charset="0"/>
                <a:ea typeface="宋体" panose="02010600030101010101" pitchFamily="2" charset="-122"/>
              </a:rPr>
              <a:t>3-4</a:t>
            </a:r>
            <a:r>
              <a:rPr lang="en-US" altLang="zh-CN" dirty="0">
                <a:solidFill>
                  <a:schemeClr val="bg1"/>
                </a:solidFill>
                <a:latin typeface="Times New Roman" panose="02020603050405020304" pitchFamily="18" charset="0"/>
                <a:ea typeface="宋体" panose="02010600030101010101" pitchFamily="2" charset="-122"/>
              </a:rPr>
              <a:t> </a:t>
            </a:r>
            <a:endParaRPr lang="en-US" altLang="zh-CN" dirty="0">
              <a:solidFill>
                <a:schemeClr val="bg1"/>
              </a:solidFill>
              <a:latin typeface="Times New Roman" panose="02020603050405020304" pitchFamily="18" charset="0"/>
              <a:ea typeface="宋体" panose="02010600030101010101" pitchFamily="2" charset="-122"/>
            </a:endParaRPr>
          </a:p>
        </p:txBody>
      </p:sp>
      <p:sp>
        <p:nvSpPr>
          <p:cNvPr id="5123" name="Text Box 3"/>
          <p:cNvSpPr txBox="1"/>
          <p:nvPr/>
        </p:nvSpPr>
        <p:spPr>
          <a:xfrm>
            <a:off x="1362075" y="476250"/>
            <a:ext cx="7781925" cy="946150"/>
          </a:xfrm>
          <a:prstGeom prst="rect">
            <a:avLst/>
          </a:prstGeom>
          <a:noFill/>
          <a:ln w="9525">
            <a:noFill/>
          </a:ln>
        </p:spPr>
        <p:txBody>
          <a:bodyPr>
            <a:spAutoFit/>
          </a:bodyPr>
          <a:p>
            <a:pPr algn="just">
              <a:spcBef>
                <a:spcPct val="50000"/>
              </a:spcBef>
            </a:pPr>
            <a:r>
              <a:rPr lang="zh-CN" altLang="en-US" sz="2800" dirty="0">
                <a:latin typeface="楷体_GB2312" pitchFamily="49" charset="-122"/>
              </a:rPr>
              <a:t>对称三相电路，电源线电压为</a:t>
            </a:r>
            <a:r>
              <a:rPr lang="en-US" altLang="zh-CN" sz="2800" b="0" dirty="0">
                <a:solidFill>
                  <a:schemeClr val="bg1"/>
                </a:solidFill>
                <a:latin typeface="Times New Roman" panose="02020603050405020304" pitchFamily="18" charset="0"/>
              </a:rPr>
              <a:t>380V</a:t>
            </a:r>
            <a:r>
              <a:rPr lang="zh-CN" altLang="en-US" sz="2800" dirty="0">
                <a:latin typeface="楷体_GB2312" pitchFamily="49" charset="-122"/>
              </a:rPr>
              <a:t>，</a:t>
            </a:r>
            <a:r>
              <a:rPr lang="en-US" altLang="zh-CN" sz="2800" b="0" dirty="0">
                <a:solidFill>
                  <a:schemeClr val="bg1"/>
                </a:solidFill>
                <a:latin typeface="Times New Roman" panose="02020603050405020304" pitchFamily="18" charset="0"/>
              </a:rPr>
              <a:t>|</a:t>
            </a:r>
            <a:r>
              <a:rPr lang="en-US" altLang="zh-CN" sz="2800" b="0" i="1" dirty="0">
                <a:solidFill>
                  <a:schemeClr val="bg1"/>
                </a:solidFill>
                <a:latin typeface="Times New Roman" panose="02020603050405020304" pitchFamily="18" charset="0"/>
              </a:rPr>
              <a:t>Z</a:t>
            </a:r>
            <a:r>
              <a:rPr lang="en-US" altLang="zh-CN" sz="2800" b="0" baseline="-25000" dirty="0">
                <a:solidFill>
                  <a:schemeClr val="bg1"/>
                </a:solidFill>
                <a:latin typeface="Times New Roman" panose="02020603050405020304" pitchFamily="18" charset="0"/>
              </a:rPr>
              <a:t>1</a:t>
            </a:r>
            <a:r>
              <a:rPr lang="en-US" altLang="zh-CN" sz="2800" b="0" dirty="0">
                <a:solidFill>
                  <a:schemeClr val="bg1"/>
                </a:solidFill>
                <a:latin typeface="Times New Roman" panose="02020603050405020304" pitchFamily="18" charset="0"/>
              </a:rPr>
              <a:t>|=10</a:t>
            </a:r>
            <a:r>
              <a:rPr lang="en-US" altLang="zh-CN" sz="2800" b="0" dirty="0">
                <a:solidFill>
                  <a:schemeClr val="bg1"/>
                </a:solidFill>
                <a:latin typeface="Times New Roman" panose="02020603050405020304" pitchFamily="18" charset="0"/>
                <a:sym typeface="Symbol" panose="05050102010706020507" pitchFamily="18" charset="2"/>
              </a:rPr>
              <a:t></a:t>
            </a:r>
            <a:r>
              <a:rPr lang="zh-CN" altLang="en-US" sz="2800" b="0" dirty="0">
                <a:solidFill>
                  <a:schemeClr val="bg1"/>
                </a:solidFill>
                <a:latin typeface="Times New Roman" panose="02020603050405020304" pitchFamily="18" charset="0"/>
                <a:sym typeface="Symbol" panose="05050102010706020507" pitchFamily="18" charset="2"/>
              </a:rPr>
              <a:t>，</a:t>
            </a:r>
            <a:r>
              <a:rPr lang="en-US" altLang="zh-CN" sz="2800" b="0" dirty="0">
                <a:solidFill>
                  <a:schemeClr val="bg1"/>
                </a:solidFill>
                <a:latin typeface="Times New Roman" panose="02020603050405020304" pitchFamily="18" charset="0"/>
                <a:sym typeface="Symbol" panose="05050102010706020507" pitchFamily="18" charset="2"/>
              </a:rPr>
              <a:t>cos</a:t>
            </a:r>
            <a:r>
              <a:rPr lang="en-US" altLang="zh-CN" sz="2800" b="0" i="1" dirty="0">
                <a:solidFill>
                  <a:schemeClr val="bg1"/>
                </a:solidFill>
                <a:latin typeface="Times New Roman" panose="02020603050405020304" pitchFamily="18" charset="0"/>
                <a:sym typeface="Symbol" panose="05050102010706020507" pitchFamily="18" charset="2"/>
              </a:rPr>
              <a:t></a:t>
            </a:r>
            <a:r>
              <a:rPr lang="en-US" altLang="zh-CN" sz="2800" b="0" baseline="-25000" dirty="0">
                <a:solidFill>
                  <a:schemeClr val="bg1"/>
                </a:solidFill>
                <a:latin typeface="Times New Roman" panose="02020603050405020304" pitchFamily="18" charset="0"/>
                <a:sym typeface="Symbol" panose="05050102010706020507" pitchFamily="18" charset="2"/>
              </a:rPr>
              <a:t>1</a:t>
            </a:r>
            <a:r>
              <a:rPr lang="en-US" altLang="zh-CN" sz="2800" b="0" i="1" dirty="0">
                <a:solidFill>
                  <a:schemeClr val="bg1"/>
                </a:solidFill>
                <a:latin typeface="Times New Roman" panose="02020603050405020304" pitchFamily="18" charset="0"/>
                <a:sym typeface="Symbol" panose="05050102010706020507" pitchFamily="18" charset="2"/>
              </a:rPr>
              <a:t> </a:t>
            </a:r>
            <a:r>
              <a:rPr lang="en-US" altLang="zh-CN" sz="2800" b="0" dirty="0">
                <a:solidFill>
                  <a:schemeClr val="bg1"/>
                </a:solidFill>
                <a:latin typeface="Times New Roman" panose="02020603050405020304" pitchFamily="18" charset="0"/>
                <a:sym typeface="Symbol" panose="05050102010706020507" pitchFamily="18" charset="2"/>
              </a:rPr>
              <a:t>=0.6</a:t>
            </a:r>
            <a:r>
              <a:rPr lang="en-US" altLang="zh-CN" sz="2800" dirty="0">
                <a:latin typeface="楷体_GB2312" pitchFamily="49" charset="-122"/>
                <a:sym typeface="Symbol" panose="05050102010706020507" pitchFamily="18" charset="2"/>
              </a:rPr>
              <a:t>(</a:t>
            </a:r>
            <a:r>
              <a:rPr lang="zh-CN" altLang="zh-CN" sz="2800" dirty="0">
                <a:latin typeface="楷体_GB2312" pitchFamily="49" charset="-122"/>
                <a:sym typeface="Symbol" panose="05050102010706020507" pitchFamily="18" charset="2"/>
              </a:rPr>
              <a:t>感性</a:t>
            </a:r>
            <a:r>
              <a:rPr lang="en-US" altLang="zh-CN" sz="2800" dirty="0">
                <a:latin typeface="楷体_GB2312" pitchFamily="49" charset="-122"/>
                <a:sym typeface="Symbol" panose="05050102010706020507" pitchFamily="18" charset="2"/>
              </a:rPr>
              <a:t>)</a:t>
            </a:r>
            <a:r>
              <a:rPr lang="zh-CN" altLang="en-US" sz="2800" dirty="0">
                <a:solidFill>
                  <a:schemeClr val="bg1"/>
                </a:solidFill>
                <a:latin typeface="楷体_GB2312" pitchFamily="49" charset="-122"/>
                <a:sym typeface="Symbol" panose="05050102010706020507" pitchFamily="18" charset="2"/>
              </a:rPr>
              <a:t>，</a:t>
            </a:r>
            <a:r>
              <a:rPr lang="en-US" altLang="zh-CN" sz="2800" b="0" i="1" dirty="0">
                <a:solidFill>
                  <a:schemeClr val="bg1"/>
                </a:solidFill>
                <a:latin typeface="Times New Roman" panose="02020603050405020304" pitchFamily="18" charset="0"/>
              </a:rPr>
              <a:t>Z</a:t>
            </a:r>
            <a:r>
              <a:rPr lang="en-US" altLang="zh-CN" sz="2800" b="0" baseline="-25000" dirty="0">
                <a:solidFill>
                  <a:schemeClr val="bg1"/>
                </a:solidFill>
                <a:latin typeface="Times New Roman" panose="02020603050405020304" pitchFamily="18" charset="0"/>
              </a:rPr>
              <a:t>2</a:t>
            </a:r>
            <a:r>
              <a:rPr lang="en-US" altLang="zh-CN" sz="2800" b="0" dirty="0">
                <a:solidFill>
                  <a:schemeClr val="bg1"/>
                </a:solidFill>
                <a:latin typeface="Times New Roman" panose="02020603050405020304" pitchFamily="18" charset="0"/>
              </a:rPr>
              <a:t>= –j50</a:t>
            </a:r>
            <a:r>
              <a:rPr lang="en-US" altLang="zh-CN" sz="2800" b="0" dirty="0">
                <a:solidFill>
                  <a:schemeClr val="bg1"/>
                </a:solidFill>
                <a:latin typeface="Times New Roman" panose="02020603050405020304" pitchFamily="18" charset="0"/>
                <a:sym typeface="Symbol" panose="05050102010706020507" pitchFamily="18" charset="2"/>
              </a:rPr>
              <a:t></a:t>
            </a:r>
            <a:r>
              <a:rPr lang="zh-CN" altLang="en-US" sz="2800" b="0" dirty="0">
                <a:solidFill>
                  <a:schemeClr val="bg1"/>
                </a:solidFill>
                <a:latin typeface="Times New Roman" panose="02020603050405020304" pitchFamily="18" charset="0"/>
                <a:sym typeface="Symbol" panose="05050102010706020507" pitchFamily="18" charset="2"/>
              </a:rPr>
              <a:t>， </a:t>
            </a:r>
            <a:r>
              <a:rPr lang="en-US" altLang="zh-CN" sz="2800" b="0" i="1" dirty="0">
                <a:solidFill>
                  <a:schemeClr val="bg1"/>
                </a:solidFill>
                <a:latin typeface="Times New Roman" panose="02020603050405020304" pitchFamily="18" charset="0"/>
              </a:rPr>
              <a:t>Z</a:t>
            </a:r>
            <a:r>
              <a:rPr lang="en-US" altLang="zh-CN" sz="2800" b="0" baseline="-25000" dirty="0">
                <a:solidFill>
                  <a:schemeClr val="bg1"/>
                </a:solidFill>
                <a:latin typeface="Times New Roman" panose="02020603050405020304" pitchFamily="18" charset="0"/>
              </a:rPr>
              <a:t>N</a:t>
            </a:r>
            <a:r>
              <a:rPr lang="en-US" altLang="zh-CN" sz="2800" b="0" dirty="0">
                <a:solidFill>
                  <a:schemeClr val="bg1"/>
                </a:solidFill>
                <a:latin typeface="Times New Roman" panose="02020603050405020304" pitchFamily="18" charset="0"/>
              </a:rPr>
              <a:t>=(1+ j2)</a:t>
            </a:r>
            <a:r>
              <a:rPr lang="en-US" altLang="zh-CN" sz="2800" b="0" dirty="0">
                <a:solidFill>
                  <a:schemeClr val="bg1"/>
                </a:solidFill>
                <a:latin typeface="Times New Roman" panose="02020603050405020304" pitchFamily="18" charset="0"/>
                <a:sym typeface="Symbol" panose="05050102010706020507" pitchFamily="18" charset="2"/>
              </a:rPr>
              <a:t></a:t>
            </a:r>
            <a:r>
              <a:rPr lang="zh-CN" altLang="en-US" sz="2800" b="0" dirty="0">
                <a:latin typeface="Times New Roman" panose="02020603050405020304" pitchFamily="18" charset="0"/>
                <a:sym typeface="Symbol" panose="05050102010706020507" pitchFamily="18" charset="2"/>
              </a:rPr>
              <a:t>。</a:t>
            </a:r>
            <a:endParaRPr lang="zh-CN" altLang="en-US" sz="2800" b="0" dirty="0">
              <a:latin typeface="Times New Roman" panose="02020603050405020304" pitchFamily="18" charset="0"/>
              <a:sym typeface="Symbol" panose="05050102010706020507" pitchFamily="18" charset="2"/>
            </a:endParaRPr>
          </a:p>
        </p:txBody>
      </p:sp>
      <p:sp>
        <p:nvSpPr>
          <p:cNvPr id="5124" name="Text Box 4"/>
          <p:cNvSpPr txBox="1"/>
          <p:nvPr/>
        </p:nvSpPr>
        <p:spPr>
          <a:xfrm>
            <a:off x="827088" y="1412875"/>
            <a:ext cx="8070850" cy="519113"/>
          </a:xfrm>
          <a:prstGeom prst="rect">
            <a:avLst/>
          </a:prstGeom>
          <a:noFill/>
          <a:ln w="9525">
            <a:noFill/>
          </a:ln>
        </p:spPr>
        <p:txBody>
          <a:bodyPr>
            <a:spAutoFit/>
          </a:bodyPr>
          <a:p>
            <a:pPr>
              <a:spcBef>
                <a:spcPct val="50000"/>
              </a:spcBef>
            </a:pPr>
            <a:r>
              <a:rPr lang="zh-CN" altLang="en-US" sz="2800" dirty="0">
                <a:latin typeface="楷体_GB2312" pitchFamily="49" charset="-122"/>
              </a:rPr>
              <a:t>求：线电流、相电流，画出相量图</a:t>
            </a:r>
            <a:r>
              <a:rPr lang="en-US" altLang="zh-CN" sz="2800" dirty="0">
                <a:latin typeface="楷体_GB2312" pitchFamily="49" charset="-122"/>
              </a:rPr>
              <a:t>(</a:t>
            </a:r>
            <a:r>
              <a:rPr lang="zh-CN" altLang="en-US" sz="2800" dirty="0">
                <a:latin typeface="楷体_GB2312" pitchFamily="49" charset="-122"/>
              </a:rPr>
              <a:t>以</a:t>
            </a:r>
            <a:r>
              <a:rPr lang="en-US" altLang="zh-CN" sz="2800" b="0" dirty="0">
                <a:latin typeface="Times New Roman" panose="02020603050405020304" pitchFamily="18" charset="0"/>
              </a:rPr>
              <a:t>A</a:t>
            </a:r>
            <a:r>
              <a:rPr lang="zh-CN" altLang="en-US" sz="2800" dirty="0">
                <a:latin typeface="楷体_GB2312" pitchFamily="49" charset="-122"/>
              </a:rPr>
              <a:t>相为例</a:t>
            </a:r>
            <a:r>
              <a:rPr lang="en-US" altLang="zh-CN" sz="2800" dirty="0">
                <a:latin typeface="楷体_GB2312" pitchFamily="49" charset="-122"/>
              </a:rPr>
              <a:t>)</a:t>
            </a:r>
            <a:r>
              <a:rPr lang="zh-CN" altLang="en-US" sz="2800" dirty="0">
                <a:latin typeface="楷体_GB2312" pitchFamily="49" charset="-122"/>
              </a:rPr>
              <a:t>。</a:t>
            </a:r>
            <a:endParaRPr lang="zh-CN" altLang="en-US" sz="2800" dirty="0">
              <a:latin typeface="楷体_GB2312" pitchFamily="49" charset="-122"/>
            </a:endParaRPr>
          </a:p>
        </p:txBody>
      </p:sp>
      <p:sp>
        <p:nvSpPr>
          <p:cNvPr id="5171" name="Text Box 51"/>
          <p:cNvSpPr txBox="1"/>
          <p:nvPr/>
        </p:nvSpPr>
        <p:spPr>
          <a:xfrm>
            <a:off x="539750" y="2060575"/>
            <a:ext cx="617538" cy="519113"/>
          </a:xfrm>
          <a:prstGeom prst="rect">
            <a:avLst/>
          </a:prstGeom>
          <a:solidFill>
            <a:srgbClr val="990033"/>
          </a:solidFill>
          <a:ln w="9525">
            <a:noFill/>
          </a:ln>
        </p:spPr>
        <p:txBody>
          <a:bodyPr>
            <a:spAutoFit/>
          </a:bodyPr>
          <a:p>
            <a:pPr>
              <a:spcBef>
                <a:spcPct val="50000"/>
              </a:spcBef>
            </a:pPr>
            <a:r>
              <a:rPr lang="zh-CN" altLang="en-US" sz="2800" dirty="0">
                <a:solidFill>
                  <a:schemeClr val="bg1"/>
                </a:solidFill>
                <a:latin typeface="Times New Roman" panose="02020603050405020304" pitchFamily="18" charset="0"/>
                <a:ea typeface="宋体" panose="02010600030101010101" pitchFamily="2" charset="-122"/>
              </a:rPr>
              <a:t>解 </a:t>
            </a:r>
            <a:endParaRPr lang="zh-CN" altLang="en-US" sz="2800" dirty="0">
              <a:solidFill>
                <a:schemeClr val="bg1"/>
              </a:solidFill>
              <a:latin typeface="Times New Roman" panose="02020603050405020304" pitchFamily="18" charset="0"/>
              <a:ea typeface="宋体" panose="02010600030101010101" pitchFamily="2" charset="-122"/>
            </a:endParaRPr>
          </a:p>
        </p:txBody>
      </p:sp>
      <p:sp>
        <p:nvSpPr>
          <p:cNvPr id="5193" name="Text Box 73"/>
          <p:cNvSpPr txBox="1"/>
          <p:nvPr/>
        </p:nvSpPr>
        <p:spPr>
          <a:xfrm>
            <a:off x="1258888" y="1989138"/>
            <a:ext cx="2736850" cy="519112"/>
          </a:xfrm>
          <a:prstGeom prst="rect">
            <a:avLst/>
          </a:prstGeom>
          <a:noFill/>
          <a:ln w="9525">
            <a:noFill/>
          </a:ln>
        </p:spPr>
        <p:txBody>
          <a:bodyPr>
            <a:spAutoFit/>
          </a:bodyPr>
          <a:p>
            <a:pPr>
              <a:spcBef>
                <a:spcPct val="50000"/>
              </a:spcBef>
            </a:pPr>
            <a:r>
              <a:rPr lang="zh-CN" altLang="en-US" sz="2800" dirty="0">
                <a:latin typeface="Arial" panose="020B0604020202020204" pitchFamily="34" charset="0"/>
              </a:rPr>
              <a:t>画出一相计算图</a:t>
            </a:r>
            <a:endParaRPr lang="zh-CN" altLang="en-US" sz="2800" dirty="0">
              <a:latin typeface="Arial" panose="020B0604020202020204" pitchFamily="34" charset="0"/>
            </a:endParaRPr>
          </a:p>
        </p:txBody>
      </p:sp>
      <p:grpSp>
        <p:nvGrpSpPr>
          <p:cNvPr id="2" name="Group 168"/>
          <p:cNvGrpSpPr/>
          <p:nvPr/>
        </p:nvGrpSpPr>
        <p:grpSpPr>
          <a:xfrm>
            <a:off x="250825" y="3875088"/>
            <a:ext cx="3124200" cy="2146300"/>
            <a:chOff x="158" y="2441"/>
            <a:chExt cx="1968" cy="1352"/>
          </a:xfrm>
        </p:grpSpPr>
        <p:sp>
          <p:nvSpPr>
            <p:cNvPr id="32840" name="Oval 88"/>
            <p:cNvSpPr/>
            <p:nvPr/>
          </p:nvSpPr>
          <p:spPr>
            <a:xfrm>
              <a:off x="158" y="3113"/>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32841" name="Rectangle 101"/>
            <p:cNvSpPr/>
            <p:nvPr/>
          </p:nvSpPr>
          <p:spPr>
            <a:xfrm>
              <a:off x="339" y="2886"/>
              <a:ext cx="1724" cy="907"/>
            </a:xfrm>
            <a:prstGeom prst="rect">
              <a:avLst/>
            </a:prstGeom>
            <a:noFill/>
            <a:ln w="28575" cap="flat" cmpd="sng">
              <a:solidFill>
                <a:srgbClr val="FFCC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2842" name="Line 89"/>
            <p:cNvSpPr/>
            <p:nvPr/>
          </p:nvSpPr>
          <p:spPr>
            <a:xfrm>
              <a:off x="1354" y="2886"/>
              <a:ext cx="0" cy="907"/>
            </a:xfrm>
            <a:prstGeom prst="line">
              <a:avLst/>
            </a:prstGeom>
            <a:ln w="28575" cap="flat" cmpd="sng">
              <a:solidFill>
                <a:srgbClr val="FFCC00"/>
              </a:solidFill>
              <a:prstDash val="solid"/>
              <a:headEnd type="oval" w="med" len="med"/>
              <a:tailEnd type="oval" w="med" len="med"/>
            </a:ln>
          </p:spPr>
        </p:sp>
        <p:sp>
          <p:nvSpPr>
            <p:cNvPr id="32843" name="Text Box 90"/>
            <p:cNvSpPr txBox="1"/>
            <p:nvPr/>
          </p:nvSpPr>
          <p:spPr>
            <a:xfrm>
              <a:off x="430" y="2886"/>
              <a:ext cx="244" cy="327"/>
            </a:xfrm>
            <a:prstGeom prst="rect">
              <a:avLst/>
            </a:prstGeom>
            <a:noFill/>
            <a:ln w="38100">
              <a:noFill/>
            </a:ln>
          </p:spPr>
          <p:txBody>
            <a:bodyPr wrap="none" anchor="ctr" anchorCtr="0">
              <a:spAutoFit/>
            </a:bodyPr>
            <a:p>
              <a:pPr algn="ctr" eaLnBrk="0" hangingPunct="0">
                <a:spcBef>
                  <a:spcPct val="50000"/>
                </a:spcBef>
              </a:pPr>
              <a:r>
                <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2844" name="Text Box 91"/>
            <p:cNvSpPr txBox="1"/>
            <p:nvPr/>
          </p:nvSpPr>
          <p:spPr>
            <a:xfrm>
              <a:off x="430" y="3430"/>
              <a:ext cx="212" cy="327"/>
            </a:xfrm>
            <a:prstGeom prst="rect">
              <a:avLst/>
            </a:prstGeom>
            <a:noFill/>
            <a:ln w="38100">
              <a:noFill/>
            </a:ln>
          </p:spPr>
          <p:txBody>
            <a:bodyPr anchor="ctr" anchorCtr="0">
              <a:spAutoFit/>
            </a:bodyPr>
            <a:p>
              <a:pPr algn="ctr" eaLnBrk="0" hangingPunct="0">
                <a:spcBef>
                  <a:spcPct val="50000"/>
                </a:spcBef>
              </a:pPr>
              <a:r>
                <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_</a:t>
              </a:r>
              <a:endPar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2845" name="Text Box 92"/>
            <p:cNvSpPr txBox="1"/>
            <p:nvPr/>
          </p:nvSpPr>
          <p:spPr>
            <a:xfrm>
              <a:off x="974" y="3158"/>
              <a:ext cx="317" cy="327"/>
            </a:xfrm>
            <a:prstGeom prst="rect">
              <a:avLst/>
            </a:prstGeom>
            <a:noFill/>
            <a:ln w="38100">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1</a:t>
              </a:r>
              <a:endParaRPr lang="en-US" altLang="zh-CN" sz="2800" b="0" dirty="0">
                <a:solidFill>
                  <a:schemeClr val="bg1"/>
                </a:solidFill>
                <a:latin typeface="Times New Roman" panose="02020603050405020304" pitchFamily="18" charset="0"/>
                <a:ea typeface="宋体" panose="02010600030101010101" pitchFamily="2" charset="-122"/>
              </a:endParaRPr>
            </a:p>
          </p:txBody>
        </p:sp>
        <p:graphicFrame>
          <p:nvGraphicFramePr>
            <p:cNvPr id="32775" name="Object 93"/>
            <p:cNvGraphicFramePr/>
            <p:nvPr/>
          </p:nvGraphicFramePr>
          <p:xfrm>
            <a:off x="521" y="3113"/>
            <a:ext cx="401" cy="417"/>
          </p:xfrm>
          <a:graphic>
            <a:graphicData uri="http://schemas.openxmlformats.org/presentationml/2006/ole">
              <mc:AlternateContent xmlns:mc="http://schemas.openxmlformats.org/markup-compatibility/2006">
                <mc:Choice xmlns:v="urn:schemas-microsoft-com:vml" Requires="v">
                  <p:oleObj spid="_x0000_s3311" name="" r:id="rId1" imgW="317500" imgH="330200" progId="Equation.3">
                    <p:embed/>
                  </p:oleObj>
                </mc:Choice>
                <mc:Fallback>
                  <p:oleObj name="" r:id="rId1" imgW="317500" imgH="330200" progId="Equation.3">
                    <p:embed/>
                    <p:pic>
                      <p:nvPicPr>
                        <p:cNvPr id="0" name="图片 3310"/>
                        <p:cNvPicPr/>
                        <p:nvPr/>
                      </p:nvPicPr>
                      <p:blipFill>
                        <a:blip r:embed="rId2">
                          <a:clrChange>
                            <a:clrFrom>
                              <a:srgbClr val="000000"/>
                            </a:clrFrom>
                            <a:clrTo>
                              <a:srgbClr val="FFFFFF"/>
                            </a:clrTo>
                          </a:clrChange>
                        </a:blip>
                        <a:stretch>
                          <a:fillRect/>
                        </a:stretch>
                      </p:blipFill>
                      <p:spPr>
                        <a:xfrm>
                          <a:off x="521" y="3113"/>
                          <a:ext cx="401" cy="417"/>
                        </a:xfrm>
                        <a:prstGeom prst="rect">
                          <a:avLst/>
                        </a:prstGeom>
                        <a:noFill/>
                        <a:ln w="38100">
                          <a:noFill/>
                          <a:miter/>
                        </a:ln>
                      </p:spPr>
                    </p:pic>
                  </p:oleObj>
                </mc:Fallback>
              </mc:AlternateContent>
            </a:graphicData>
          </a:graphic>
        </p:graphicFrame>
        <p:graphicFrame>
          <p:nvGraphicFramePr>
            <p:cNvPr id="32776" name="Object 94"/>
            <p:cNvGraphicFramePr/>
            <p:nvPr/>
          </p:nvGraphicFramePr>
          <p:xfrm>
            <a:off x="1365" y="2768"/>
            <a:ext cx="256" cy="481"/>
          </p:xfrm>
          <a:graphic>
            <a:graphicData uri="http://schemas.openxmlformats.org/presentationml/2006/ole">
              <mc:AlternateContent xmlns:mc="http://schemas.openxmlformats.org/markup-compatibility/2006">
                <mc:Choice xmlns:v="urn:schemas-microsoft-com:vml" Requires="v">
                  <p:oleObj spid="_x0000_s3312" name="" r:id="rId3" imgW="203200" imgH="380365" progId="Equation.3">
                    <p:embed/>
                  </p:oleObj>
                </mc:Choice>
                <mc:Fallback>
                  <p:oleObj name="" r:id="rId3" imgW="203200" imgH="380365" progId="Equation.3">
                    <p:embed/>
                    <p:pic>
                      <p:nvPicPr>
                        <p:cNvPr id="0" name="图片 3311"/>
                        <p:cNvPicPr/>
                        <p:nvPr/>
                      </p:nvPicPr>
                      <p:blipFill>
                        <a:blip r:embed="rId4">
                          <a:clrChange>
                            <a:clrFrom>
                              <a:srgbClr val="000000"/>
                            </a:clrFrom>
                            <a:clrTo>
                              <a:srgbClr val="FFFFFF"/>
                            </a:clrTo>
                          </a:clrChange>
                        </a:blip>
                        <a:stretch>
                          <a:fillRect/>
                        </a:stretch>
                      </p:blipFill>
                      <p:spPr>
                        <a:xfrm>
                          <a:off x="1365" y="2768"/>
                          <a:ext cx="256" cy="481"/>
                        </a:xfrm>
                        <a:prstGeom prst="rect">
                          <a:avLst/>
                        </a:prstGeom>
                        <a:noFill/>
                        <a:ln w="38100">
                          <a:noFill/>
                          <a:miter/>
                        </a:ln>
                      </p:spPr>
                    </p:pic>
                  </p:oleObj>
                </mc:Fallback>
              </mc:AlternateContent>
            </a:graphicData>
          </a:graphic>
        </p:graphicFrame>
        <p:sp>
          <p:nvSpPr>
            <p:cNvPr id="32846" name="Line 95"/>
            <p:cNvSpPr/>
            <p:nvPr/>
          </p:nvSpPr>
          <p:spPr>
            <a:xfrm>
              <a:off x="1356" y="2886"/>
              <a:ext cx="0" cy="277"/>
            </a:xfrm>
            <a:prstGeom prst="line">
              <a:avLst/>
            </a:prstGeom>
            <a:ln w="28575" cap="flat" cmpd="sng">
              <a:solidFill>
                <a:srgbClr val="00FFFF"/>
              </a:solidFill>
              <a:prstDash val="solid"/>
              <a:headEnd type="none" w="med" len="med"/>
              <a:tailEnd type="triangle" w="med" len="med"/>
            </a:ln>
          </p:spPr>
        </p:sp>
        <p:sp>
          <p:nvSpPr>
            <p:cNvPr id="32847" name="Line 96"/>
            <p:cNvSpPr/>
            <p:nvPr/>
          </p:nvSpPr>
          <p:spPr>
            <a:xfrm>
              <a:off x="612" y="2886"/>
              <a:ext cx="336" cy="0"/>
            </a:xfrm>
            <a:prstGeom prst="line">
              <a:avLst/>
            </a:prstGeom>
            <a:ln w="28575" cap="flat" cmpd="sng">
              <a:solidFill>
                <a:srgbClr val="00FFFF"/>
              </a:solidFill>
              <a:prstDash val="solid"/>
              <a:headEnd type="none" w="med" len="med"/>
              <a:tailEnd type="triangle" w="med" len="med"/>
            </a:ln>
          </p:spPr>
        </p:sp>
        <p:graphicFrame>
          <p:nvGraphicFramePr>
            <p:cNvPr id="32777" name="Object 97"/>
            <p:cNvGraphicFramePr/>
            <p:nvPr/>
          </p:nvGraphicFramePr>
          <p:xfrm>
            <a:off x="612" y="2460"/>
            <a:ext cx="256" cy="418"/>
          </p:xfrm>
          <a:graphic>
            <a:graphicData uri="http://schemas.openxmlformats.org/presentationml/2006/ole">
              <mc:AlternateContent xmlns:mc="http://schemas.openxmlformats.org/markup-compatibility/2006">
                <mc:Choice xmlns:v="urn:schemas-microsoft-com:vml" Requires="v">
                  <p:oleObj spid="_x0000_s3308" name="" r:id="rId5" imgW="203200" imgH="330200" progId="Equation.3">
                    <p:embed/>
                  </p:oleObj>
                </mc:Choice>
                <mc:Fallback>
                  <p:oleObj name="" r:id="rId5" imgW="203200" imgH="330200" progId="Equation.3">
                    <p:embed/>
                    <p:pic>
                      <p:nvPicPr>
                        <p:cNvPr id="0" name="图片 3307"/>
                        <p:cNvPicPr/>
                        <p:nvPr/>
                      </p:nvPicPr>
                      <p:blipFill>
                        <a:blip r:embed="rId6">
                          <a:clrChange>
                            <a:clrFrom>
                              <a:srgbClr val="000000"/>
                            </a:clrFrom>
                            <a:clrTo>
                              <a:srgbClr val="FFFFFF"/>
                            </a:clrTo>
                          </a:clrChange>
                        </a:blip>
                        <a:stretch>
                          <a:fillRect/>
                        </a:stretch>
                      </p:blipFill>
                      <p:spPr>
                        <a:xfrm>
                          <a:off x="612" y="2460"/>
                          <a:ext cx="256" cy="418"/>
                        </a:xfrm>
                        <a:prstGeom prst="rect">
                          <a:avLst/>
                        </a:prstGeom>
                        <a:noFill/>
                        <a:ln w="38100">
                          <a:noFill/>
                          <a:miter/>
                        </a:ln>
                      </p:spPr>
                    </p:pic>
                  </p:oleObj>
                </mc:Fallback>
              </mc:AlternateContent>
            </a:graphicData>
          </a:graphic>
        </p:graphicFrame>
        <p:sp>
          <p:nvSpPr>
            <p:cNvPr id="32848" name="Line 98"/>
            <p:cNvSpPr/>
            <p:nvPr/>
          </p:nvSpPr>
          <p:spPr>
            <a:xfrm>
              <a:off x="1610" y="2886"/>
              <a:ext cx="276" cy="0"/>
            </a:xfrm>
            <a:prstGeom prst="line">
              <a:avLst/>
            </a:prstGeom>
            <a:ln w="28575" cap="flat" cmpd="sng">
              <a:solidFill>
                <a:srgbClr val="00FFFF"/>
              </a:solidFill>
              <a:prstDash val="solid"/>
              <a:headEnd type="none" w="med" len="med"/>
              <a:tailEnd type="triangle" w="med" len="med"/>
            </a:ln>
          </p:spPr>
        </p:sp>
        <p:graphicFrame>
          <p:nvGraphicFramePr>
            <p:cNvPr id="32778" name="Object 99"/>
            <p:cNvGraphicFramePr/>
            <p:nvPr/>
          </p:nvGraphicFramePr>
          <p:xfrm>
            <a:off x="1519" y="2441"/>
            <a:ext cx="427" cy="449"/>
          </p:xfrm>
          <a:graphic>
            <a:graphicData uri="http://schemas.openxmlformats.org/presentationml/2006/ole">
              <mc:AlternateContent xmlns:mc="http://schemas.openxmlformats.org/markup-compatibility/2006">
                <mc:Choice xmlns:v="urn:schemas-microsoft-com:vml" Requires="v">
                  <p:oleObj spid="_x0000_s3310" name="" r:id="rId7" imgW="203200" imgH="355600" progId="Equation.3">
                    <p:embed/>
                  </p:oleObj>
                </mc:Choice>
                <mc:Fallback>
                  <p:oleObj name="" r:id="rId7" imgW="203200" imgH="355600" progId="Equation.3">
                    <p:embed/>
                    <p:pic>
                      <p:nvPicPr>
                        <p:cNvPr id="0" name="图片 3309"/>
                        <p:cNvPicPr/>
                        <p:nvPr/>
                      </p:nvPicPr>
                      <p:blipFill>
                        <a:blip r:embed="rId8">
                          <a:clrChange>
                            <a:clrFrom>
                              <a:srgbClr val="000000"/>
                            </a:clrFrom>
                            <a:clrTo>
                              <a:srgbClr val="FFFFFF"/>
                            </a:clrTo>
                          </a:clrChange>
                        </a:blip>
                        <a:stretch>
                          <a:fillRect/>
                        </a:stretch>
                      </p:blipFill>
                      <p:spPr>
                        <a:xfrm>
                          <a:off x="1519" y="2441"/>
                          <a:ext cx="427" cy="449"/>
                        </a:xfrm>
                        <a:prstGeom prst="rect">
                          <a:avLst/>
                        </a:prstGeom>
                        <a:noFill/>
                        <a:ln w="38100">
                          <a:noFill/>
                          <a:miter/>
                        </a:ln>
                      </p:spPr>
                    </p:pic>
                  </p:oleObj>
                </mc:Fallback>
              </mc:AlternateContent>
            </a:graphicData>
          </a:graphic>
        </p:graphicFrame>
        <p:graphicFrame>
          <p:nvGraphicFramePr>
            <p:cNvPr id="32779" name="Object 100"/>
            <p:cNvGraphicFramePr/>
            <p:nvPr/>
          </p:nvGraphicFramePr>
          <p:xfrm>
            <a:off x="1701" y="3022"/>
            <a:ext cx="304" cy="579"/>
          </p:xfrm>
          <a:graphic>
            <a:graphicData uri="http://schemas.openxmlformats.org/presentationml/2006/ole">
              <mc:AlternateContent xmlns:mc="http://schemas.openxmlformats.org/markup-compatibility/2006">
                <mc:Choice xmlns:v="urn:schemas-microsoft-com:vml" Requires="v">
                  <p:oleObj spid="_x0000_s3309" name="" r:id="rId9" imgW="241300" imgH="457200" progId="Equation.3">
                    <p:embed/>
                  </p:oleObj>
                </mc:Choice>
                <mc:Fallback>
                  <p:oleObj name="" r:id="rId9" imgW="241300" imgH="457200" progId="Equation.3">
                    <p:embed/>
                    <p:pic>
                      <p:nvPicPr>
                        <p:cNvPr id="0" name="图片 3308"/>
                        <p:cNvPicPr/>
                        <p:nvPr/>
                      </p:nvPicPr>
                      <p:blipFill>
                        <a:blip r:embed="rId10">
                          <a:clrChange>
                            <a:clrFrom>
                              <a:srgbClr val="000000"/>
                            </a:clrFrom>
                            <a:clrTo>
                              <a:srgbClr val="FFFFFF"/>
                            </a:clrTo>
                          </a:clrChange>
                        </a:blip>
                        <a:stretch>
                          <a:fillRect/>
                        </a:stretch>
                      </p:blipFill>
                      <p:spPr>
                        <a:xfrm>
                          <a:off x="1701" y="3022"/>
                          <a:ext cx="304" cy="579"/>
                        </a:xfrm>
                        <a:prstGeom prst="rect">
                          <a:avLst/>
                        </a:prstGeom>
                        <a:noFill/>
                        <a:ln w="38100">
                          <a:noFill/>
                          <a:miter/>
                        </a:ln>
                      </p:spPr>
                    </p:pic>
                  </p:oleObj>
                </mc:Fallback>
              </mc:AlternateContent>
            </a:graphicData>
          </a:graphic>
        </p:graphicFrame>
        <p:sp>
          <p:nvSpPr>
            <p:cNvPr id="32849" name="Rectangle 102"/>
            <p:cNvSpPr/>
            <p:nvPr/>
          </p:nvSpPr>
          <p:spPr>
            <a:xfrm>
              <a:off x="1290" y="3185"/>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32850" name="Rectangle 103"/>
            <p:cNvSpPr/>
            <p:nvPr/>
          </p:nvSpPr>
          <p:spPr>
            <a:xfrm>
              <a:off x="1999" y="315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3" name="Group 172"/>
          <p:cNvGrpSpPr/>
          <p:nvPr/>
        </p:nvGrpSpPr>
        <p:grpSpPr>
          <a:xfrm>
            <a:off x="3806825" y="1700213"/>
            <a:ext cx="4789488" cy="4537075"/>
            <a:chOff x="2398" y="1071"/>
            <a:chExt cx="3017" cy="2858"/>
          </a:xfrm>
        </p:grpSpPr>
        <p:sp>
          <p:nvSpPr>
            <p:cNvPr id="32799" name="Oval 105"/>
            <p:cNvSpPr/>
            <p:nvPr/>
          </p:nvSpPr>
          <p:spPr>
            <a:xfrm>
              <a:off x="2902" y="2614"/>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32800" name="Oval 106"/>
            <p:cNvSpPr/>
            <p:nvPr/>
          </p:nvSpPr>
          <p:spPr>
            <a:xfrm>
              <a:off x="2902" y="206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32801" name="Oval 107"/>
            <p:cNvSpPr/>
            <p:nvPr/>
          </p:nvSpPr>
          <p:spPr>
            <a:xfrm>
              <a:off x="2902" y="1480"/>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32802" name="Line 108"/>
            <p:cNvSpPr/>
            <p:nvPr/>
          </p:nvSpPr>
          <p:spPr>
            <a:xfrm>
              <a:off x="2676" y="1661"/>
              <a:ext cx="2693" cy="0"/>
            </a:xfrm>
            <a:prstGeom prst="line">
              <a:avLst/>
            </a:prstGeom>
            <a:ln w="28575" cap="flat" cmpd="sng">
              <a:solidFill>
                <a:srgbClr val="FFCC00"/>
              </a:solidFill>
              <a:prstDash val="solid"/>
              <a:headEnd type="none" w="med" len="med"/>
              <a:tailEnd type="none" w="med" len="med"/>
            </a:ln>
          </p:spPr>
        </p:sp>
        <p:sp>
          <p:nvSpPr>
            <p:cNvPr id="32803" name="Line 109"/>
            <p:cNvSpPr/>
            <p:nvPr/>
          </p:nvSpPr>
          <p:spPr>
            <a:xfrm>
              <a:off x="2676" y="2251"/>
              <a:ext cx="2268" cy="0"/>
            </a:xfrm>
            <a:prstGeom prst="line">
              <a:avLst/>
            </a:prstGeom>
            <a:ln w="28575" cap="flat" cmpd="sng">
              <a:solidFill>
                <a:srgbClr val="FFCC00"/>
              </a:solidFill>
              <a:prstDash val="solid"/>
              <a:headEnd type="oval" w="med" len="med"/>
              <a:tailEnd type="oval" w="med" len="med"/>
            </a:ln>
          </p:spPr>
        </p:sp>
        <p:sp>
          <p:nvSpPr>
            <p:cNvPr id="32804" name="Line 110"/>
            <p:cNvSpPr/>
            <p:nvPr/>
          </p:nvSpPr>
          <p:spPr>
            <a:xfrm>
              <a:off x="2676" y="2795"/>
              <a:ext cx="2693" cy="0"/>
            </a:xfrm>
            <a:prstGeom prst="line">
              <a:avLst/>
            </a:prstGeom>
            <a:ln w="28575" cap="flat" cmpd="sng">
              <a:solidFill>
                <a:srgbClr val="FFCC00"/>
              </a:solidFill>
              <a:prstDash val="solid"/>
              <a:headEnd type="none" w="med" len="med"/>
              <a:tailEnd type="none" w="med" len="med"/>
            </a:ln>
          </p:spPr>
        </p:sp>
        <p:sp>
          <p:nvSpPr>
            <p:cNvPr id="32805" name="Line 111"/>
            <p:cNvSpPr/>
            <p:nvPr/>
          </p:nvSpPr>
          <p:spPr>
            <a:xfrm>
              <a:off x="2676" y="1661"/>
              <a:ext cx="0" cy="1134"/>
            </a:xfrm>
            <a:prstGeom prst="line">
              <a:avLst/>
            </a:prstGeom>
            <a:ln w="28575" cap="flat" cmpd="sng">
              <a:solidFill>
                <a:srgbClr val="FFCC00"/>
              </a:solidFill>
              <a:prstDash val="solid"/>
              <a:headEnd type="none" w="med" len="med"/>
              <a:tailEnd type="none" w="med" len="med"/>
            </a:ln>
          </p:spPr>
        </p:sp>
        <p:sp>
          <p:nvSpPr>
            <p:cNvPr id="32806" name="Text Box 112"/>
            <p:cNvSpPr txBox="1"/>
            <p:nvPr/>
          </p:nvSpPr>
          <p:spPr>
            <a:xfrm>
              <a:off x="3263" y="1408"/>
              <a:ext cx="242" cy="327"/>
            </a:xfrm>
            <a:prstGeom prst="rect">
              <a:avLst/>
            </a:prstGeom>
            <a:noFill/>
            <a:ln w="28575">
              <a:noFill/>
            </a:ln>
          </p:spPr>
          <p:txBody>
            <a:bodyPr wrap="none" anchor="ctr" anchorCtr="0">
              <a:spAutoFit/>
            </a:bodyPr>
            <a:p>
              <a:pPr algn="ctr" eaLnBrk="0" hangingPunct="0">
                <a:spcBef>
                  <a:spcPct val="50000"/>
                </a:spcBef>
              </a:pPr>
              <a:r>
                <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2807" name="Text Box 113"/>
            <p:cNvSpPr txBox="1"/>
            <p:nvPr/>
          </p:nvSpPr>
          <p:spPr>
            <a:xfrm>
              <a:off x="2676" y="1298"/>
              <a:ext cx="195" cy="327"/>
            </a:xfrm>
            <a:prstGeom prst="rect">
              <a:avLst/>
            </a:prstGeom>
            <a:noFill/>
            <a:ln w="28575">
              <a:noFill/>
            </a:ln>
          </p:spPr>
          <p:txBody>
            <a:bodyPr anchor="ctr" anchorCtr="0">
              <a:spAutoFit/>
            </a:bodyPr>
            <a:p>
              <a:pPr algn="ctr" eaLnBrk="0" hangingPunct="0">
                <a:spcBef>
                  <a:spcPct val="50000"/>
                </a:spcBef>
              </a:pPr>
              <a:r>
                <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_</a:t>
              </a:r>
              <a:endPar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2808" name="Line 114"/>
            <p:cNvSpPr/>
            <p:nvPr/>
          </p:nvSpPr>
          <p:spPr>
            <a:xfrm>
              <a:off x="4952" y="1661"/>
              <a:ext cx="0" cy="1134"/>
            </a:xfrm>
            <a:prstGeom prst="line">
              <a:avLst/>
            </a:prstGeom>
            <a:ln w="28575" cap="flat" cmpd="sng">
              <a:solidFill>
                <a:srgbClr val="FFCC00"/>
              </a:solidFill>
              <a:prstDash val="solid"/>
              <a:headEnd type="oval" w="med" len="med"/>
              <a:tailEnd type="oval" w="med" len="med"/>
            </a:ln>
          </p:spPr>
        </p:sp>
        <p:sp>
          <p:nvSpPr>
            <p:cNvPr id="32809" name="Line 115"/>
            <p:cNvSpPr/>
            <p:nvPr/>
          </p:nvSpPr>
          <p:spPr>
            <a:xfrm>
              <a:off x="5352" y="1661"/>
              <a:ext cx="0" cy="1134"/>
            </a:xfrm>
            <a:prstGeom prst="line">
              <a:avLst/>
            </a:prstGeom>
            <a:ln w="28575" cap="flat" cmpd="sng">
              <a:solidFill>
                <a:srgbClr val="FFCC00"/>
              </a:solidFill>
              <a:prstDash val="solid"/>
              <a:headEnd type="none" w="med" len="med"/>
              <a:tailEnd type="none" w="med" len="med"/>
            </a:ln>
          </p:spPr>
        </p:sp>
        <p:sp>
          <p:nvSpPr>
            <p:cNvPr id="32810" name="Line 116"/>
            <p:cNvSpPr/>
            <p:nvPr/>
          </p:nvSpPr>
          <p:spPr>
            <a:xfrm>
              <a:off x="3855" y="1661"/>
              <a:ext cx="0" cy="1724"/>
            </a:xfrm>
            <a:prstGeom prst="line">
              <a:avLst/>
            </a:prstGeom>
            <a:ln w="28575" cap="flat" cmpd="sng">
              <a:solidFill>
                <a:srgbClr val="FFCC00"/>
              </a:solidFill>
              <a:prstDash val="solid"/>
              <a:headEnd type="oval" w="med" len="med"/>
              <a:tailEnd type="none" w="med" len="med"/>
            </a:ln>
          </p:spPr>
        </p:sp>
        <p:sp>
          <p:nvSpPr>
            <p:cNvPr id="32811" name="Line 117"/>
            <p:cNvSpPr/>
            <p:nvPr/>
          </p:nvSpPr>
          <p:spPr>
            <a:xfrm>
              <a:off x="4218" y="2251"/>
              <a:ext cx="0" cy="1134"/>
            </a:xfrm>
            <a:prstGeom prst="line">
              <a:avLst/>
            </a:prstGeom>
            <a:ln w="28575" cap="flat" cmpd="sng">
              <a:solidFill>
                <a:srgbClr val="FFCC00"/>
              </a:solidFill>
              <a:prstDash val="solid"/>
              <a:headEnd type="oval" w="med" len="med"/>
              <a:tailEnd type="oval" w="med" len="med"/>
            </a:ln>
          </p:spPr>
        </p:sp>
        <p:sp>
          <p:nvSpPr>
            <p:cNvPr id="32812" name="Line 118"/>
            <p:cNvSpPr/>
            <p:nvPr/>
          </p:nvSpPr>
          <p:spPr>
            <a:xfrm>
              <a:off x="4581" y="2795"/>
              <a:ext cx="0" cy="590"/>
            </a:xfrm>
            <a:prstGeom prst="line">
              <a:avLst/>
            </a:prstGeom>
            <a:ln w="28575" cap="flat" cmpd="sng">
              <a:solidFill>
                <a:srgbClr val="FFCC00"/>
              </a:solidFill>
              <a:prstDash val="solid"/>
              <a:headEnd type="oval" w="med" len="med"/>
              <a:tailEnd type="none" w="med" len="med"/>
            </a:ln>
          </p:spPr>
        </p:sp>
        <p:sp>
          <p:nvSpPr>
            <p:cNvPr id="32813" name="Line 119"/>
            <p:cNvSpPr/>
            <p:nvPr/>
          </p:nvSpPr>
          <p:spPr>
            <a:xfrm>
              <a:off x="3855" y="3385"/>
              <a:ext cx="726" cy="0"/>
            </a:xfrm>
            <a:prstGeom prst="line">
              <a:avLst/>
            </a:prstGeom>
            <a:ln w="28575" cap="flat" cmpd="sng">
              <a:solidFill>
                <a:srgbClr val="FFCC00"/>
              </a:solidFill>
              <a:prstDash val="solid"/>
              <a:headEnd type="none" w="med" len="med"/>
              <a:tailEnd type="none" w="med" len="med"/>
            </a:ln>
          </p:spPr>
        </p:sp>
        <p:sp>
          <p:nvSpPr>
            <p:cNvPr id="32814" name="Line 120"/>
            <p:cNvSpPr/>
            <p:nvPr/>
          </p:nvSpPr>
          <p:spPr>
            <a:xfrm>
              <a:off x="4218" y="3385"/>
              <a:ext cx="0" cy="544"/>
            </a:xfrm>
            <a:prstGeom prst="line">
              <a:avLst/>
            </a:prstGeom>
            <a:ln w="28575" cap="flat" cmpd="sng">
              <a:solidFill>
                <a:srgbClr val="FFCC00"/>
              </a:solidFill>
              <a:prstDash val="solid"/>
              <a:headEnd type="none" w="med" len="med"/>
              <a:tailEnd type="none" w="med" len="med"/>
            </a:ln>
          </p:spPr>
        </p:sp>
        <p:sp>
          <p:nvSpPr>
            <p:cNvPr id="32815" name="Line 121"/>
            <p:cNvSpPr/>
            <p:nvPr/>
          </p:nvSpPr>
          <p:spPr>
            <a:xfrm>
              <a:off x="2449" y="2251"/>
              <a:ext cx="0" cy="1678"/>
            </a:xfrm>
            <a:prstGeom prst="line">
              <a:avLst/>
            </a:prstGeom>
            <a:ln w="28575" cap="flat" cmpd="sng">
              <a:solidFill>
                <a:srgbClr val="FFCC00"/>
              </a:solidFill>
              <a:prstDash val="solid"/>
              <a:headEnd type="none" w="med" len="med"/>
              <a:tailEnd type="none" w="med" len="med"/>
            </a:ln>
          </p:spPr>
        </p:sp>
        <p:sp>
          <p:nvSpPr>
            <p:cNvPr id="32816" name="Line 122"/>
            <p:cNvSpPr/>
            <p:nvPr/>
          </p:nvSpPr>
          <p:spPr>
            <a:xfrm>
              <a:off x="2449" y="3929"/>
              <a:ext cx="1769" cy="0"/>
            </a:xfrm>
            <a:prstGeom prst="line">
              <a:avLst/>
            </a:prstGeom>
            <a:ln w="28575" cap="flat" cmpd="sng">
              <a:solidFill>
                <a:srgbClr val="FFCC00"/>
              </a:solidFill>
              <a:prstDash val="solid"/>
              <a:headEnd type="none" w="med" len="med"/>
              <a:tailEnd type="none" w="med" len="med"/>
            </a:ln>
          </p:spPr>
        </p:sp>
        <p:sp>
          <p:nvSpPr>
            <p:cNvPr id="32817" name="Line 123"/>
            <p:cNvSpPr/>
            <p:nvPr/>
          </p:nvSpPr>
          <p:spPr>
            <a:xfrm flipH="1">
              <a:off x="2449" y="2251"/>
              <a:ext cx="227" cy="0"/>
            </a:xfrm>
            <a:prstGeom prst="line">
              <a:avLst/>
            </a:prstGeom>
            <a:ln w="28575" cap="flat" cmpd="sng">
              <a:solidFill>
                <a:srgbClr val="FFCC00"/>
              </a:solidFill>
              <a:prstDash val="solid"/>
              <a:headEnd type="none" w="med" len="med"/>
              <a:tailEnd type="none" w="med" len="med"/>
            </a:ln>
          </p:spPr>
        </p:sp>
        <p:sp>
          <p:nvSpPr>
            <p:cNvPr id="32818" name="Text Box 124"/>
            <p:cNvSpPr txBox="1"/>
            <p:nvPr/>
          </p:nvSpPr>
          <p:spPr>
            <a:xfrm>
              <a:off x="2676" y="1888"/>
              <a:ext cx="196" cy="327"/>
            </a:xfrm>
            <a:prstGeom prst="rect">
              <a:avLst/>
            </a:prstGeom>
            <a:noFill/>
            <a:ln w="28575">
              <a:noFill/>
            </a:ln>
          </p:spPr>
          <p:txBody>
            <a:bodyPr anchor="ctr" anchorCtr="0">
              <a:spAutoFit/>
            </a:bodyPr>
            <a:p>
              <a:pPr algn="ctr" eaLnBrk="0" hangingPunct="0">
                <a:spcBef>
                  <a:spcPct val="50000"/>
                </a:spcBef>
              </a:pPr>
              <a:r>
                <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_</a:t>
              </a:r>
              <a:endPar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2819" name="Text Box 125"/>
            <p:cNvSpPr txBox="1"/>
            <p:nvPr/>
          </p:nvSpPr>
          <p:spPr>
            <a:xfrm>
              <a:off x="2676" y="2432"/>
              <a:ext cx="196" cy="327"/>
            </a:xfrm>
            <a:prstGeom prst="rect">
              <a:avLst/>
            </a:prstGeom>
            <a:noFill/>
            <a:ln w="28575">
              <a:noFill/>
            </a:ln>
          </p:spPr>
          <p:txBody>
            <a:bodyPr anchor="ctr" anchorCtr="0">
              <a:spAutoFit/>
            </a:bodyPr>
            <a:p>
              <a:pPr algn="ctr" eaLnBrk="0" hangingPunct="0">
                <a:spcBef>
                  <a:spcPct val="50000"/>
                </a:spcBef>
              </a:pPr>
              <a:r>
                <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_</a:t>
              </a:r>
              <a:endPar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2820" name="Text Box 126"/>
            <p:cNvSpPr txBox="1"/>
            <p:nvPr/>
          </p:nvSpPr>
          <p:spPr>
            <a:xfrm>
              <a:off x="3265" y="1979"/>
              <a:ext cx="242" cy="327"/>
            </a:xfrm>
            <a:prstGeom prst="rect">
              <a:avLst/>
            </a:prstGeom>
            <a:noFill/>
            <a:ln w="28575">
              <a:noFill/>
            </a:ln>
          </p:spPr>
          <p:txBody>
            <a:bodyPr wrap="none" anchor="ctr" anchorCtr="0">
              <a:spAutoFit/>
            </a:bodyPr>
            <a:p>
              <a:pPr algn="ctr" eaLnBrk="0" hangingPunct="0">
                <a:spcBef>
                  <a:spcPct val="50000"/>
                </a:spcBef>
              </a:pPr>
              <a:r>
                <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2821" name="Text Box 127"/>
            <p:cNvSpPr txBox="1"/>
            <p:nvPr/>
          </p:nvSpPr>
          <p:spPr>
            <a:xfrm>
              <a:off x="3265" y="2523"/>
              <a:ext cx="242" cy="327"/>
            </a:xfrm>
            <a:prstGeom prst="rect">
              <a:avLst/>
            </a:prstGeom>
            <a:noFill/>
            <a:ln w="28575">
              <a:noFill/>
            </a:ln>
          </p:spPr>
          <p:txBody>
            <a:bodyPr wrap="none" anchor="ctr" anchorCtr="0">
              <a:spAutoFit/>
            </a:bodyPr>
            <a:p>
              <a:pPr algn="ctr" eaLnBrk="0" hangingPunct="0">
                <a:spcBef>
                  <a:spcPct val="50000"/>
                </a:spcBef>
              </a:pPr>
              <a:r>
                <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2822" name="Line 128"/>
            <p:cNvSpPr/>
            <p:nvPr/>
          </p:nvSpPr>
          <p:spPr>
            <a:xfrm>
              <a:off x="3860" y="1797"/>
              <a:ext cx="0" cy="277"/>
            </a:xfrm>
            <a:prstGeom prst="line">
              <a:avLst/>
            </a:prstGeom>
            <a:ln w="28575" cap="flat" cmpd="sng">
              <a:solidFill>
                <a:srgbClr val="00FFFF"/>
              </a:solidFill>
              <a:prstDash val="solid"/>
              <a:headEnd type="none" w="med" len="med"/>
              <a:tailEnd type="triangle" w="med" len="med"/>
            </a:ln>
          </p:spPr>
        </p:sp>
        <p:sp>
          <p:nvSpPr>
            <p:cNvPr id="32823" name="Line 129"/>
            <p:cNvSpPr/>
            <p:nvPr/>
          </p:nvSpPr>
          <p:spPr>
            <a:xfrm>
              <a:off x="4195" y="1661"/>
              <a:ext cx="276" cy="0"/>
            </a:xfrm>
            <a:prstGeom prst="line">
              <a:avLst/>
            </a:prstGeom>
            <a:ln w="28575" cap="flat" cmpd="sng">
              <a:solidFill>
                <a:srgbClr val="00FFFF"/>
              </a:solidFill>
              <a:prstDash val="solid"/>
              <a:headEnd type="none" w="med" len="med"/>
              <a:tailEnd type="triangle" w="med" len="med"/>
            </a:ln>
          </p:spPr>
        </p:sp>
        <p:sp>
          <p:nvSpPr>
            <p:cNvPr id="32824" name="Line 130"/>
            <p:cNvSpPr/>
            <p:nvPr/>
          </p:nvSpPr>
          <p:spPr>
            <a:xfrm>
              <a:off x="3424" y="1661"/>
              <a:ext cx="265" cy="0"/>
            </a:xfrm>
            <a:prstGeom prst="line">
              <a:avLst/>
            </a:prstGeom>
            <a:ln w="28575" cap="flat" cmpd="sng">
              <a:solidFill>
                <a:srgbClr val="00FFFF"/>
              </a:solidFill>
              <a:prstDash val="solid"/>
              <a:headEnd type="none" w="med" len="med"/>
              <a:tailEnd type="triangle" w="med" len="med"/>
            </a:ln>
          </p:spPr>
        </p:sp>
        <p:sp>
          <p:nvSpPr>
            <p:cNvPr id="32825" name="Text Box 131"/>
            <p:cNvSpPr txBox="1"/>
            <p:nvPr/>
          </p:nvSpPr>
          <p:spPr>
            <a:xfrm>
              <a:off x="2398" y="1969"/>
              <a:ext cx="278" cy="327"/>
            </a:xfrm>
            <a:prstGeom prst="rect">
              <a:avLst/>
            </a:prstGeom>
            <a:noFill/>
            <a:ln w="28575">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2826" name="Text Box 132"/>
            <p:cNvSpPr txBox="1"/>
            <p:nvPr/>
          </p:nvSpPr>
          <p:spPr>
            <a:xfrm>
              <a:off x="3719" y="1344"/>
              <a:ext cx="278" cy="327"/>
            </a:xfrm>
            <a:prstGeom prst="rect">
              <a:avLst/>
            </a:prstGeom>
            <a:noFill/>
            <a:ln w="28575">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2827" name="Text Box 133"/>
            <p:cNvSpPr txBox="1"/>
            <p:nvPr/>
          </p:nvSpPr>
          <p:spPr>
            <a:xfrm>
              <a:off x="4445" y="2478"/>
              <a:ext cx="265" cy="327"/>
            </a:xfrm>
            <a:prstGeom prst="rect">
              <a:avLst/>
            </a:prstGeom>
            <a:noFill/>
            <a:ln w="28575">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2828" name="Text Box 134"/>
            <p:cNvSpPr txBox="1"/>
            <p:nvPr/>
          </p:nvSpPr>
          <p:spPr>
            <a:xfrm>
              <a:off x="4127" y="1933"/>
              <a:ext cx="265" cy="327"/>
            </a:xfrm>
            <a:prstGeom prst="rect">
              <a:avLst/>
            </a:prstGeom>
            <a:noFill/>
            <a:ln w="28575">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2829" name="Text Box 135"/>
            <p:cNvSpPr txBox="1"/>
            <p:nvPr/>
          </p:nvSpPr>
          <p:spPr>
            <a:xfrm>
              <a:off x="4649" y="2886"/>
              <a:ext cx="317" cy="327"/>
            </a:xfrm>
            <a:prstGeom prst="rect">
              <a:avLst/>
            </a:prstGeom>
            <a:noFill/>
            <a:ln w="28575">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1</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2830" name="Text Box 136"/>
            <p:cNvSpPr txBox="1"/>
            <p:nvPr/>
          </p:nvSpPr>
          <p:spPr>
            <a:xfrm>
              <a:off x="5012" y="2069"/>
              <a:ext cx="317" cy="327"/>
            </a:xfrm>
            <a:prstGeom prst="rect">
              <a:avLst/>
            </a:prstGeom>
            <a:noFill/>
            <a:ln w="28575">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2</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2831" name="Text Box 137"/>
            <p:cNvSpPr txBox="1"/>
            <p:nvPr/>
          </p:nvSpPr>
          <p:spPr>
            <a:xfrm>
              <a:off x="4264" y="3485"/>
              <a:ext cx="351" cy="327"/>
            </a:xfrm>
            <a:prstGeom prst="rect">
              <a:avLst/>
            </a:prstGeom>
            <a:noFill/>
            <a:ln w="28575">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2832" name="Text Box 138"/>
            <p:cNvSpPr txBox="1"/>
            <p:nvPr/>
          </p:nvSpPr>
          <p:spPr>
            <a:xfrm>
              <a:off x="3900" y="3339"/>
              <a:ext cx="318" cy="327"/>
            </a:xfrm>
            <a:prstGeom prst="rect">
              <a:avLst/>
            </a:prstGeom>
            <a:noFill/>
            <a:ln w="28575">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graphicFrame>
          <p:nvGraphicFramePr>
            <p:cNvPr id="32771" name="Object 139"/>
            <p:cNvGraphicFramePr/>
            <p:nvPr/>
          </p:nvGraphicFramePr>
          <p:xfrm>
            <a:off x="3401" y="1208"/>
            <a:ext cx="256" cy="417"/>
          </p:xfrm>
          <a:graphic>
            <a:graphicData uri="http://schemas.openxmlformats.org/presentationml/2006/ole">
              <mc:AlternateContent xmlns:mc="http://schemas.openxmlformats.org/markup-compatibility/2006">
                <mc:Choice xmlns:v="urn:schemas-microsoft-com:vml" Requires="v">
                  <p:oleObj spid="_x0000_s3313" name="" r:id="rId11" imgW="203200" imgH="330200" progId="Equation.3">
                    <p:embed/>
                  </p:oleObj>
                </mc:Choice>
                <mc:Fallback>
                  <p:oleObj name="" r:id="rId11" imgW="203200" imgH="330200" progId="Equation.3">
                    <p:embed/>
                    <p:pic>
                      <p:nvPicPr>
                        <p:cNvPr id="0" name="图片 3312"/>
                        <p:cNvPicPr/>
                        <p:nvPr/>
                      </p:nvPicPr>
                      <p:blipFill>
                        <a:blip r:embed="rId12">
                          <a:clrChange>
                            <a:clrFrom>
                              <a:srgbClr val="000000"/>
                            </a:clrFrom>
                            <a:clrTo>
                              <a:srgbClr val="FFFFFF"/>
                            </a:clrTo>
                          </a:clrChange>
                        </a:blip>
                        <a:stretch>
                          <a:fillRect/>
                        </a:stretch>
                      </p:blipFill>
                      <p:spPr>
                        <a:xfrm>
                          <a:off x="3401" y="1208"/>
                          <a:ext cx="256" cy="417"/>
                        </a:xfrm>
                        <a:prstGeom prst="rect">
                          <a:avLst/>
                        </a:prstGeom>
                        <a:noFill/>
                        <a:ln w="38100">
                          <a:noFill/>
                          <a:miter/>
                        </a:ln>
                      </p:spPr>
                    </p:pic>
                  </p:oleObj>
                </mc:Fallback>
              </mc:AlternateContent>
            </a:graphicData>
          </a:graphic>
        </p:graphicFrame>
        <p:graphicFrame>
          <p:nvGraphicFramePr>
            <p:cNvPr id="32772" name="Object 140"/>
            <p:cNvGraphicFramePr/>
            <p:nvPr/>
          </p:nvGraphicFramePr>
          <p:xfrm>
            <a:off x="3869" y="1616"/>
            <a:ext cx="256" cy="481"/>
          </p:xfrm>
          <a:graphic>
            <a:graphicData uri="http://schemas.openxmlformats.org/presentationml/2006/ole">
              <mc:AlternateContent xmlns:mc="http://schemas.openxmlformats.org/markup-compatibility/2006">
                <mc:Choice xmlns:v="urn:schemas-microsoft-com:vml" Requires="v">
                  <p:oleObj spid="_x0000_s3315" name="" r:id="rId13" imgW="203200" imgH="380365" progId="Equation.3">
                    <p:embed/>
                  </p:oleObj>
                </mc:Choice>
                <mc:Fallback>
                  <p:oleObj name="" r:id="rId13" imgW="203200" imgH="380365" progId="Equation.3">
                    <p:embed/>
                    <p:pic>
                      <p:nvPicPr>
                        <p:cNvPr id="0" name="图片 3314"/>
                        <p:cNvPicPr/>
                        <p:nvPr/>
                      </p:nvPicPr>
                      <p:blipFill>
                        <a:blip r:embed="rId14">
                          <a:clrChange>
                            <a:clrFrom>
                              <a:srgbClr val="000000"/>
                            </a:clrFrom>
                            <a:clrTo>
                              <a:srgbClr val="FFFFFF"/>
                            </a:clrTo>
                          </a:clrChange>
                        </a:blip>
                        <a:stretch>
                          <a:fillRect/>
                        </a:stretch>
                      </p:blipFill>
                      <p:spPr>
                        <a:xfrm>
                          <a:off x="3869" y="1616"/>
                          <a:ext cx="256" cy="481"/>
                        </a:xfrm>
                        <a:prstGeom prst="rect">
                          <a:avLst/>
                        </a:prstGeom>
                        <a:noFill/>
                        <a:ln w="38100">
                          <a:noFill/>
                          <a:miter/>
                        </a:ln>
                      </p:spPr>
                    </p:pic>
                  </p:oleObj>
                </mc:Fallback>
              </mc:AlternateContent>
            </a:graphicData>
          </a:graphic>
        </p:graphicFrame>
        <p:graphicFrame>
          <p:nvGraphicFramePr>
            <p:cNvPr id="32773" name="Object 141"/>
            <p:cNvGraphicFramePr/>
            <p:nvPr/>
          </p:nvGraphicFramePr>
          <p:xfrm>
            <a:off x="4195" y="1189"/>
            <a:ext cx="272" cy="481"/>
          </p:xfrm>
          <a:graphic>
            <a:graphicData uri="http://schemas.openxmlformats.org/presentationml/2006/ole">
              <mc:AlternateContent xmlns:mc="http://schemas.openxmlformats.org/markup-compatibility/2006">
                <mc:Choice xmlns:v="urn:schemas-microsoft-com:vml" Requires="v">
                  <p:oleObj spid="_x0000_s3316" name="" r:id="rId15" imgW="215900" imgH="380365" progId="Equation.3">
                    <p:embed/>
                  </p:oleObj>
                </mc:Choice>
                <mc:Fallback>
                  <p:oleObj name="" r:id="rId15" imgW="215900" imgH="380365" progId="Equation.3">
                    <p:embed/>
                    <p:pic>
                      <p:nvPicPr>
                        <p:cNvPr id="0" name="图片 3315"/>
                        <p:cNvPicPr/>
                        <p:nvPr/>
                      </p:nvPicPr>
                      <p:blipFill>
                        <a:blip r:embed="rId16">
                          <a:clrChange>
                            <a:clrFrom>
                              <a:srgbClr val="000000"/>
                            </a:clrFrom>
                            <a:clrTo>
                              <a:srgbClr val="FF3300"/>
                            </a:clrTo>
                          </a:clrChange>
                        </a:blip>
                        <a:stretch>
                          <a:fillRect/>
                        </a:stretch>
                      </p:blipFill>
                      <p:spPr>
                        <a:xfrm>
                          <a:off x="4195" y="1189"/>
                          <a:ext cx="272" cy="481"/>
                        </a:xfrm>
                        <a:prstGeom prst="rect">
                          <a:avLst/>
                        </a:prstGeom>
                        <a:noFill/>
                        <a:ln w="38100">
                          <a:noFill/>
                          <a:miter/>
                        </a:ln>
                      </p:spPr>
                    </p:pic>
                  </p:oleObj>
                </mc:Fallback>
              </mc:AlternateContent>
            </a:graphicData>
          </a:graphic>
        </p:graphicFrame>
        <p:graphicFrame>
          <p:nvGraphicFramePr>
            <p:cNvPr id="32774" name="Object 142"/>
            <p:cNvGraphicFramePr/>
            <p:nvPr/>
          </p:nvGraphicFramePr>
          <p:xfrm>
            <a:off x="2948" y="1071"/>
            <a:ext cx="401" cy="417"/>
          </p:xfrm>
          <a:graphic>
            <a:graphicData uri="http://schemas.openxmlformats.org/presentationml/2006/ole">
              <mc:AlternateContent xmlns:mc="http://schemas.openxmlformats.org/markup-compatibility/2006">
                <mc:Choice xmlns:v="urn:schemas-microsoft-com:vml" Requires="v">
                  <p:oleObj spid="_x0000_s3317" name="" r:id="rId17" imgW="317500" imgH="330200" progId="Equation.3">
                    <p:embed/>
                  </p:oleObj>
                </mc:Choice>
                <mc:Fallback>
                  <p:oleObj name="" r:id="rId17" imgW="317500" imgH="330200" progId="Equation.3">
                    <p:embed/>
                    <p:pic>
                      <p:nvPicPr>
                        <p:cNvPr id="0" name="图片 3316"/>
                        <p:cNvPicPr/>
                        <p:nvPr/>
                      </p:nvPicPr>
                      <p:blipFill>
                        <a:blip r:embed="rId18">
                          <a:clrChange>
                            <a:clrFrom>
                              <a:srgbClr val="000000"/>
                            </a:clrFrom>
                            <a:clrTo>
                              <a:srgbClr val="FFFFFF"/>
                            </a:clrTo>
                          </a:clrChange>
                        </a:blip>
                        <a:stretch>
                          <a:fillRect/>
                        </a:stretch>
                      </p:blipFill>
                      <p:spPr>
                        <a:xfrm>
                          <a:off x="2948" y="1071"/>
                          <a:ext cx="401" cy="417"/>
                        </a:xfrm>
                        <a:prstGeom prst="rect">
                          <a:avLst/>
                        </a:prstGeom>
                        <a:noFill/>
                        <a:ln w="38100">
                          <a:noFill/>
                          <a:miter/>
                        </a:ln>
                      </p:spPr>
                    </p:pic>
                  </p:oleObj>
                </mc:Fallback>
              </mc:AlternateContent>
            </a:graphicData>
          </a:graphic>
        </p:graphicFrame>
        <p:sp>
          <p:nvSpPr>
            <p:cNvPr id="32833" name="Rectangle 143"/>
            <p:cNvSpPr/>
            <p:nvPr/>
          </p:nvSpPr>
          <p:spPr>
            <a:xfrm>
              <a:off x="4880" y="2342"/>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32834" name="Rectangle 144"/>
            <p:cNvSpPr/>
            <p:nvPr/>
          </p:nvSpPr>
          <p:spPr>
            <a:xfrm>
              <a:off x="4880" y="1797"/>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32835" name="Rectangle 145"/>
            <p:cNvSpPr/>
            <p:nvPr/>
          </p:nvSpPr>
          <p:spPr>
            <a:xfrm>
              <a:off x="5288" y="2069"/>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32836" name="Rectangle 146"/>
            <p:cNvSpPr/>
            <p:nvPr/>
          </p:nvSpPr>
          <p:spPr>
            <a:xfrm>
              <a:off x="3792" y="2931"/>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32837" name="Rectangle 147"/>
            <p:cNvSpPr/>
            <p:nvPr/>
          </p:nvSpPr>
          <p:spPr>
            <a:xfrm>
              <a:off x="4154" y="2931"/>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32838" name="Rectangle 148"/>
            <p:cNvSpPr/>
            <p:nvPr/>
          </p:nvSpPr>
          <p:spPr>
            <a:xfrm>
              <a:off x="4517" y="2931"/>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32839" name="Rectangle 149"/>
            <p:cNvSpPr/>
            <p:nvPr/>
          </p:nvSpPr>
          <p:spPr>
            <a:xfrm>
              <a:off x="4154" y="3503"/>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32787" name="Group 159"/>
          <p:cNvGrpSpPr/>
          <p:nvPr/>
        </p:nvGrpSpPr>
        <p:grpSpPr>
          <a:xfrm>
            <a:off x="8316913" y="6445250"/>
            <a:ext cx="792162" cy="366713"/>
            <a:chOff x="5193" y="4020"/>
            <a:chExt cx="499" cy="231"/>
          </a:xfrm>
        </p:grpSpPr>
        <p:pic>
          <p:nvPicPr>
            <p:cNvPr id="32797" name="Picture 160" descr="78900"/>
            <p:cNvPicPr>
              <a:picLocks noChangeAspect="1"/>
            </p:cNvPicPr>
            <p:nvPr/>
          </p:nvPicPr>
          <p:blipFill>
            <a:blip r:embed="rId19"/>
            <a:stretch>
              <a:fillRect/>
            </a:stretch>
          </p:blipFill>
          <p:spPr>
            <a:xfrm>
              <a:off x="5193" y="4066"/>
              <a:ext cx="499" cy="181"/>
            </a:xfrm>
            <a:prstGeom prst="rect">
              <a:avLst/>
            </a:prstGeom>
            <a:noFill/>
            <a:ln w="9525">
              <a:noFill/>
            </a:ln>
          </p:spPr>
        </p:pic>
        <p:sp>
          <p:nvSpPr>
            <p:cNvPr id="32798" name="Text Box 161">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2788" name="Group 162"/>
          <p:cNvGrpSpPr/>
          <p:nvPr/>
        </p:nvGrpSpPr>
        <p:grpSpPr>
          <a:xfrm>
            <a:off x="7451725" y="6445250"/>
            <a:ext cx="792163" cy="366713"/>
            <a:chOff x="5193" y="4020"/>
            <a:chExt cx="499" cy="231"/>
          </a:xfrm>
        </p:grpSpPr>
        <p:pic>
          <p:nvPicPr>
            <p:cNvPr id="32795" name="Picture 163" descr="78900"/>
            <p:cNvPicPr>
              <a:picLocks noChangeAspect="1"/>
            </p:cNvPicPr>
            <p:nvPr/>
          </p:nvPicPr>
          <p:blipFill>
            <a:blip r:embed="rId19"/>
            <a:stretch>
              <a:fillRect/>
            </a:stretch>
          </p:blipFill>
          <p:spPr>
            <a:xfrm>
              <a:off x="5193" y="4066"/>
              <a:ext cx="499" cy="181"/>
            </a:xfrm>
            <a:prstGeom prst="rect">
              <a:avLst/>
            </a:prstGeom>
            <a:noFill/>
            <a:ln w="9525">
              <a:noFill/>
            </a:ln>
          </p:spPr>
        </p:pic>
        <p:sp>
          <p:nvSpPr>
            <p:cNvPr id="32796" name="Text Box 164">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2789" name="Group 165"/>
          <p:cNvGrpSpPr/>
          <p:nvPr/>
        </p:nvGrpSpPr>
        <p:grpSpPr>
          <a:xfrm>
            <a:off x="6588125" y="6446838"/>
            <a:ext cx="792163" cy="366712"/>
            <a:chOff x="4695" y="4061"/>
            <a:chExt cx="499" cy="231"/>
          </a:xfrm>
        </p:grpSpPr>
        <p:pic>
          <p:nvPicPr>
            <p:cNvPr id="32793" name="Picture 166" descr="78900"/>
            <p:cNvPicPr>
              <a:picLocks noChangeAspect="1"/>
            </p:cNvPicPr>
            <p:nvPr/>
          </p:nvPicPr>
          <p:blipFill>
            <a:blip r:embed="rId19"/>
            <a:stretch>
              <a:fillRect/>
            </a:stretch>
          </p:blipFill>
          <p:spPr>
            <a:xfrm>
              <a:off x="4695" y="4107"/>
              <a:ext cx="499" cy="181"/>
            </a:xfrm>
            <a:prstGeom prst="rect">
              <a:avLst/>
            </a:prstGeom>
            <a:noFill/>
            <a:ln w="9525">
              <a:noFill/>
            </a:ln>
          </p:spPr>
        </p:pic>
        <p:sp>
          <p:nvSpPr>
            <p:cNvPr id="32794" name="Text Box 167">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 name="Group 171"/>
          <p:cNvGrpSpPr/>
          <p:nvPr/>
        </p:nvGrpSpPr>
        <p:grpSpPr>
          <a:xfrm>
            <a:off x="468313" y="2636838"/>
            <a:ext cx="3076575" cy="1223962"/>
            <a:chOff x="295" y="1661"/>
            <a:chExt cx="1938" cy="771"/>
          </a:xfrm>
        </p:grpSpPr>
        <p:graphicFrame>
          <p:nvGraphicFramePr>
            <p:cNvPr id="32770" name="Object 52"/>
            <p:cNvGraphicFramePr/>
            <p:nvPr/>
          </p:nvGraphicFramePr>
          <p:xfrm>
            <a:off x="295" y="1661"/>
            <a:ext cx="1938" cy="771"/>
          </p:xfrm>
          <a:graphic>
            <a:graphicData uri="http://schemas.openxmlformats.org/presentationml/2006/ole">
              <mc:AlternateContent xmlns:mc="http://schemas.openxmlformats.org/markup-compatibility/2006">
                <mc:Choice xmlns:v="urn:schemas-microsoft-com:vml" Requires="v">
                  <p:oleObj spid="_x0000_s3314" name="" r:id="rId20" imgW="1536700" imgH="596900" progId="Equation.3">
                    <p:embed/>
                  </p:oleObj>
                </mc:Choice>
                <mc:Fallback>
                  <p:oleObj name="" r:id="rId20" imgW="1536700" imgH="596900" progId="Equation.3">
                    <p:embed/>
                    <p:pic>
                      <p:nvPicPr>
                        <p:cNvPr id="0" name="图片 3313"/>
                        <p:cNvPicPr/>
                        <p:nvPr/>
                      </p:nvPicPr>
                      <p:blipFill>
                        <a:blip r:embed="rId21">
                          <a:clrChange>
                            <a:clrFrom>
                              <a:srgbClr val="000000"/>
                            </a:clrFrom>
                            <a:clrTo>
                              <a:srgbClr val="FFFFFF"/>
                            </a:clrTo>
                          </a:clrChange>
                        </a:blip>
                        <a:stretch>
                          <a:fillRect/>
                        </a:stretch>
                      </p:blipFill>
                      <p:spPr>
                        <a:xfrm>
                          <a:off x="295" y="1661"/>
                          <a:ext cx="1938" cy="771"/>
                        </a:xfrm>
                        <a:prstGeom prst="rect">
                          <a:avLst/>
                        </a:prstGeom>
                        <a:noFill/>
                        <a:ln w="38100">
                          <a:noFill/>
                          <a:miter/>
                        </a:ln>
                      </p:spPr>
                    </p:pic>
                  </p:oleObj>
                </mc:Fallback>
              </mc:AlternateContent>
            </a:graphicData>
          </a:graphic>
        </p:graphicFrame>
        <p:sp>
          <p:nvSpPr>
            <p:cNvPr id="32791" name="Line 169"/>
            <p:cNvSpPr/>
            <p:nvPr/>
          </p:nvSpPr>
          <p:spPr>
            <a:xfrm>
              <a:off x="1637" y="2024"/>
              <a:ext cx="272" cy="0"/>
            </a:xfrm>
            <a:prstGeom prst="line">
              <a:avLst/>
            </a:prstGeom>
            <a:ln w="9525" cap="flat" cmpd="sng">
              <a:solidFill>
                <a:schemeClr val="bg1"/>
              </a:solidFill>
              <a:prstDash val="solid"/>
              <a:headEnd type="none" w="med" len="med"/>
              <a:tailEnd type="none" w="med" len="med"/>
            </a:ln>
          </p:spPr>
        </p:sp>
        <p:sp>
          <p:nvSpPr>
            <p:cNvPr id="32792" name="Line 170"/>
            <p:cNvSpPr/>
            <p:nvPr/>
          </p:nvSpPr>
          <p:spPr>
            <a:xfrm>
              <a:off x="1565" y="2387"/>
              <a:ext cx="272" cy="0"/>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5122"/>
                                        </p:tgtEl>
                                        <p:attrNameLst>
                                          <p:attrName>style.visibility</p:attrName>
                                        </p:attrNameLst>
                                      </p:cBhvr>
                                      <p:to>
                                        <p:strVal val="visible"/>
                                      </p:to>
                                    </p:set>
                                    <p:anim calcmode="lin" valueType="num">
                                      <p:cBhvr>
                                        <p:cTn id="7" dur="1000" fill="hold"/>
                                        <p:tgtEl>
                                          <p:spTgt spid="5122"/>
                                        </p:tgtEl>
                                        <p:attrNameLst>
                                          <p:attrName>ppt_w</p:attrName>
                                        </p:attrNameLst>
                                      </p:cBhvr>
                                      <p:tavLst>
                                        <p:tav tm="0">
                                          <p:val>
                                            <p:fltVal val="0.000000"/>
                                          </p:val>
                                        </p:tav>
                                        <p:tav tm="100000">
                                          <p:val>
                                            <p:strVal val="#ppt_w"/>
                                          </p:val>
                                        </p:tav>
                                      </p:tavLst>
                                    </p:anim>
                                    <p:anim calcmode="lin" valueType="num">
                                      <p:cBhvr>
                                        <p:cTn id="8" dur="1000" fill="hold"/>
                                        <p:tgtEl>
                                          <p:spTgt spid="5122"/>
                                        </p:tgtEl>
                                        <p:attrNameLst>
                                          <p:attrName>ppt_h</p:attrName>
                                        </p:attrNameLst>
                                      </p:cBhvr>
                                      <p:tavLst>
                                        <p:tav tm="0">
                                          <p:val>
                                            <p:fltVal val="0.000000"/>
                                          </p:val>
                                        </p:tav>
                                        <p:tav tm="100000">
                                          <p:val>
                                            <p:strVal val="#ppt_h"/>
                                          </p:val>
                                        </p:tav>
                                      </p:tavLst>
                                    </p:anim>
                                    <p:anim calcmode="lin" valueType="num">
                                      <p:cBhvr>
                                        <p:cTn id="9" dur="1000" fill="hold"/>
                                        <p:tgtEl>
                                          <p:spTgt spid="5122"/>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5122"/>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blinds(horizontal)">
                                      <p:cBhvr>
                                        <p:cTn id="14" dur="500"/>
                                        <p:tgtEl>
                                          <p:spTgt spid="3"/>
                                        </p:tgtEl>
                                      </p:cBhvr>
                                    </p:animEffect>
                                  </p:childTnLst>
                                </p:cTn>
                              </p:par>
                            </p:childTnLst>
                          </p:cTn>
                        </p:par>
                        <p:par>
                          <p:cTn id="15" fill="hold">
                            <p:stCondLst>
                              <p:cond delay="1500"/>
                            </p:stCondLst>
                            <p:childTnLst>
                              <p:par>
                                <p:cTn id="16" presetID="22" presetClass="entr" presetSubtype="1" fill="hold" grpId="0" nodeType="afterEffect">
                                  <p:stCondLst>
                                    <p:cond delay="0"/>
                                  </p:stCondLst>
                                  <p:childTnLst>
                                    <p:set>
                                      <p:cBhvr>
                                        <p:cTn id="17" dur="1" fill="hold">
                                          <p:stCondLst>
                                            <p:cond delay="0"/>
                                          </p:stCondLst>
                                        </p:cTn>
                                        <p:tgtEl>
                                          <p:spTgt spid="5123"/>
                                        </p:tgtEl>
                                        <p:attrNameLst>
                                          <p:attrName>style.visibility</p:attrName>
                                        </p:attrNameLst>
                                      </p:cBhvr>
                                      <p:to>
                                        <p:strVal val="visible"/>
                                      </p:to>
                                    </p:set>
                                    <p:animEffect transition="in" filter="wipe(up)">
                                      <p:cBhvr>
                                        <p:cTn id="18" dur="2000"/>
                                        <p:tgtEl>
                                          <p:spTgt spid="5123"/>
                                        </p:tgtEl>
                                      </p:cBhvr>
                                    </p:animEffect>
                                  </p:childTnLst>
                                </p:cTn>
                              </p:par>
                            </p:childTnLst>
                          </p:cTn>
                        </p:par>
                        <p:par>
                          <p:cTn id="19" fill="hold">
                            <p:stCondLst>
                              <p:cond delay="3500"/>
                            </p:stCondLst>
                            <p:childTnLst>
                              <p:par>
                                <p:cTn id="20" presetID="22" presetClass="entr" presetSubtype="8" fill="hold" grpId="0" nodeType="afterEffect">
                                  <p:stCondLst>
                                    <p:cond delay="0"/>
                                  </p:stCondLst>
                                  <p:childTnLst>
                                    <p:set>
                                      <p:cBhvr>
                                        <p:cTn id="21" dur="1" fill="hold">
                                          <p:stCondLst>
                                            <p:cond delay="0"/>
                                          </p:stCondLst>
                                        </p:cTn>
                                        <p:tgtEl>
                                          <p:spTgt spid="5124"/>
                                        </p:tgtEl>
                                        <p:attrNameLst>
                                          <p:attrName>style.visibility</p:attrName>
                                        </p:attrNameLst>
                                      </p:cBhvr>
                                      <p:to>
                                        <p:strVal val="visible"/>
                                      </p:to>
                                    </p:set>
                                    <p:animEffect transition="in" filter="wipe(left)">
                                      <p:cBhvr>
                                        <p:cTn id="22" dur="2000"/>
                                        <p:tgtEl>
                                          <p:spTgt spid="5124"/>
                                        </p:tgtEl>
                                      </p:cBhvr>
                                    </p:animEffect>
                                  </p:childTnLst>
                                </p:cTn>
                              </p:par>
                            </p:childTnLst>
                          </p:cTn>
                        </p:par>
                      </p:childTnLst>
                    </p:cTn>
                  </p:par>
                  <p:par>
                    <p:cTn id="23" fill="hold">
                      <p:stCondLst>
                        <p:cond delay="indefinite"/>
                      </p:stCondLst>
                      <p:childTnLst>
                        <p:par>
                          <p:cTn id="24" fill="hold">
                            <p:stCondLst>
                              <p:cond delay="0"/>
                            </p:stCondLst>
                            <p:childTnLst>
                              <p:par>
                                <p:cTn id="25" presetID="15" presetClass="entr" presetSubtype="0" fill="hold" grpId="0" nodeType="clickEffect">
                                  <p:stCondLst>
                                    <p:cond delay="0"/>
                                  </p:stCondLst>
                                  <p:childTnLst>
                                    <p:set>
                                      <p:cBhvr>
                                        <p:cTn id="26" dur="1" fill="hold">
                                          <p:stCondLst>
                                            <p:cond delay="0"/>
                                          </p:stCondLst>
                                        </p:cTn>
                                        <p:tgtEl>
                                          <p:spTgt spid="5171"/>
                                        </p:tgtEl>
                                        <p:attrNameLst>
                                          <p:attrName>style.visibility</p:attrName>
                                        </p:attrNameLst>
                                      </p:cBhvr>
                                      <p:to>
                                        <p:strVal val="visible"/>
                                      </p:to>
                                    </p:set>
                                    <p:anim calcmode="lin" valueType="num">
                                      <p:cBhvr>
                                        <p:cTn id="27" dur="1000" fill="hold"/>
                                        <p:tgtEl>
                                          <p:spTgt spid="5171"/>
                                        </p:tgtEl>
                                        <p:attrNameLst>
                                          <p:attrName>ppt_w</p:attrName>
                                        </p:attrNameLst>
                                      </p:cBhvr>
                                      <p:tavLst>
                                        <p:tav tm="0">
                                          <p:val>
                                            <p:fltVal val="0.000000"/>
                                          </p:val>
                                        </p:tav>
                                        <p:tav tm="100000">
                                          <p:val>
                                            <p:strVal val="#ppt_w"/>
                                          </p:val>
                                        </p:tav>
                                      </p:tavLst>
                                    </p:anim>
                                    <p:anim calcmode="lin" valueType="num">
                                      <p:cBhvr>
                                        <p:cTn id="28" dur="1000" fill="hold"/>
                                        <p:tgtEl>
                                          <p:spTgt spid="5171"/>
                                        </p:tgtEl>
                                        <p:attrNameLst>
                                          <p:attrName>ppt_h</p:attrName>
                                        </p:attrNameLst>
                                      </p:cBhvr>
                                      <p:tavLst>
                                        <p:tav tm="0">
                                          <p:val>
                                            <p:fltVal val="0.000000"/>
                                          </p:val>
                                        </p:tav>
                                        <p:tav tm="100000">
                                          <p:val>
                                            <p:strVal val="#ppt_h"/>
                                          </p:val>
                                        </p:tav>
                                      </p:tavLst>
                                    </p:anim>
                                    <p:anim calcmode="lin" valueType="num">
                                      <p:cBhvr>
                                        <p:cTn id="29" dur="1000" fill="hold"/>
                                        <p:tgtEl>
                                          <p:spTgt spid="5171"/>
                                        </p:tgtEl>
                                        <p:attrNameLst>
                                          <p:attrName>ppt_x</p:attrName>
                                        </p:attrNameLst>
                                      </p:cBhvr>
                                      <p:tavLst>
                                        <p:tav tm="0" fmla="#ppt_x+(cos(-2*pi*(1-$))*-#ppt_x-sin(-2*pi*(1-$))*(1-#ppt_y))*(1-$)">
                                          <p:val>
                                            <p:fltVal val="0.000000"/>
                                          </p:val>
                                        </p:tav>
                                        <p:tav tm="100000">
                                          <p:val>
                                            <p:fltVal val="1.000000"/>
                                          </p:val>
                                        </p:tav>
                                      </p:tavLst>
                                    </p:anim>
                                    <p:anim calcmode="lin" valueType="num">
                                      <p:cBhvr>
                                        <p:cTn id="30" dur="1000" fill="hold"/>
                                        <p:tgtEl>
                                          <p:spTgt spid="5171"/>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5193"/>
                                        </p:tgtEl>
                                        <p:attrNameLst>
                                          <p:attrName>style.visibility</p:attrName>
                                        </p:attrNameLst>
                                      </p:cBhvr>
                                      <p:to>
                                        <p:strVal val="visible"/>
                                      </p:to>
                                    </p:set>
                                    <p:animEffect transition="in" filter="blinds(horizontal)">
                                      <p:cBhvr>
                                        <p:cTn id="35" dur="500"/>
                                        <p:tgtEl>
                                          <p:spTgt spid="5193"/>
                                        </p:tgtEl>
                                      </p:cBhvr>
                                    </p:animEffect>
                                  </p:childTnLst>
                                </p:cTn>
                              </p:par>
                            </p:childTnLst>
                          </p:cTn>
                        </p:par>
                        <p:par>
                          <p:cTn id="36" fill="hold">
                            <p:stCondLst>
                              <p:cond delay="500"/>
                            </p:stCondLst>
                            <p:childTnLst>
                              <p:par>
                                <p:cTn id="37" presetID="3" presetClass="entr" presetSubtype="10" fill="hold" nodeType="after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blinds(horizontal)">
                                      <p:cBhvr>
                                        <p:cTn id="39" dur="500"/>
                                        <p:tgtEl>
                                          <p:spTgt spid="2"/>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blinds(horizontal)">
                                      <p:cBhvr>
                                        <p:cTn id="4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P spid="5123" grpId="0"/>
      <p:bldP spid="5124" grpId="0"/>
      <p:bldP spid="5171" grpId="0" animBg="1"/>
      <p:bldP spid="519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19" name="Text Box 23"/>
          <p:cNvSpPr txBox="1"/>
          <p:nvPr/>
        </p:nvSpPr>
        <p:spPr>
          <a:xfrm>
            <a:off x="684213" y="5732463"/>
            <a:ext cx="7085012" cy="519112"/>
          </a:xfrm>
          <a:prstGeom prst="rect">
            <a:avLst/>
          </a:prstGeom>
          <a:noFill/>
          <a:ln w="9525">
            <a:noFill/>
          </a:ln>
        </p:spPr>
        <p:txBody>
          <a:bodyPr wrap="none">
            <a:spAutoFit/>
          </a:bodyPr>
          <a:p>
            <a:r>
              <a:rPr lang="zh-CN" altLang="en-US" sz="2800" dirty="0">
                <a:latin typeface="楷体_GB2312" pitchFamily="49" charset="-122"/>
              </a:rPr>
              <a:t>根据对称性，得</a:t>
            </a:r>
            <a:r>
              <a:rPr lang="en-US" altLang="zh-CN" sz="2800" b="0" dirty="0">
                <a:solidFill>
                  <a:schemeClr val="bg1"/>
                </a:solidFill>
                <a:latin typeface="Times New Roman" panose="02020603050405020304" pitchFamily="18" charset="0"/>
              </a:rPr>
              <a:t>B</a:t>
            </a:r>
            <a:r>
              <a:rPr lang="zh-CN" altLang="en-US" sz="2800" b="0" dirty="0">
                <a:solidFill>
                  <a:schemeClr val="bg1"/>
                </a:solidFill>
                <a:latin typeface="Times New Roman" panose="02020603050405020304" pitchFamily="18" charset="0"/>
              </a:rPr>
              <a:t>、</a:t>
            </a:r>
            <a:r>
              <a:rPr lang="en-US" altLang="zh-CN" sz="2800" b="0" dirty="0">
                <a:solidFill>
                  <a:schemeClr val="bg1"/>
                </a:solidFill>
                <a:latin typeface="Times New Roman" panose="02020603050405020304" pitchFamily="18" charset="0"/>
              </a:rPr>
              <a:t>C</a:t>
            </a:r>
            <a:r>
              <a:rPr lang="zh-CN" altLang="en-US" sz="2800" dirty="0">
                <a:latin typeface="楷体_GB2312" pitchFamily="49" charset="-122"/>
              </a:rPr>
              <a:t>相的线电流、相电流：</a:t>
            </a:r>
            <a:endParaRPr lang="zh-CN" altLang="en-US" sz="2800" dirty="0">
              <a:latin typeface="楷体_GB2312" pitchFamily="49" charset="-122"/>
            </a:endParaRPr>
          </a:p>
        </p:txBody>
      </p:sp>
      <p:grpSp>
        <p:nvGrpSpPr>
          <p:cNvPr id="33805" name="Group 83"/>
          <p:cNvGrpSpPr/>
          <p:nvPr/>
        </p:nvGrpSpPr>
        <p:grpSpPr>
          <a:xfrm>
            <a:off x="8316913" y="6445250"/>
            <a:ext cx="792162" cy="366713"/>
            <a:chOff x="5193" y="4020"/>
            <a:chExt cx="499" cy="231"/>
          </a:xfrm>
        </p:grpSpPr>
        <p:pic>
          <p:nvPicPr>
            <p:cNvPr id="33837" name="Picture 84"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33838" name="Text Box 85">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3806" name="Group 86"/>
          <p:cNvGrpSpPr/>
          <p:nvPr/>
        </p:nvGrpSpPr>
        <p:grpSpPr>
          <a:xfrm>
            <a:off x="7451725" y="6445250"/>
            <a:ext cx="792163" cy="366713"/>
            <a:chOff x="5193" y="4020"/>
            <a:chExt cx="499" cy="231"/>
          </a:xfrm>
        </p:grpSpPr>
        <p:pic>
          <p:nvPicPr>
            <p:cNvPr id="33835" name="Picture 87"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33836" name="Text Box 88">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3807" name="Group 89"/>
          <p:cNvGrpSpPr/>
          <p:nvPr/>
        </p:nvGrpSpPr>
        <p:grpSpPr>
          <a:xfrm>
            <a:off x="6588125" y="6446838"/>
            <a:ext cx="792163" cy="366712"/>
            <a:chOff x="4695" y="4061"/>
            <a:chExt cx="499" cy="231"/>
          </a:xfrm>
        </p:grpSpPr>
        <p:pic>
          <p:nvPicPr>
            <p:cNvPr id="33833" name="Picture 90" descr="78900"/>
            <p:cNvPicPr>
              <a:picLocks noChangeAspect="1"/>
            </p:cNvPicPr>
            <p:nvPr/>
          </p:nvPicPr>
          <p:blipFill>
            <a:blip r:embed="rId1"/>
            <a:stretch>
              <a:fillRect/>
            </a:stretch>
          </p:blipFill>
          <p:spPr>
            <a:xfrm>
              <a:off x="4695" y="4107"/>
              <a:ext cx="499" cy="181"/>
            </a:xfrm>
            <a:prstGeom prst="rect">
              <a:avLst/>
            </a:prstGeom>
            <a:noFill/>
            <a:ln w="9525">
              <a:noFill/>
            </a:ln>
          </p:spPr>
        </p:pic>
        <p:sp>
          <p:nvSpPr>
            <p:cNvPr id="33834" name="Text Box 91">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 name="Group 92"/>
          <p:cNvGrpSpPr/>
          <p:nvPr/>
        </p:nvGrpSpPr>
        <p:grpSpPr>
          <a:xfrm>
            <a:off x="4859338" y="476250"/>
            <a:ext cx="3124200" cy="2146300"/>
            <a:chOff x="158" y="2441"/>
            <a:chExt cx="1968" cy="1352"/>
          </a:xfrm>
        </p:grpSpPr>
        <p:sp>
          <p:nvSpPr>
            <p:cNvPr id="33822" name="Oval 93"/>
            <p:cNvSpPr/>
            <p:nvPr/>
          </p:nvSpPr>
          <p:spPr>
            <a:xfrm>
              <a:off x="158" y="3113"/>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33823" name="Rectangle 94"/>
            <p:cNvSpPr/>
            <p:nvPr/>
          </p:nvSpPr>
          <p:spPr>
            <a:xfrm>
              <a:off x="339" y="2886"/>
              <a:ext cx="1724" cy="907"/>
            </a:xfrm>
            <a:prstGeom prst="rect">
              <a:avLst/>
            </a:prstGeom>
            <a:noFill/>
            <a:ln w="28575" cap="flat" cmpd="sng">
              <a:solidFill>
                <a:srgbClr val="FFCC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3824" name="Line 95"/>
            <p:cNvSpPr/>
            <p:nvPr/>
          </p:nvSpPr>
          <p:spPr>
            <a:xfrm>
              <a:off x="1354" y="2886"/>
              <a:ext cx="0" cy="907"/>
            </a:xfrm>
            <a:prstGeom prst="line">
              <a:avLst/>
            </a:prstGeom>
            <a:ln w="28575" cap="flat" cmpd="sng">
              <a:solidFill>
                <a:srgbClr val="FFCC00"/>
              </a:solidFill>
              <a:prstDash val="solid"/>
              <a:headEnd type="oval" w="med" len="med"/>
              <a:tailEnd type="oval" w="med" len="med"/>
            </a:ln>
          </p:spPr>
        </p:sp>
        <p:sp>
          <p:nvSpPr>
            <p:cNvPr id="33825" name="Text Box 96"/>
            <p:cNvSpPr txBox="1"/>
            <p:nvPr/>
          </p:nvSpPr>
          <p:spPr>
            <a:xfrm>
              <a:off x="430" y="2886"/>
              <a:ext cx="244" cy="327"/>
            </a:xfrm>
            <a:prstGeom prst="rect">
              <a:avLst/>
            </a:prstGeom>
            <a:noFill/>
            <a:ln w="38100">
              <a:noFill/>
            </a:ln>
          </p:spPr>
          <p:txBody>
            <a:bodyPr wrap="none" anchor="ctr" anchorCtr="0">
              <a:spAutoFit/>
            </a:bodyPr>
            <a:p>
              <a:pPr algn="ctr" eaLnBrk="0" hangingPunct="0">
                <a:spcBef>
                  <a:spcPct val="50000"/>
                </a:spcBef>
              </a:pPr>
              <a:r>
                <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3826" name="Text Box 97"/>
            <p:cNvSpPr txBox="1"/>
            <p:nvPr/>
          </p:nvSpPr>
          <p:spPr>
            <a:xfrm>
              <a:off x="430" y="3430"/>
              <a:ext cx="212" cy="327"/>
            </a:xfrm>
            <a:prstGeom prst="rect">
              <a:avLst/>
            </a:prstGeom>
            <a:noFill/>
            <a:ln w="38100">
              <a:noFill/>
            </a:ln>
          </p:spPr>
          <p:txBody>
            <a:bodyPr anchor="ctr" anchorCtr="0">
              <a:spAutoFit/>
            </a:bodyPr>
            <a:p>
              <a:pPr algn="ctr" eaLnBrk="0" hangingPunct="0">
                <a:spcBef>
                  <a:spcPct val="50000"/>
                </a:spcBef>
              </a:pPr>
              <a:r>
                <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_</a:t>
              </a:r>
              <a:endPar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3827" name="Text Box 98"/>
            <p:cNvSpPr txBox="1"/>
            <p:nvPr/>
          </p:nvSpPr>
          <p:spPr>
            <a:xfrm>
              <a:off x="974" y="3158"/>
              <a:ext cx="317" cy="327"/>
            </a:xfrm>
            <a:prstGeom prst="rect">
              <a:avLst/>
            </a:prstGeom>
            <a:noFill/>
            <a:ln w="38100">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1</a:t>
              </a:r>
              <a:endParaRPr lang="en-US" altLang="zh-CN" sz="2800" b="0" dirty="0">
                <a:solidFill>
                  <a:schemeClr val="bg1"/>
                </a:solidFill>
                <a:latin typeface="Times New Roman" panose="02020603050405020304" pitchFamily="18" charset="0"/>
                <a:ea typeface="宋体" panose="02010600030101010101" pitchFamily="2" charset="-122"/>
              </a:endParaRPr>
            </a:p>
          </p:txBody>
        </p:sp>
        <p:graphicFrame>
          <p:nvGraphicFramePr>
            <p:cNvPr id="33799" name="Object 99"/>
            <p:cNvGraphicFramePr/>
            <p:nvPr/>
          </p:nvGraphicFramePr>
          <p:xfrm>
            <a:off x="521" y="3113"/>
            <a:ext cx="401" cy="417"/>
          </p:xfrm>
          <a:graphic>
            <a:graphicData uri="http://schemas.openxmlformats.org/presentationml/2006/ole">
              <mc:AlternateContent xmlns:mc="http://schemas.openxmlformats.org/markup-compatibility/2006">
                <mc:Choice xmlns:v="urn:schemas-microsoft-com:vml" Requires="v">
                  <p:oleObj spid="_x0000_s3326" name="" r:id="rId2" imgW="317500" imgH="330200" progId="Equation.3">
                    <p:embed/>
                  </p:oleObj>
                </mc:Choice>
                <mc:Fallback>
                  <p:oleObj name="" r:id="rId2" imgW="317500" imgH="330200" progId="Equation.3">
                    <p:embed/>
                    <p:pic>
                      <p:nvPicPr>
                        <p:cNvPr id="0" name="图片 3325"/>
                        <p:cNvPicPr/>
                        <p:nvPr/>
                      </p:nvPicPr>
                      <p:blipFill>
                        <a:blip r:embed="rId3">
                          <a:clrChange>
                            <a:clrFrom>
                              <a:srgbClr val="000000"/>
                            </a:clrFrom>
                            <a:clrTo>
                              <a:srgbClr val="FFFFFF"/>
                            </a:clrTo>
                          </a:clrChange>
                        </a:blip>
                        <a:stretch>
                          <a:fillRect/>
                        </a:stretch>
                      </p:blipFill>
                      <p:spPr>
                        <a:xfrm>
                          <a:off x="521" y="3113"/>
                          <a:ext cx="401" cy="417"/>
                        </a:xfrm>
                        <a:prstGeom prst="rect">
                          <a:avLst/>
                        </a:prstGeom>
                        <a:noFill/>
                        <a:ln w="38100">
                          <a:noFill/>
                          <a:miter/>
                        </a:ln>
                      </p:spPr>
                    </p:pic>
                  </p:oleObj>
                </mc:Fallback>
              </mc:AlternateContent>
            </a:graphicData>
          </a:graphic>
        </p:graphicFrame>
        <p:graphicFrame>
          <p:nvGraphicFramePr>
            <p:cNvPr id="33800" name="Object 100"/>
            <p:cNvGraphicFramePr/>
            <p:nvPr/>
          </p:nvGraphicFramePr>
          <p:xfrm>
            <a:off x="1365" y="2768"/>
            <a:ext cx="256" cy="481"/>
          </p:xfrm>
          <a:graphic>
            <a:graphicData uri="http://schemas.openxmlformats.org/presentationml/2006/ole">
              <mc:AlternateContent xmlns:mc="http://schemas.openxmlformats.org/markup-compatibility/2006">
                <mc:Choice xmlns:v="urn:schemas-microsoft-com:vml" Requires="v">
                  <p:oleObj spid="_x0000_s3324" name="" r:id="rId4" imgW="203200" imgH="380365" progId="Equation.3">
                    <p:embed/>
                  </p:oleObj>
                </mc:Choice>
                <mc:Fallback>
                  <p:oleObj name="" r:id="rId4" imgW="203200" imgH="380365" progId="Equation.3">
                    <p:embed/>
                    <p:pic>
                      <p:nvPicPr>
                        <p:cNvPr id="0" name="图片 3323"/>
                        <p:cNvPicPr/>
                        <p:nvPr/>
                      </p:nvPicPr>
                      <p:blipFill>
                        <a:blip r:embed="rId5">
                          <a:clrChange>
                            <a:clrFrom>
                              <a:srgbClr val="000000"/>
                            </a:clrFrom>
                            <a:clrTo>
                              <a:srgbClr val="FFFFFF"/>
                            </a:clrTo>
                          </a:clrChange>
                        </a:blip>
                        <a:stretch>
                          <a:fillRect/>
                        </a:stretch>
                      </p:blipFill>
                      <p:spPr>
                        <a:xfrm>
                          <a:off x="1365" y="2768"/>
                          <a:ext cx="256" cy="481"/>
                        </a:xfrm>
                        <a:prstGeom prst="rect">
                          <a:avLst/>
                        </a:prstGeom>
                        <a:noFill/>
                        <a:ln w="38100">
                          <a:noFill/>
                          <a:miter/>
                        </a:ln>
                      </p:spPr>
                    </p:pic>
                  </p:oleObj>
                </mc:Fallback>
              </mc:AlternateContent>
            </a:graphicData>
          </a:graphic>
        </p:graphicFrame>
        <p:sp>
          <p:nvSpPr>
            <p:cNvPr id="33828" name="Line 101"/>
            <p:cNvSpPr/>
            <p:nvPr/>
          </p:nvSpPr>
          <p:spPr>
            <a:xfrm>
              <a:off x="1356" y="2886"/>
              <a:ext cx="0" cy="277"/>
            </a:xfrm>
            <a:prstGeom prst="line">
              <a:avLst/>
            </a:prstGeom>
            <a:ln w="28575" cap="flat" cmpd="sng">
              <a:solidFill>
                <a:srgbClr val="00FFFF"/>
              </a:solidFill>
              <a:prstDash val="solid"/>
              <a:headEnd type="none" w="med" len="med"/>
              <a:tailEnd type="triangle" w="med" len="med"/>
            </a:ln>
          </p:spPr>
        </p:sp>
        <p:sp>
          <p:nvSpPr>
            <p:cNvPr id="33829" name="Line 102"/>
            <p:cNvSpPr/>
            <p:nvPr/>
          </p:nvSpPr>
          <p:spPr>
            <a:xfrm>
              <a:off x="612" y="2886"/>
              <a:ext cx="336" cy="0"/>
            </a:xfrm>
            <a:prstGeom prst="line">
              <a:avLst/>
            </a:prstGeom>
            <a:ln w="28575" cap="flat" cmpd="sng">
              <a:solidFill>
                <a:srgbClr val="00FFFF"/>
              </a:solidFill>
              <a:prstDash val="solid"/>
              <a:headEnd type="none" w="med" len="med"/>
              <a:tailEnd type="triangle" w="med" len="med"/>
            </a:ln>
          </p:spPr>
        </p:sp>
        <p:graphicFrame>
          <p:nvGraphicFramePr>
            <p:cNvPr id="33801" name="Object 103"/>
            <p:cNvGraphicFramePr/>
            <p:nvPr/>
          </p:nvGraphicFramePr>
          <p:xfrm>
            <a:off x="612" y="2460"/>
            <a:ext cx="256" cy="418"/>
          </p:xfrm>
          <a:graphic>
            <a:graphicData uri="http://schemas.openxmlformats.org/presentationml/2006/ole">
              <mc:AlternateContent xmlns:mc="http://schemas.openxmlformats.org/markup-compatibility/2006">
                <mc:Choice xmlns:v="urn:schemas-microsoft-com:vml" Requires="v">
                  <p:oleObj spid="_x0000_s3319" name="" r:id="rId6" imgW="203200" imgH="330200" progId="Equation.3">
                    <p:embed/>
                  </p:oleObj>
                </mc:Choice>
                <mc:Fallback>
                  <p:oleObj name="" r:id="rId6" imgW="203200" imgH="330200" progId="Equation.3">
                    <p:embed/>
                    <p:pic>
                      <p:nvPicPr>
                        <p:cNvPr id="0" name="图片 3318"/>
                        <p:cNvPicPr/>
                        <p:nvPr/>
                      </p:nvPicPr>
                      <p:blipFill>
                        <a:blip r:embed="rId7">
                          <a:clrChange>
                            <a:clrFrom>
                              <a:srgbClr val="000000"/>
                            </a:clrFrom>
                            <a:clrTo>
                              <a:srgbClr val="FFFFFF"/>
                            </a:clrTo>
                          </a:clrChange>
                        </a:blip>
                        <a:stretch>
                          <a:fillRect/>
                        </a:stretch>
                      </p:blipFill>
                      <p:spPr>
                        <a:xfrm>
                          <a:off x="612" y="2460"/>
                          <a:ext cx="256" cy="418"/>
                        </a:xfrm>
                        <a:prstGeom prst="rect">
                          <a:avLst/>
                        </a:prstGeom>
                        <a:noFill/>
                        <a:ln w="38100">
                          <a:noFill/>
                          <a:miter/>
                        </a:ln>
                      </p:spPr>
                    </p:pic>
                  </p:oleObj>
                </mc:Fallback>
              </mc:AlternateContent>
            </a:graphicData>
          </a:graphic>
        </p:graphicFrame>
        <p:sp>
          <p:nvSpPr>
            <p:cNvPr id="33830" name="Line 104"/>
            <p:cNvSpPr/>
            <p:nvPr/>
          </p:nvSpPr>
          <p:spPr>
            <a:xfrm>
              <a:off x="1610" y="2886"/>
              <a:ext cx="276" cy="0"/>
            </a:xfrm>
            <a:prstGeom prst="line">
              <a:avLst/>
            </a:prstGeom>
            <a:ln w="28575" cap="flat" cmpd="sng">
              <a:solidFill>
                <a:srgbClr val="00FFFF"/>
              </a:solidFill>
              <a:prstDash val="solid"/>
              <a:headEnd type="none" w="med" len="med"/>
              <a:tailEnd type="triangle" w="med" len="med"/>
            </a:ln>
          </p:spPr>
        </p:sp>
        <p:graphicFrame>
          <p:nvGraphicFramePr>
            <p:cNvPr id="33802" name="Object 105"/>
            <p:cNvGraphicFramePr/>
            <p:nvPr/>
          </p:nvGraphicFramePr>
          <p:xfrm>
            <a:off x="1519" y="2441"/>
            <a:ext cx="427" cy="449"/>
          </p:xfrm>
          <a:graphic>
            <a:graphicData uri="http://schemas.openxmlformats.org/presentationml/2006/ole">
              <mc:AlternateContent xmlns:mc="http://schemas.openxmlformats.org/markup-compatibility/2006">
                <mc:Choice xmlns:v="urn:schemas-microsoft-com:vml" Requires="v">
                  <p:oleObj spid="_x0000_s3327" name="" r:id="rId8" imgW="203200" imgH="355600" progId="Equation.3">
                    <p:embed/>
                  </p:oleObj>
                </mc:Choice>
                <mc:Fallback>
                  <p:oleObj name="" r:id="rId8" imgW="203200" imgH="355600" progId="Equation.3">
                    <p:embed/>
                    <p:pic>
                      <p:nvPicPr>
                        <p:cNvPr id="0" name="图片 3326"/>
                        <p:cNvPicPr/>
                        <p:nvPr/>
                      </p:nvPicPr>
                      <p:blipFill>
                        <a:blip r:embed="rId9">
                          <a:clrChange>
                            <a:clrFrom>
                              <a:srgbClr val="000000"/>
                            </a:clrFrom>
                            <a:clrTo>
                              <a:srgbClr val="FFFFFF"/>
                            </a:clrTo>
                          </a:clrChange>
                        </a:blip>
                        <a:stretch>
                          <a:fillRect/>
                        </a:stretch>
                      </p:blipFill>
                      <p:spPr>
                        <a:xfrm>
                          <a:off x="1519" y="2441"/>
                          <a:ext cx="427" cy="449"/>
                        </a:xfrm>
                        <a:prstGeom prst="rect">
                          <a:avLst/>
                        </a:prstGeom>
                        <a:noFill/>
                        <a:ln w="38100">
                          <a:noFill/>
                          <a:miter/>
                        </a:ln>
                      </p:spPr>
                    </p:pic>
                  </p:oleObj>
                </mc:Fallback>
              </mc:AlternateContent>
            </a:graphicData>
          </a:graphic>
        </p:graphicFrame>
        <p:graphicFrame>
          <p:nvGraphicFramePr>
            <p:cNvPr id="33803" name="Object 106"/>
            <p:cNvGraphicFramePr/>
            <p:nvPr/>
          </p:nvGraphicFramePr>
          <p:xfrm>
            <a:off x="1701" y="3022"/>
            <a:ext cx="304" cy="579"/>
          </p:xfrm>
          <a:graphic>
            <a:graphicData uri="http://schemas.openxmlformats.org/presentationml/2006/ole">
              <mc:AlternateContent xmlns:mc="http://schemas.openxmlformats.org/markup-compatibility/2006">
                <mc:Choice xmlns:v="urn:schemas-microsoft-com:vml" Requires="v">
                  <p:oleObj spid="_x0000_s3322" name="" r:id="rId10" imgW="241300" imgH="457200" progId="Equation.3">
                    <p:embed/>
                  </p:oleObj>
                </mc:Choice>
                <mc:Fallback>
                  <p:oleObj name="" r:id="rId10" imgW="241300" imgH="457200" progId="Equation.3">
                    <p:embed/>
                    <p:pic>
                      <p:nvPicPr>
                        <p:cNvPr id="0" name="图片 3321"/>
                        <p:cNvPicPr/>
                        <p:nvPr/>
                      </p:nvPicPr>
                      <p:blipFill>
                        <a:blip r:embed="rId11">
                          <a:clrChange>
                            <a:clrFrom>
                              <a:srgbClr val="000000"/>
                            </a:clrFrom>
                            <a:clrTo>
                              <a:srgbClr val="FFFFFF"/>
                            </a:clrTo>
                          </a:clrChange>
                        </a:blip>
                        <a:stretch>
                          <a:fillRect/>
                        </a:stretch>
                      </p:blipFill>
                      <p:spPr>
                        <a:xfrm>
                          <a:off x="1701" y="3022"/>
                          <a:ext cx="304" cy="579"/>
                        </a:xfrm>
                        <a:prstGeom prst="rect">
                          <a:avLst/>
                        </a:prstGeom>
                        <a:noFill/>
                        <a:ln w="38100">
                          <a:noFill/>
                          <a:miter/>
                        </a:ln>
                      </p:spPr>
                    </p:pic>
                  </p:oleObj>
                </mc:Fallback>
              </mc:AlternateContent>
            </a:graphicData>
          </a:graphic>
        </p:graphicFrame>
        <p:sp>
          <p:nvSpPr>
            <p:cNvPr id="33831" name="Rectangle 107"/>
            <p:cNvSpPr/>
            <p:nvPr/>
          </p:nvSpPr>
          <p:spPr>
            <a:xfrm>
              <a:off x="1290" y="3185"/>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33832" name="Rectangle 108"/>
            <p:cNvSpPr/>
            <p:nvPr/>
          </p:nvSpPr>
          <p:spPr>
            <a:xfrm>
              <a:off x="1999" y="3158"/>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6" name="Group 111"/>
          <p:cNvGrpSpPr/>
          <p:nvPr/>
        </p:nvGrpSpPr>
        <p:grpSpPr>
          <a:xfrm>
            <a:off x="611188" y="549275"/>
            <a:ext cx="4186237" cy="2178050"/>
            <a:chOff x="385" y="346"/>
            <a:chExt cx="2637" cy="1372"/>
          </a:xfrm>
        </p:grpSpPr>
        <p:graphicFrame>
          <p:nvGraphicFramePr>
            <p:cNvPr id="33798" name="Object 19"/>
            <p:cNvGraphicFramePr/>
            <p:nvPr/>
          </p:nvGraphicFramePr>
          <p:xfrm>
            <a:off x="385" y="346"/>
            <a:ext cx="2637" cy="1372"/>
          </p:xfrm>
          <a:graphic>
            <a:graphicData uri="http://schemas.openxmlformats.org/presentationml/2006/ole">
              <mc:AlternateContent xmlns:mc="http://schemas.openxmlformats.org/markup-compatibility/2006">
                <mc:Choice xmlns:v="urn:schemas-microsoft-com:vml" Requires="v">
                  <p:oleObj spid="_x0000_s3323" name="" r:id="rId12" imgW="1929765" imgH="1002665" progId="Equation.3">
                    <p:embed/>
                  </p:oleObj>
                </mc:Choice>
                <mc:Fallback>
                  <p:oleObj name="" r:id="rId12" imgW="1929765" imgH="1002665" progId="Equation.3">
                    <p:embed/>
                    <p:pic>
                      <p:nvPicPr>
                        <p:cNvPr id="0" name="图片 3322"/>
                        <p:cNvPicPr/>
                        <p:nvPr/>
                      </p:nvPicPr>
                      <p:blipFill>
                        <a:blip r:embed="rId13">
                          <a:clrChange>
                            <a:clrFrom>
                              <a:srgbClr val="000000"/>
                            </a:clrFrom>
                            <a:clrTo>
                              <a:srgbClr val="FFFFFF"/>
                            </a:clrTo>
                          </a:clrChange>
                        </a:blip>
                        <a:stretch>
                          <a:fillRect/>
                        </a:stretch>
                      </p:blipFill>
                      <p:spPr>
                        <a:xfrm>
                          <a:off x="385" y="346"/>
                          <a:ext cx="2637" cy="1372"/>
                        </a:xfrm>
                        <a:prstGeom prst="rect">
                          <a:avLst/>
                        </a:prstGeom>
                        <a:noFill/>
                        <a:ln w="38100">
                          <a:noFill/>
                          <a:miter/>
                        </a:ln>
                      </p:spPr>
                    </p:pic>
                  </p:oleObj>
                </mc:Fallback>
              </mc:AlternateContent>
            </a:graphicData>
          </a:graphic>
        </p:graphicFrame>
        <p:sp>
          <p:nvSpPr>
            <p:cNvPr id="33821" name="Line 109"/>
            <p:cNvSpPr/>
            <p:nvPr/>
          </p:nvSpPr>
          <p:spPr>
            <a:xfrm>
              <a:off x="1084" y="1026"/>
              <a:ext cx="544" cy="0"/>
            </a:xfrm>
            <a:prstGeom prst="line">
              <a:avLst/>
            </a:prstGeom>
            <a:ln w="9525" cap="flat" cmpd="sng">
              <a:solidFill>
                <a:schemeClr val="bg1"/>
              </a:solidFill>
              <a:prstDash val="solid"/>
              <a:headEnd type="none" w="med" len="med"/>
              <a:tailEnd type="none" w="med" len="med"/>
            </a:ln>
          </p:spPr>
        </p:sp>
      </p:grpSp>
      <p:grpSp>
        <p:nvGrpSpPr>
          <p:cNvPr id="7" name="Group 114"/>
          <p:cNvGrpSpPr/>
          <p:nvPr/>
        </p:nvGrpSpPr>
        <p:grpSpPr>
          <a:xfrm>
            <a:off x="582613" y="2720975"/>
            <a:ext cx="8251825" cy="1139825"/>
            <a:chOff x="367" y="1714"/>
            <a:chExt cx="5198" cy="718"/>
          </a:xfrm>
        </p:grpSpPr>
        <p:graphicFrame>
          <p:nvGraphicFramePr>
            <p:cNvPr id="33797" name="Object 20"/>
            <p:cNvGraphicFramePr/>
            <p:nvPr/>
          </p:nvGraphicFramePr>
          <p:xfrm>
            <a:off x="367" y="1714"/>
            <a:ext cx="5198" cy="718"/>
          </p:xfrm>
          <a:graphic>
            <a:graphicData uri="http://schemas.openxmlformats.org/presentationml/2006/ole">
              <mc:AlternateContent xmlns:mc="http://schemas.openxmlformats.org/markup-compatibility/2006">
                <mc:Choice xmlns:v="urn:schemas-microsoft-com:vml" Requires="v">
                  <p:oleObj spid="_x0000_s3318" name="" r:id="rId14" imgW="4125595" imgH="571500" progId="Equation.3">
                    <p:embed/>
                  </p:oleObj>
                </mc:Choice>
                <mc:Fallback>
                  <p:oleObj name="" r:id="rId14" imgW="4125595" imgH="571500" progId="Equation.3">
                    <p:embed/>
                    <p:pic>
                      <p:nvPicPr>
                        <p:cNvPr id="0" name="图片 3317"/>
                        <p:cNvPicPr/>
                        <p:nvPr/>
                      </p:nvPicPr>
                      <p:blipFill>
                        <a:blip r:embed="rId15">
                          <a:clrChange>
                            <a:clrFrom>
                              <a:srgbClr val="000000"/>
                            </a:clrFrom>
                            <a:clrTo>
                              <a:srgbClr val="FFFFFF"/>
                            </a:clrTo>
                          </a:clrChange>
                        </a:blip>
                        <a:stretch>
                          <a:fillRect/>
                        </a:stretch>
                      </p:blipFill>
                      <p:spPr>
                        <a:xfrm>
                          <a:off x="367" y="1714"/>
                          <a:ext cx="5198" cy="718"/>
                        </a:xfrm>
                        <a:prstGeom prst="rect">
                          <a:avLst/>
                        </a:prstGeom>
                        <a:noFill/>
                        <a:ln w="38100">
                          <a:noFill/>
                          <a:miter/>
                        </a:ln>
                      </p:spPr>
                    </p:pic>
                  </p:oleObj>
                </mc:Fallback>
              </mc:AlternateContent>
            </a:graphicData>
          </a:graphic>
        </p:graphicFrame>
        <p:sp>
          <p:nvSpPr>
            <p:cNvPr id="33818" name="Line 110"/>
            <p:cNvSpPr/>
            <p:nvPr/>
          </p:nvSpPr>
          <p:spPr>
            <a:xfrm>
              <a:off x="2971" y="2205"/>
              <a:ext cx="771" cy="0"/>
            </a:xfrm>
            <a:prstGeom prst="line">
              <a:avLst/>
            </a:prstGeom>
            <a:ln w="9525" cap="flat" cmpd="sng">
              <a:solidFill>
                <a:schemeClr val="bg1"/>
              </a:solidFill>
              <a:prstDash val="solid"/>
              <a:headEnd type="none" w="med" len="med"/>
              <a:tailEnd type="none" w="med" len="med"/>
            </a:ln>
          </p:spPr>
        </p:sp>
        <p:sp>
          <p:nvSpPr>
            <p:cNvPr id="33819" name="Line 112"/>
            <p:cNvSpPr/>
            <p:nvPr/>
          </p:nvSpPr>
          <p:spPr>
            <a:xfrm>
              <a:off x="1683" y="2378"/>
              <a:ext cx="544" cy="0"/>
            </a:xfrm>
            <a:prstGeom prst="line">
              <a:avLst/>
            </a:prstGeom>
            <a:ln w="9525" cap="flat" cmpd="sng">
              <a:solidFill>
                <a:schemeClr val="bg1"/>
              </a:solidFill>
              <a:prstDash val="solid"/>
              <a:headEnd type="none" w="med" len="med"/>
              <a:tailEnd type="none" w="med" len="med"/>
            </a:ln>
          </p:spPr>
        </p:sp>
        <p:sp>
          <p:nvSpPr>
            <p:cNvPr id="33820" name="Line 113"/>
            <p:cNvSpPr/>
            <p:nvPr/>
          </p:nvSpPr>
          <p:spPr>
            <a:xfrm>
              <a:off x="1927" y="2069"/>
              <a:ext cx="272" cy="0"/>
            </a:xfrm>
            <a:prstGeom prst="line">
              <a:avLst/>
            </a:prstGeom>
            <a:ln w="9525" cap="flat" cmpd="sng">
              <a:solidFill>
                <a:schemeClr val="bg1"/>
              </a:solidFill>
              <a:prstDash val="solid"/>
              <a:headEnd type="none" w="med" len="med"/>
              <a:tailEnd type="none" w="med" len="med"/>
            </a:ln>
          </p:spPr>
        </p:sp>
      </p:grpSp>
      <p:grpSp>
        <p:nvGrpSpPr>
          <p:cNvPr id="8" name="Group 120"/>
          <p:cNvGrpSpPr/>
          <p:nvPr/>
        </p:nvGrpSpPr>
        <p:grpSpPr>
          <a:xfrm>
            <a:off x="468313" y="3789363"/>
            <a:ext cx="4672012" cy="1114425"/>
            <a:chOff x="295" y="2387"/>
            <a:chExt cx="2943" cy="702"/>
          </a:xfrm>
        </p:grpSpPr>
        <p:graphicFrame>
          <p:nvGraphicFramePr>
            <p:cNvPr id="33796" name="Object 21"/>
            <p:cNvGraphicFramePr/>
            <p:nvPr/>
          </p:nvGraphicFramePr>
          <p:xfrm>
            <a:off x="295" y="2387"/>
            <a:ext cx="2943" cy="702"/>
          </p:xfrm>
          <a:graphic>
            <a:graphicData uri="http://schemas.openxmlformats.org/presentationml/2006/ole">
              <mc:AlternateContent xmlns:mc="http://schemas.openxmlformats.org/markup-compatibility/2006">
                <mc:Choice xmlns:v="urn:schemas-microsoft-com:vml" Requires="v">
                  <p:oleObj spid="_x0000_s3321" name="" r:id="rId16" imgW="2336800" imgH="558800" progId="Equation.3">
                    <p:embed/>
                  </p:oleObj>
                </mc:Choice>
                <mc:Fallback>
                  <p:oleObj name="" r:id="rId16" imgW="2336800" imgH="558800" progId="Equation.3">
                    <p:embed/>
                    <p:pic>
                      <p:nvPicPr>
                        <p:cNvPr id="0" name="图片 3320"/>
                        <p:cNvPicPr/>
                        <p:nvPr/>
                      </p:nvPicPr>
                      <p:blipFill>
                        <a:blip r:embed="rId17">
                          <a:clrChange>
                            <a:clrFrom>
                              <a:srgbClr val="000000"/>
                            </a:clrFrom>
                            <a:clrTo>
                              <a:srgbClr val="FFFFFF"/>
                            </a:clrTo>
                          </a:clrChange>
                        </a:blip>
                        <a:stretch>
                          <a:fillRect/>
                        </a:stretch>
                      </p:blipFill>
                      <p:spPr>
                        <a:xfrm>
                          <a:off x="295" y="2387"/>
                          <a:ext cx="2943" cy="702"/>
                        </a:xfrm>
                        <a:prstGeom prst="rect">
                          <a:avLst/>
                        </a:prstGeom>
                        <a:noFill/>
                        <a:ln w="38100">
                          <a:noFill/>
                          <a:miter/>
                        </a:ln>
                      </p:spPr>
                    </p:pic>
                  </p:oleObj>
                </mc:Fallback>
              </mc:AlternateContent>
            </a:graphicData>
          </a:graphic>
        </p:graphicFrame>
        <p:sp>
          <p:nvSpPr>
            <p:cNvPr id="33817" name="Line 115"/>
            <p:cNvSpPr/>
            <p:nvPr/>
          </p:nvSpPr>
          <p:spPr>
            <a:xfrm>
              <a:off x="1828" y="2741"/>
              <a:ext cx="272" cy="0"/>
            </a:xfrm>
            <a:prstGeom prst="line">
              <a:avLst/>
            </a:prstGeom>
            <a:ln w="9525" cap="flat" cmpd="sng">
              <a:solidFill>
                <a:schemeClr val="bg1"/>
              </a:solidFill>
              <a:prstDash val="solid"/>
              <a:headEnd type="none" w="med" len="med"/>
              <a:tailEnd type="none" w="med" len="med"/>
            </a:ln>
          </p:spPr>
        </p:sp>
      </p:grpSp>
      <p:grpSp>
        <p:nvGrpSpPr>
          <p:cNvPr id="9" name="Group 121"/>
          <p:cNvGrpSpPr/>
          <p:nvPr/>
        </p:nvGrpSpPr>
        <p:grpSpPr>
          <a:xfrm>
            <a:off x="539750" y="4941888"/>
            <a:ext cx="4240213" cy="635000"/>
            <a:chOff x="340" y="3113"/>
            <a:chExt cx="2671" cy="400"/>
          </a:xfrm>
        </p:grpSpPr>
        <p:graphicFrame>
          <p:nvGraphicFramePr>
            <p:cNvPr id="33795" name="Object 22"/>
            <p:cNvGraphicFramePr/>
            <p:nvPr/>
          </p:nvGraphicFramePr>
          <p:xfrm>
            <a:off x="340" y="3113"/>
            <a:ext cx="2671" cy="400"/>
          </p:xfrm>
          <a:graphic>
            <a:graphicData uri="http://schemas.openxmlformats.org/presentationml/2006/ole">
              <mc:AlternateContent xmlns:mc="http://schemas.openxmlformats.org/markup-compatibility/2006">
                <mc:Choice xmlns:v="urn:schemas-microsoft-com:vml" Requires="v">
                  <p:oleObj spid="_x0000_s3325" name="" r:id="rId18" imgW="2118995" imgH="317500" progId="Equation.3">
                    <p:embed/>
                  </p:oleObj>
                </mc:Choice>
                <mc:Fallback>
                  <p:oleObj name="" r:id="rId18" imgW="2118995" imgH="317500" progId="Equation.3">
                    <p:embed/>
                    <p:pic>
                      <p:nvPicPr>
                        <p:cNvPr id="0" name="图片 3324"/>
                        <p:cNvPicPr/>
                        <p:nvPr/>
                      </p:nvPicPr>
                      <p:blipFill>
                        <a:blip r:embed="rId19">
                          <a:clrChange>
                            <a:clrFrom>
                              <a:srgbClr val="000000"/>
                            </a:clrFrom>
                            <a:clrTo>
                              <a:srgbClr val="FFFFFF"/>
                            </a:clrTo>
                          </a:clrChange>
                        </a:blip>
                        <a:stretch>
                          <a:fillRect/>
                        </a:stretch>
                      </p:blipFill>
                      <p:spPr>
                        <a:xfrm>
                          <a:off x="340" y="3113"/>
                          <a:ext cx="2671" cy="400"/>
                        </a:xfrm>
                        <a:prstGeom prst="rect">
                          <a:avLst/>
                        </a:prstGeom>
                        <a:noFill/>
                        <a:ln w="38100">
                          <a:noFill/>
                          <a:miter/>
                        </a:ln>
                      </p:spPr>
                    </p:pic>
                  </p:oleObj>
                </mc:Fallback>
              </mc:AlternateContent>
            </a:graphicData>
          </a:graphic>
        </p:graphicFrame>
        <p:sp>
          <p:nvSpPr>
            <p:cNvPr id="33816" name="Line 117"/>
            <p:cNvSpPr/>
            <p:nvPr/>
          </p:nvSpPr>
          <p:spPr>
            <a:xfrm>
              <a:off x="2091" y="3466"/>
              <a:ext cx="680" cy="0"/>
            </a:xfrm>
            <a:prstGeom prst="line">
              <a:avLst/>
            </a:prstGeom>
            <a:ln w="9525" cap="flat" cmpd="sng">
              <a:solidFill>
                <a:schemeClr val="bg1"/>
              </a:solidFill>
              <a:prstDash val="solid"/>
              <a:headEnd type="none" w="med" len="med"/>
              <a:tailEnd type="none" w="med" len="med"/>
            </a:ln>
          </p:spPr>
        </p:sp>
      </p:grpSp>
      <p:grpSp>
        <p:nvGrpSpPr>
          <p:cNvPr id="10" name="Group 119"/>
          <p:cNvGrpSpPr/>
          <p:nvPr/>
        </p:nvGrpSpPr>
        <p:grpSpPr>
          <a:xfrm>
            <a:off x="5524500" y="3979863"/>
            <a:ext cx="2946400" cy="1346200"/>
            <a:chOff x="3480" y="2507"/>
            <a:chExt cx="1856" cy="848"/>
          </a:xfrm>
        </p:grpSpPr>
        <p:graphicFrame>
          <p:nvGraphicFramePr>
            <p:cNvPr id="33794" name="Object 24"/>
            <p:cNvGraphicFramePr/>
            <p:nvPr/>
          </p:nvGraphicFramePr>
          <p:xfrm>
            <a:off x="3480" y="2507"/>
            <a:ext cx="1856" cy="848"/>
          </p:xfrm>
          <a:graphic>
            <a:graphicData uri="http://schemas.openxmlformats.org/presentationml/2006/ole">
              <mc:AlternateContent xmlns:mc="http://schemas.openxmlformats.org/markup-compatibility/2006">
                <mc:Choice xmlns:v="urn:schemas-microsoft-com:vml" Requires="v">
                  <p:oleObj spid="_x0000_s3320" name="" r:id="rId20" imgW="1472565" imgH="673100" progId="Equation.3">
                    <p:embed/>
                  </p:oleObj>
                </mc:Choice>
                <mc:Fallback>
                  <p:oleObj name="" r:id="rId20" imgW="1472565" imgH="673100" progId="Equation.3">
                    <p:embed/>
                    <p:pic>
                      <p:nvPicPr>
                        <p:cNvPr id="0" name="图片 3319"/>
                        <p:cNvPicPr/>
                        <p:nvPr/>
                      </p:nvPicPr>
                      <p:blipFill>
                        <a:blip r:embed="rId21">
                          <a:clrChange>
                            <a:clrFrom>
                              <a:srgbClr val="000000"/>
                            </a:clrFrom>
                            <a:clrTo>
                              <a:srgbClr val="FFFFFF"/>
                            </a:clrTo>
                          </a:clrChange>
                        </a:blip>
                        <a:stretch>
                          <a:fillRect/>
                        </a:stretch>
                      </p:blipFill>
                      <p:spPr>
                        <a:xfrm>
                          <a:off x="3480" y="2507"/>
                          <a:ext cx="1856" cy="848"/>
                        </a:xfrm>
                        <a:prstGeom prst="rect">
                          <a:avLst/>
                        </a:prstGeom>
                        <a:noFill/>
                        <a:ln w="38100">
                          <a:noFill/>
                          <a:miter/>
                        </a:ln>
                      </p:spPr>
                    </p:pic>
                  </p:oleObj>
                </mc:Fallback>
              </mc:AlternateContent>
            </a:graphicData>
          </a:graphic>
        </p:graphicFrame>
        <p:sp>
          <p:nvSpPr>
            <p:cNvPr id="33814" name="Line 116"/>
            <p:cNvSpPr/>
            <p:nvPr/>
          </p:nvSpPr>
          <p:spPr>
            <a:xfrm>
              <a:off x="4314" y="2877"/>
              <a:ext cx="725" cy="0"/>
            </a:xfrm>
            <a:prstGeom prst="line">
              <a:avLst/>
            </a:prstGeom>
            <a:ln w="9525" cap="flat" cmpd="sng">
              <a:solidFill>
                <a:schemeClr val="bg1"/>
              </a:solidFill>
              <a:prstDash val="solid"/>
              <a:headEnd type="none" w="med" len="med"/>
              <a:tailEnd type="none" w="med" len="med"/>
            </a:ln>
          </p:spPr>
        </p:sp>
        <p:sp>
          <p:nvSpPr>
            <p:cNvPr id="33815" name="Line 118"/>
            <p:cNvSpPr/>
            <p:nvPr/>
          </p:nvSpPr>
          <p:spPr>
            <a:xfrm>
              <a:off x="4295" y="3321"/>
              <a:ext cx="635" cy="0"/>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lide(fromBottom)">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20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10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10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grpId="0" nodeType="clickEffect">
                                  <p:stCondLst>
                                    <p:cond delay="0"/>
                                  </p:stCondLst>
                                  <p:childTnLst>
                                    <p:set>
                                      <p:cBhvr>
                                        <p:cTn id="31" dur="1" fill="hold">
                                          <p:stCondLst>
                                            <p:cond delay="0"/>
                                          </p:stCondLst>
                                        </p:cTn>
                                        <p:tgtEl>
                                          <p:spTgt spid="4119"/>
                                        </p:tgtEl>
                                        <p:attrNameLst>
                                          <p:attrName>style.visibility</p:attrName>
                                        </p:attrNameLst>
                                      </p:cBhvr>
                                      <p:to>
                                        <p:strVal val="visible"/>
                                      </p:to>
                                    </p:set>
                                    <p:anim calcmode="lin" valueType="num">
                                      <p:cBhvr>
                                        <p:cTn id="32" dur="1000" fill="hold"/>
                                        <p:tgtEl>
                                          <p:spTgt spid="4119"/>
                                        </p:tgtEl>
                                        <p:attrNameLst>
                                          <p:attrName>ppt_w</p:attrName>
                                        </p:attrNameLst>
                                      </p:cBhvr>
                                      <p:tavLst>
                                        <p:tav tm="0">
                                          <p:val>
                                            <p:strVal val="#ppt_w*0.70"/>
                                          </p:val>
                                        </p:tav>
                                        <p:tav tm="100000">
                                          <p:val>
                                            <p:strVal val="#ppt_w"/>
                                          </p:val>
                                        </p:tav>
                                      </p:tavLst>
                                    </p:anim>
                                    <p:anim calcmode="lin" valueType="num">
                                      <p:cBhvr>
                                        <p:cTn id="33" dur="1000" fill="hold"/>
                                        <p:tgtEl>
                                          <p:spTgt spid="4119"/>
                                        </p:tgtEl>
                                        <p:attrNameLst>
                                          <p:attrName>ppt_h</p:attrName>
                                        </p:attrNameLst>
                                      </p:cBhvr>
                                      <p:tavLst>
                                        <p:tav tm="0">
                                          <p:val>
                                            <p:strVal val="#ppt_h"/>
                                          </p:val>
                                        </p:tav>
                                        <p:tav tm="100000">
                                          <p:val>
                                            <p:strVal val="#ppt_h"/>
                                          </p:val>
                                        </p:tav>
                                      </p:tavLst>
                                    </p:anim>
                                    <p:animEffect transition="in" filter="fade">
                                      <p:cBhvr>
                                        <p:cTn id="34" dur="1000"/>
                                        <p:tgtEl>
                                          <p:spTgt spid="4119"/>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4"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slide(fromBottom)">
                                      <p:cBhvr>
                                        <p:cTn id="39"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1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Text Box 2"/>
          <p:cNvSpPr txBox="1"/>
          <p:nvPr/>
        </p:nvSpPr>
        <p:spPr>
          <a:xfrm>
            <a:off x="4859338" y="639763"/>
            <a:ext cx="3756025" cy="519112"/>
          </a:xfrm>
          <a:prstGeom prst="rect">
            <a:avLst/>
          </a:prstGeom>
          <a:noFill/>
          <a:ln w="9525">
            <a:noFill/>
          </a:ln>
        </p:spPr>
        <p:txBody>
          <a:bodyPr wrap="none">
            <a:spAutoFit/>
          </a:bodyPr>
          <a:p>
            <a:r>
              <a:rPr lang="zh-CN" altLang="en-US" sz="2800" dirty="0">
                <a:latin typeface="Times New Roman" panose="02020603050405020304" pitchFamily="18" charset="0"/>
              </a:rPr>
              <a:t>由此可以画出相量图：</a:t>
            </a:r>
            <a:endParaRPr lang="zh-CN" altLang="en-US" sz="2800" dirty="0">
              <a:latin typeface="Times New Roman" panose="02020603050405020304" pitchFamily="18" charset="0"/>
            </a:endParaRPr>
          </a:p>
        </p:txBody>
      </p:sp>
      <p:grpSp>
        <p:nvGrpSpPr>
          <p:cNvPr id="2" name="Group 74"/>
          <p:cNvGrpSpPr/>
          <p:nvPr/>
        </p:nvGrpSpPr>
        <p:grpSpPr>
          <a:xfrm>
            <a:off x="4427538" y="1473200"/>
            <a:ext cx="4324350" cy="3317875"/>
            <a:chOff x="2789" y="928"/>
            <a:chExt cx="2724" cy="2090"/>
          </a:xfrm>
        </p:grpSpPr>
        <p:sp>
          <p:nvSpPr>
            <p:cNvPr id="34853" name="Line 8"/>
            <p:cNvSpPr/>
            <p:nvPr/>
          </p:nvSpPr>
          <p:spPr>
            <a:xfrm>
              <a:off x="3519" y="1957"/>
              <a:ext cx="1152" cy="0"/>
            </a:xfrm>
            <a:prstGeom prst="line">
              <a:avLst/>
            </a:prstGeom>
            <a:ln w="28575" cap="flat" cmpd="sng">
              <a:solidFill>
                <a:srgbClr val="00FFFF"/>
              </a:solidFill>
              <a:prstDash val="solid"/>
              <a:headEnd type="none" w="med" len="med"/>
              <a:tailEnd type="triangle" w="med" len="med"/>
            </a:ln>
          </p:spPr>
        </p:sp>
        <p:sp>
          <p:nvSpPr>
            <p:cNvPr id="34854" name="Line 9"/>
            <p:cNvSpPr/>
            <p:nvPr/>
          </p:nvSpPr>
          <p:spPr>
            <a:xfrm flipV="1">
              <a:off x="3531" y="1285"/>
              <a:ext cx="0" cy="672"/>
            </a:xfrm>
            <a:prstGeom prst="line">
              <a:avLst/>
            </a:prstGeom>
            <a:ln w="28575" cap="flat" cmpd="sng">
              <a:solidFill>
                <a:srgbClr val="FF3300"/>
              </a:solidFill>
              <a:prstDash val="solid"/>
              <a:headEnd type="none" w="med" len="med"/>
              <a:tailEnd type="triangle" w="med" len="med"/>
            </a:ln>
          </p:spPr>
        </p:sp>
        <p:sp>
          <p:nvSpPr>
            <p:cNvPr id="34855" name="Line 10"/>
            <p:cNvSpPr/>
            <p:nvPr/>
          </p:nvSpPr>
          <p:spPr>
            <a:xfrm flipV="1">
              <a:off x="3519" y="997"/>
              <a:ext cx="1679" cy="960"/>
            </a:xfrm>
            <a:prstGeom prst="line">
              <a:avLst/>
            </a:prstGeom>
            <a:ln w="28575" cap="flat" cmpd="sng">
              <a:solidFill>
                <a:srgbClr val="FFFF00"/>
              </a:solidFill>
              <a:prstDash val="solid"/>
              <a:headEnd type="none" w="med" len="med"/>
              <a:tailEnd type="triangle" w="med" len="med"/>
            </a:ln>
          </p:spPr>
        </p:sp>
        <p:sp>
          <p:nvSpPr>
            <p:cNvPr id="34856" name="Line 11"/>
            <p:cNvSpPr/>
            <p:nvPr/>
          </p:nvSpPr>
          <p:spPr>
            <a:xfrm>
              <a:off x="3519" y="1957"/>
              <a:ext cx="642" cy="248"/>
            </a:xfrm>
            <a:prstGeom prst="line">
              <a:avLst/>
            </a:prstGeom>
            <a:ln w="28575" cap="flat" cmpd="sng">
              <a:solidFill>
                <a:srgbClr val="FF3300"/>
              </a:solidFill>
              <a:prstDash val="solid"/>
              <a:headEnd type="none" w="med" len="med"/>
              <a:tailEnd type="triangle" w="med" len="med"/>
            </a:ln>
          </p:spPr>
        </p:sp>
        <p:sp>
          <p:nvSpPr>
            <p:cNvPr id="34857" name="Line 12"/>
            <p:cNvSpPr/>
            <p:nvPr/>
          </p:nvSpPr>
          <p:spPr>
            <a:xfrm rot="-180000">
              <a:off x="3531" y="1921"/>
              <a:ext cx="630" cy="1029"/>
            </a:xfrm>
            <a:prstGeom prst="line">
              <a:avLst/>
            </a:prstGeom>
            <a:ln w="28575" cap="flat" cmpd="sng">
              <a:solidFill>
                <a:srgbClr val="FF3300"/>
              </a:solidFill>
              <a:prstDash val="solid"/>
              <a:headEnd type="none" w="med" len="med"/>
              <a:tailEnd type="triangle" w="med" len="med"/>
            </a:ln>
          </p:spPr>
        </p:sp>
        <p:sp>
          <p:nvSpPr>
            <p:cNvPr id="34858" name="Line 13"/>
            <p:cNvSpPr/>
            <p:nvPr/>
          </p:nvSpPr>
          <p:spPr>
            <a:xfrm flipH="1" flipV="1">
              <a:off x="3152" y="1253"/>
              <a:ext cx="367" cy="704"/>
            </a:xfrm>
            <a:prstGeom prst="line">
              <a:avLst/>
            </a:prstGeom>
            <a:ln w="28575" cap="flat" cmpd="sng">
              <a:solidFill>
                <a:srgbClr val="FF3300"/>
              </a:solidFill>
              <a:prstDash val="solid"/>
              <a:headEnd type="none" w="med" len="med"/>
              <a:tailEnd type="triangle" w="med" len="med"/>
            </a:ln>
          </p:spPr>
        </p:sp>
        <p:sp>
          <p:nvSpPr>
            <p:cNvPr id="34859" name="Text Box 14"/>
            <p:cNvSpPr txBox="1"/>
            <p:nvPr/>
          </p:nvSpPr>
          <p:spPr>
            <a:xfrm>
              <a:off x="3951" y="1669"/>
              <a:ext cx="372" cy="288"/>
            </a:xfrm>
            <a:prstGeom prst="rect">
              <a:avLst/>
            </a:prstGeom>
            <a:noFill/>
            <a:ln w="38100">
              <a:noFill/>
            </a:ln>
          </p:spPr>
          <p:txBody>
            <a:bodyPr wrap="none">
              <a:spAutoFit/>
            </a:bodyPr>
            <a:p>
              <a:r>
                <a:rPr lang="en-US" altLang="zh-CN" sz="2400" b="0" dirty="0">
                  <a:solidFill>
                    <a:schemeClr val="bg1"/>
                  </a:solidFill>
                  <a:latin typeface="Times New Roman" panose="02020603050405020304" pitchFamily="18" charset="0"/>
                  <a:ea typeface="宋体" panose="02010600030101010101" pitchFamily="2" charset="-122"/>
                </a:rPr>
                <a:t>30</a:t>
              </a:r>
              <a:r>
                <a:rPr lang="en-US" altLang="zh-CN" sz="2400" b="0" baseline="50000" dirty="0">
                  <a:solidFill>
                    <a:schemeClr val="bg1"/>
                  </a:solidFill>
                  <a:latin typeface="Times New Roman" panose="02020603050405020304" pitchFamily="18" charset="0"/>
                  <a:ea typeface="宋体" panose="02010600030101010101" pitchFamily="2" charset="-122"/>
                </a:rPr>
                <a:t>o</a:t>
              </a:r>
              <a:endParaRPr lang="en-US" altLang="zh-CN" sz="2400" b="0" dirty="0">
                <a:solidFill>
                  <a:schemeClr val="bg1"/>
                </a:solidFill>
                <a:latin typeface="Times New Roman" panose="02020603050405020304" pitchFamily="18" charset="0"/>
                <a:ea typeface="宋体" panose="02010600030101010101" pitchFamily="2" charset="-122"/>
              </a:endParaRPr>
            </a:p>
          </p:txBody>
        </p:sp>
        <p:sp>
          <p:nvSpPr>
            <p:cNvPr id="34860" name="Text Box 15"/>
            <p:cNvSpPr txBox="1"/>
            <p:nvPr/>
          </p:nvSpPr>
          <p:spPr>
            <a:xfrm rot="1868746">
              <a:off x="3739" y="2238"/>
              <a:ext cx="612" cy="288"/>
            </a:xfrm>
            <a:prstGeom prst="rect">
              <a:avLst/>
            </a:prstGeom>
            <a:noFill/>
            <a:ln w="38100">
              <a:noFill/>
            </a:ln>
          </p:spPr>
          <p:txBody>
            <a:bodyPr wrap="none">
              <a:spAutoFit/>
            </a:bodyPr>
            <a:p>
              <a:r>
                <a:rPr lang="en-US" altLang="zh-CN" sz="2400" b="0" dirty="0">
                  <a:solidFill>
                    <a:schemeClr val="bg1"/>
                  </a:solidFill>
                  <a:latin typeface="Times New Roman" panose="02020603050405020304" pitchFamily="18" charset="0"/>
                  <a:ea typeface="宋体" panose="02010600030101010101" pitchFamily="2" charset="-122"/>
                </a:rPr>
                <a:t>–53.1</a:t>
              </a:r>
              <a:r>
                <a:rPr lang="en-US" altLang="zh-CN" sz="2400" b="0" baseline="50000" dirty="0">
                  <a:solidFill>
                    <a:schemeClr val="bg1"/>
                  </a:solidFill>
                  <a:latin typeface="Times New Roman" panose="02020603050405020304" pitchFamily="18" charset="0"/>
                  <a:ea typeface="宋体" panose="02010600030101010101" pitchFamily="2" charset="-122"/>
                </a:rPr>
                <a:t>o</a:t>
              </a:r>
              <a:endParaRPr lang="en-US" altLang="zh-CN" sz="2400" b="0" dirty="0">
                <a:solidFill>
                  <a:schemeClr val="bg1"/>
                </a:solidFill>
                <a:latin typeface="Times New Roman" panose="02020603050405020304" pitchFamily="18" charset="0"/>
                <a:ea typeface="宋体" panose="02010600030101010101" pitchFamily="2" charset="-122"/>
              </a:endParaRPr>
            </a:p>
          </p:txBody>
        </p:sp>
        <p:sp>
          <p:nvSpPr>
            <p:cNvPr id="34861" name="Text Box 16"/>
            <p:cNvSpPr txBox="1"/>
            <p:nvPr/>
          </p:nvSpPr>
          <p:spPr>
            <a:xfrm>
              <a:off x="4101" y="1932"/>
              <a:ext cx="612" cy="288"/>
            </a:xfrm>
            <a:prstGeom prst="rect">
              <a:avLst/>
            </a:prstGeom>
            <a:noFill/>
            <a:ln w="38100">
              <a:noFill/>
            </a:ln>
          </p:spPr>
          <p:txBody>
            <a:bodyPr wrap="none">
              <a:spAutoFit/>
            </a:bodyPr>
            <a:p>
              <a:r>
                <a:rPr lang="en-US" altLang="zh-CN" sz="2400" b="0" dirty="0">
                  <a:solidFill>
                    <a:schemeClr val="bg1"/>
                  </a:solidFill>
                  <a:latin typeface="Times New Roman" panose="02020603050405020304" pitchFamily="18" charset="0"/>
                  <a:ea typeface="宋体" panose="02010600030101010101" pitchFamily="2" charset="-122"/>
                </a:rPr>
                <a:t>–18.4</a:t>
              </a:r>
              <a:r>
                <a:rPr lang="en-US" altLang="zh-CN" sz="2400" b="0" baseline="50000" dirty="0">
                  <a:solidFill>
                    <a:schemeClr val="bg1"/>
                  </a:solidFill>
                  <a:latin typeface="Times New Roman" panose="02020603050405020304" pitchFamily="18" charset="0"/>
                  <a:ea typeface="宋体" panose="02010600030101010101" pitchFamily="2" charset="-122"/>
                </a:rPr>
                <a:t>o</a:t>
              </a:r>
              <a:endParaRPr lang="en-US" altLang="zh-CN" sz="2400" b="0" dirty="0">
                <a:solidFill>
                  <a:schemeClr val="bg1"/>
                </a:solidFill>
                <a:latin typeface="Times New Roman" panose="02020603050405020304" pitchFamily="18" charset="0"/>
                <a:ea typeface="宋体" panose="02010600030101010101" pitchFamily="2" charset="-122"/>
              </a:endParaRPr>
            </a:p>
          </p:txBody>
        </p:sp>
        <p:graphicFrame>
          <p:nvGraphicFramePr>
            <p:cNvPr id="34820" name="Object 17"/>
            <p:cNvGraphicFramePr/>
            <p:nvPr/>
          </p:nvGraphicFramePr>
          <p:xfrm>
            <a:off x="4133" y="2047"/>
            <a:ext cx="254" cy="368"/>
          </p:xfrm>
          <a:graphic>
            <a:graphicData uri="http://schemas.openxmlformats.org/presentationml/2006/ole">
              <mc:AlternateContent xmlns:mc="http://schemas.openxmlformats.org/markup-compatibility/2006">
                <mc:Choice xmlns:v="urn:schemas-microsoft-com:vml" Requires="v">
                  <p:oleObj spid="_x0000_s3328" name="" r:id="rId1" imgW="203200" imgH="292100" progId="Equation.3">
                    <p:embed/>
                  </p:oleObj>
                </mc:Choice>
                <mc:Fallback>
                  <p:oleObj name="" r:id="rId1" imgW="203200" imgH="292100" progId="Equation.3">
                    <p:embed/>
                    <p:pic>
                      <p:nvPicPr>
                        <p:cNvPr id="0" name="图片 3327"/>
                        <p:cNvPicPr/>
                        <p:nvPr/>
                      </p:nvPicPr>
                      <p:blipFill>
                        <a:blip r:embed="rId2">
                          <a:clrChange>
                            <a:clrFrom>
                              <a:srgbClr val="000000"/>
                            </a:clrFrom>
                            <a:clrTo>
                              <a:srgbClr val="FFFFFF"/>
                            </a:clrTo>
                          </a:clrChange>
                        </a:blip>
                        <a:stretch>
                          <a:fillRect/>
                        </a:stretch>
                      </p:blipFill>
                      <p:spPr>
                        <a:xfrm>
                          <a:off x="4133" y="2047"/>
                          <a:ext cx="254" cy="368"/>
                        </a:xfrm>
                        <a:prstGeom prst="rect">
                          <a:avLst/>
                        </a:prstGeom>
                        <a:noFill/>
                        <a:ln w="38100">
                          <a:noFill/>
                          <a:miter/>
                        </a:ln>
                      </p:spPr>
                    </p:pic>
                  </p:oleObj>
                </mc:Fallback>
              </mc:AlternateContent>
            </a:graphicData>
          </a:graphic>
        </p:graphicFrame>
        <p:graphicFrame>
          <p:nvGraphicFramePr>
            <p:cNvPr id="34821" name="Object 18"/>
            <p:cNvGraphicFramePr/>
            <p:nvPr/>
          </p:nvGraphicFramePr>
          <p:xfrm>
            <a:off x="4229" y="2650"/>
            <a:ext cx="254" cy="368"/>
          </p:xfrm>
          <a:graphic>
            <a:graphicData uri="http://schemas.openxmlformats.org/presentationml/2006/ole">
              <mc:AlternateContent xmlns:mc="http://schemas.openxmlformats.org/markup-compatibility/2006">
                <mc:Choice xmlns:v="urn:schemas-microsoft-com:vml" Requires="v">
                  <p:oleObj spid="_x0000_s3332" name="" r:id="rId3" imgW="203200" imgH="292100" progId="Equation.3">
                    <p:embed/>
                  </p:oleObj>
                </mc:Choice>
                <mc:Fallback>
                  <p:oleObj name="" r:id="rId3" imgW="203200" imgH="292100" progId="Equation.3">
                    <p:embed/>
                    <p:pic>
                      <p:nvPicPr>
                        <p:cNvPr id="0" name="图片 3331"/>
                        <p:cNvPicPr/>
                        <p:nvPr/>
                      </p:nvPicPr>
                      <p:blipFill>
                        <a:blip r:embed="rId4">
                          <a:clrChange>
                            <a:clrFrom>
                              <a:srgbClr val="000000"/>
                            </a:clrFrom>
                            <a:clrTo>
                              <a:srgbClr val="FF3300"/>
                            </a:clrTo>
                          </a:clrChange>
                        </a:blip>
                        <a:stretch>
                          <a:fillRect/>
                        </a:stretch>
                      </p:blipFill>
                      <p:spPr>
                        <a:xfrm>
                          <a:off x="4229" y="2650"/>
                          <a:ext cx="254" cy="368"/>
                        </a:xfrm>
                        <a:prstGeom prst="rect">
                          <a:avLst/>
                        </a:prstGeom>
                        <a:noFill/>
                        <a:ln w="38100">
                          <a:noFill/>
                          <a:miter/>
                        </a:ln>
                      </p:spPr>
                    </p:pic>
                  </p:oleObj>
                </mc:Fallback>
              </mc:AlternateContent>
            </a:graphicData>
          </a:graphic>
        </p:graphicFrame>
        <p:graphicFrame>
          <p:nvGraphicFramePr>
            <p:cNvPr id="34822" name="Object 19"/>
            <p:cNvGraphicFramePr/>
            <p:nvPr/>
          </p:nvGraphicFramePr>
          <p:xfrm>
            <a:off x="3443" y="931"/>
            <a:ext cx="270" cy="368"/>
          </p:xfrm>
          <a:graphic>
            <a:graphicData uri="http://schemas.openxmlformats.org/presentationml/2006/ole">
              <mc:AlternateContent xmlns:mc="http://schemas.openxmlformats.org/markup-compatibility/2006">
                <mc:Choice xmlns:v="urn:schemas-microsoft-com:vml" Requires="v">
                  <p:oleObj spid="_x0000_s3329" name="" r:id="rId5" imgW="215900" imgH="291465" progId="Equation.3">
                    <p:embed/>
                  </p:oleObj>
                </mc:Choice>
                <mc:Fallback>
                  <p:oleObj name="" r:id="rId5" imgW="215900" imgH="291465" progId="Equation.3">
                    <p:embed/>
                    <p:pic>
                      <p:nvPicPr>
                        <p:cNvPr id="0" name="图片 3328"/>
                        <p:cNvPicPr/>
                        <p:nvPr/>
                      </p:nvPicPr>
                      <p:blipFill>
                        <a:blip r:embed="rId6">
                          <a:clrChange>
                            <a:clrFrom>
                              <a:srgbClr val="000000"/>
                            </a:clrFrom>
                            <a:clrTo>
                              <a:srgbClr val="FF3300"/>
                            </a:clrTo>
                          </a:clrChange>
                        </a:blip>
                        <a:stretch>
                          <a:fillRect/>
                        </a:stretch>
                      </p:blipFill>
                      <p:spPr>
                        <a:xfrm>
                          <a:off x="3443" y="931"/>
                          <a:ext cx="270" cy="368"/>
                        </a:xfrm>
                        <a:prstGeom prst="rect">
                          <a:avLst/>
                        </a:prstGeom>
                        <a:noFill/>
                        <a:ln w="38100">
                          <a:noFill/>
                          <a:miter/>
                        </a:ln>
                      </p:spPr>
                    </p:pic>
                  </p:oleObj>
                </mc:Fallback>
              </mc:AlternateContent>
            </a:graphicData>
          </a:graphic>
        </p:graphicFrame>
        <p:sp>
          <p:nvSpPr>
            <p:cNvPr id="34862" name="Arc 20"/>
            <p:cNvSpPr/>
            <p:nvPr/>
          </p:nvSpPr>
          <p:spPr>
            <a:xfrm rot="-1420729" flipV="1">
              <a:off x="3865" y="1721"/>
              <a:ext cx="133" cy="241"/>
            </a:xfrm>
            <a:custGeom>
              <a:avLst/>
              <a:gdLst>
                <a:gd name="txL" fmla="*/ 0 w 21560"/>
                <a:gd name="txT" fmla="*/ 0 h 18765"/>
                <a:gd name="txR" fmla="*/ 21560 w 21560"/>
                <a:gd name="txB" fmla="*/ 18765 h 18765"/>
              </a:gdLst>
              <a:ahLst/>
              <a:cxnLst>
                <a:cxn ang="0">
                  <a:pos x="0" y="0"/>
                </a:cxn>
                <a:cxn ang="0">
                  <a:pos x="1" y="3"/>
                </a:cxn>
                <a:cxn ang="0">
                  <a:pos x="0" y="3"/>
                </a:cxn>
              </a:cxnLst>
              <a:rect l="txL" t="txT" r="txR" b="txB"/>
              <a:pathLst>
                <a:path w="21560" h="18765" fill="none">
                  <a:moveTo>
                    <a:pt x="10697" y="-1"/>
                  </a:moveTo>
                  <a:cubicBezTo>
                    <a:pt x="17031" y="3611"/>
                    <a:pt x="21117" y="10174"/>
                    <a:pt x="21560" y="17452"/>
                  </a:cubicBezTo>
                </a:path>
                <a:path w="21560" h="18765" stroke="0">
                  <a:moveTo>
                    <a:pt x="10697" y="-1"/>
                  </a:moveTo>
                  <a:cubicBezTo>
                    <a:pt x="17031" y="3611"/>
                    <a:pt x="21117" y="10174"/>
                    <a:pt x="21560" y="17452"/>
                  </a:cubicBezTo>
                  <a:lnTo>
                    <a:pt x="0" y="18765"/>
                  </a:lnTo>
                  <a:close/>
                </a:path>
              </a:pathLst>
            </a:custGeom>
            <a:noFill/>
            <a:ln w="28575" cap="flat" cmpd="sng">
              <a:solidFill>
                <a:srgbClr val="66FF33"/>
              </a:solidFill>
              <a:prstDash val="solid"/>
              <a:round/>
              <a:headEnd type="none" w="med" len="med"/>
              <a:tailEnd type="triangle" w="med" len="med"/>
            </a:ln>
          </p:spPr>
          <p:txBody>
            <a:bodyPr wrap="none" anchor="ctr" anchorCtr="0"/>
            <a:p>
              <a:endParaRPr lang="zh-CN" altLang="en-US" dirty="0">
                <a:latin typeface="Arial" panose="020B0604020202020204" pitchFamily="34" charset="0"/>
              </a:endParaRPr>
            </a:p>
          </p:txBody>
        </p:sp>
        <p:sp>
          <p:nvSpPr>
            <p:cNvPr id="34863" name="Arc 21"/>
            <p:cNvSpPr/>
            <p:nvPr/>
          </p:nvSpPr>
          <p:spPr>
            <a:xfrm rot="1420729">
              <a:off x="3949" y="1973"/>
              <a:ext cx="50" cy="142"/>
            </a:xfrm>
            <a:custGeom>
              <a:avLst/>
              <a:gdLst>
                <a:gd name="txL" fmla="*/ 0 w 21600"/>
                <a:gd name="txT" fmla="*/ 0 h 31255"/>
                <a:gd name="txR" fmla="*/ 21600 w 21600"/>
                <a:gd name="txB" fmla="*/ 31255 h 31255"/>
              </a:gdLst>
              <a:ahLst/>
              <a:cxnLst>
                <a:cxn ang="0">
                  <a:pos x="0" y="0"/>
                </a:cxn>
                <a:cxn ang="0">
                  <a:pos x="0" y="1"/>
                </a:cxn>
                <a:cxn ang="0">
                  <a:pos x="0" y="0"/>
                </a:cxn>
              </a:cxnLst>
              <a:rect l="txL" t="txT" r="txR" b="txB"/>
              <a:pathLst>
                <a:path w="21600" h="31255" fill="none">
                  <a:moveTo>
                    <a:pt x="10697" y="-1"/>
                  </a:moveTo>
                  <a:cubicBezTo>
                    <a:pt x="17438" y="3842"/>
                    <a:pt x="21600" y="11005"/>
                    <a:pt x="21600" y="18765"/>
                  </a:cubicBezTo>
                  <a:cubicBezTo>
                    <a:pt x="21600" y="23239"/>
                    <a:pt x="20210" y="27604"/>
                    <a:pt x="17622" y="31254"/>
                  </a:cubicBezTo>
                </a:path>
                <a:path w="21600" h="31255" stroke="0">
                  <a:moveTo>
                    <a:pt x="10697" y="-1"/>
                  </a:moveTo>
                  <a:cubicBezTo>
                    <a:pt x="17438" y="3842"/>
                    <a:pt x="21600" y="11005"/>
                    <a:pt x="21600" y="18765"/>
                  </a:cubicBezTo>
                  <a:cubicBezTo>
                    <a:pt x="21600" y="23239"/>
                    <a:pt x="20210" y="27604"/>
                    <a:pt x="17622" y="31254"/>
                  </a:cubicBezTo>
                  <a:lnTo>
                    <a:pt x="0" y="18765"/>
                  </a:lnTo>
                  <a:close/>
                </a:path>
              </a:pathLst>
            </a:custGeom>
            <a:noFill/>
            <a:ln w="28575" cap="flat" cmpd="sng">
              <a:solidFill>
                <a:srgbClr val="66FF33"/>
              </a:solidFill>
              <a:prstDash val="solid"/>
              <a:round/>
              <a:headEnd type="none" w="med" len="med"/>
              <a:tailEnd type="triangle" w="med" len="med"/>
            </a:ln>
          </p:spPr>
          <p:txBody>
            <a:bodyPr wrap="none" anchor="ctr" anchorCtr="0"/>
            <a:p>
              <a:endParaRPr lang="zh-CN" altLang="en-US" dirty="0">
                <a:latin typeface="Arial" panose="020B0604020202020204" pitchFamily="34" charset="0"/>
              </a:endParaRPr>
            </a:p>
          </p:txBody>
        </p:sp>
        <p:sp>
          <p:nvSpPr>
            <p:cNvPr id="34864" name="Arc 22"/>
            <p:cNvSpPr/>
            <p:nvPr/>
          </p:nvSpPr>
          <p:spPr>
            <a:xfrm rot="1840410">
              <a:off x="3691" y="1940"/>
              <a:ext cx="122" cy="265"/>
            </a:xfrm>
            <a:custGeom>
              <a:avLst/>
              <a:gdLst>
                <a:gd name="txL" fmla="*/ 0 w 21600"/>
                <a:gd name="txT" fmla="*/ 0 h 26711"/>
                <a:gd name="txR" fmla="*/ 21600 w 21600"/>
                <a:gd name="txB" fmla="*/ 26711 h 26711"/>
              </a:gdLst>
              <a:ahLst/>
              <a:cxnLst>
                <a:cxn ang="0">
                  <a:pos x="0" y="0"/>
                </a:cxn>
                <a:cxn ang="0">
                  <a:pos x="1" y="3"/>
                </a:cxn>
                <a:cxn ang="0">
                  <a:pos x="0" y="2"/>
                </a:cxn>
              </a:cxnLst>
              <a:rect l="txL" t="txT" r="txR" b="txB"/>
              <a:pathLst>
                <a:path w="21600" h="26711" fill="none">
                  <a:moveTo>
                    <a:pt x="15012" y="0"/>
                  </a:moveTo>
                  <a:cubicBezTo>
                    <a:pt x="19222" y="4069"/>
                    <a:pt x="21600" y="9674"/>
                    <a:pt x="21600" y="15530"/>
                  </a:cubicBezTo>
                  <a:cubicBezTo>
                    <a:pt x="21600" y="19471"/>
                    <a:pt x="20521" y="23338"/>
                    <a:pt x="18480" y="26710"/>
                  </a:cubicBezTo>
                </a:path>
                <a:path w="21600" h="26711" stroke="0">
                  <a:moveTo>
                    <a:pt x="15012" y="0"/>
                  </a:moveTo>
                  <a:cubicBezTo>
                    <a:pt x="19222" y="4069"/>
                    <a:pt x="21600" y="9674"/>
                    <a:pt x="21600" y="15530"/>
                  </a:cubicBezTo>
                  <a:cubicBezTo>
                    <a:pt x="21600" y="19471"/>
                    <a:pt x="20521" y="23338"/>
                    <a:pt x="18480" y="26710"/>
                  </a:cubicBezTo>
                  <a:lnTo>
                    <a:pt x="0" y="15530"/>
                  </a:lnTo>
                  <a:close/>
                </a:path>
              </a:pathLst>
            </a:custGeom>
            <a:noFill/>
            <a:ln w="28575" cap="flat" cmpd="sng">
              <a:solidFill>
                <a:srgbClr val="66FF33"/>
              </a:solidFill>
              <a:prstDash val="solid"/>
              <a:round/>
              <a:headEnd type="none" w="med" len="med"/>
              <a:tailEnd type="triangle" w="med" len="med"/>
            </a:ln>
          </p:spPr>
          <p:txBody>
            <a:bodyPr wrap="none" anchor="ctr" anchorCtr="0"/>
            <a:p>
              <a:endParaRPr lang="zh-CN" altLang="en-US" dirty="0">
                <a:latin typeface="Arial" panose="020B0604020202020204" pitchFamily="34" charset="0"/>
              </a:endParaRPr>
            </a:p>
          </p:txBody>
        </p:sp>
        <p:graphicFrame>
          <p:nvGraphicFramePr>
            <p:cNvPr id="34823" name="Object 23"/>
            <p:cNvGraphicFramePr/>
            <p:nvPr/>
          </p:nvGraphicFramePr>
          <p:xfrm>
            <a:off x="2789" y="935"/>
            <a:ext cx="382" cy="368"/>
          </p:xfrm>
          <a:graphic>
            <a:graphicData uri="http://schemas.openxmlformats.org/presentationml/2006/ole">
              <mc:AlternateContent xmlns:mc="http://schemas.openxmlformats.org/markup-compatibility/2006">
                <mc:Choice xmlns:v="urn:schemas-microsoft-com:vml" Requires="v">
                  <p:oleObj spid="_x0000_s3333" name="" r:id="rId7" imgW="304800" imgH="292100" progId="Equation.3">
                    <p:embed/>
                  </p:oleObj>
                </mc:Choice>
                <mc:Fallback>
                  <p:oleObj name="" r:id="rId7" imgW="304800" imgH="292100" progId="Equation.3">
                    <p:embed/>
                    <p:pic>
                      <p:nvPicPr>
                        <p:cNvPr id="0" name="图片 3332"/>
                        <p:cNvPicPr/>
                        <p:nvPr/>
                      </p:nvPicPr>
                      <p:blipFill>
                        <a:blip r:embed="rId8">
                          <a:clrChange>
                            <a:clrFrom>
                              <a:srgbClr val="000000"/>
                            </a:clrFrom>
                            <a:clrTo>
                              <a:srgbClr val="FF3300"/>
                            </a:clrTo>
                          </a:clrChange>
                        </a:blip>
                        <a:stretch>
                          <a:fillRect/>
                        </a:stretch>
                      </p:blipFill>
                      <p:spPr>
                        <a:xfrm>
                          <a:off x="2789" y="935"/>
                          <a:ext cx="382" cy="368"/>
                        </a:xfrm>
                        <a:prstGeom prst="rect">
                          <a:avLst/>
                        </a:prstGeom>
                        <a:noFill/>
                        <a:ln w="38100">
                          <a:noFill/>
                          <a:miter/>
                        </a:ln>
                      </p:spPr>
                    </p:pic>
                  </p:oleObj>
                </mc:Fallback>
              </mc:AlternateContent>
            </a:graphicData>
          </a:graphic>
        </p:graphicFrame>
        <p:graphicFrame>
          <p:nvGraphicFramePr>
            <p:cNvPr id="34824" name="Object 24"/>
            <p:cNvGraphicFramePr/>
            <p:nvPr/>
          </p:nvGraphicFramePr>
          <p:xfrm>
            <a:off x="5115" y="928"/>
            <a:ext cx="398" cy="368"/>
          </p:xfrm>
          <a:graphic>
            <a:graphicData uri="http://schemas.openxmlformats.org/presentationml/2006/ole">
              <mc:AlternateContent xmlns:mc="http://schemas.openxmlformats.org/markup-compatibility/2006">
                <mc:Choice xmlns:v="urn:schemas-microsoft-com:vml" Requires="v">
                  <p:oleObj spid="_x0000_s3334" name="" r:id="rId9" imgW="317500" imgH="292100" progId="Equation.3">
                    <p:embed/>
                  </p:oleObj>
                </mc:Choice>
                <mc:Fallback>
                  <p:oleObj name="" r:id="rId9" imgW="317500" imgH="292100" progId="Equation.3">
                    <p:embed/>
                    <p:pic>
                      <p:nvPicPr>
                        <p:cNvPr id="0" name="图片 3333"/>
                        <p:cNvPicPr/>
                        <p:nvPr/>
                      </p:nvPicPr>
                      <p:blipFill>
                        <a:blip r:embed="rId10">
                          <a:clrChange>
                            <a:clrFrom>
                              <a:srgbClr val="000000"/>
                            </a:clrFrom>
                            <a:clrTo>
                              <a:srgbClr val="FFFFFF"/>
                            </a:clrTo>
                          </a:clrChange>
                        </a:blip>
                        <a:stretch>
                          <a:fillRect/>
                        </a:stretch>
                      </p:blipFill>
                      <p:spPr>
                        <a:xfrm>
                          <a:off x="5115" y="928"/>
                          <a:ext cx="398" cy="368"/>
                        </a:xfrm>
                        <a:prstGeom prst="rect">
                          <a:avLst/>
                        </a:prstGeom>
                        <a:noFill/>
                        <a:ln w="38100">
                          <a:noFill/>
                          <a:miter/>
                        </a:ln>
                      </p:spPr>
                    </p:pic>
                  </p:oleObj>
                </mc:Fallback>
              </mc:AlternateContent>
            </a:graphicData>
          </a:graphic>
        </p:graphicFrame>
        <p:graphicFrame>
          <p:nvGraphicFramePr>
            <p:cNvPr id="34825" name="Object 25"/>
            <p:cNvGraphicFramePr/>
            <p:nvPr/>
          </p:nvGraphicFramePr>
          <p:xfrm>
            <a:off x="4510" y="1579"/>
            <a:ext cx="398" cy="368"/>
          </p:xfrm>
          <a:graphic>
            <a:graphicData uri="http://schemas.openxmlformats.org/presentationml/2006/ole">
              <mc:AlternateContent xmlns:mc="http://schemas.openxmlformats.org/markup-compatibility/2006">
                <mc:Choice xmlns:v="urn:schemas-microsoft-com:vml" Requires="v">
                  <p:oleObj spid="_x0000_s3331" name="" r:id="rId11" imgW="317500" imgH="292100" progId="Equation.3">
                    <p:embed/>
                  </p:oleObj>
                </mc:Choice>
                <mc:Fallback>
                  <p:oleObj name="" r:id="rId11" imgW="317500" imgH="292100" progId="Equation.3">
                    <p:embed/>
                    <p:pic>
                      <p:nvPicPr>
                        <p:cNvPr id="0" name="图片 3330"/>
                        <p:cNvPicPr/>
                        <p:nvPr/>
                      </p:nvPicPr>
                      <p:blipFill>
                        <a:blip r:embed="rId12">
                          <a:clrChange>
                            <a:clrFrom>
                              <a:srgbClr val="000000"/>
                            </a:clrFrom>
                            <a:clrTo>
                              <a:srgbClr val="FFFFFF"/>
                            </a:clrTo>
                          </a:clrChange>
                        </a:blip>
                        <a:stretch>
                          <a:fillRect/>
                        </a:stretch>
                      </p:blipFill>
                      <p:spPr>
                        <a:xfrm>
                          <a:off x="4510" y="1579"/>
                          <a:ext cx="398" cy="368"/>
                        </a:xfrm>
                        <a:prstGeom prst="rect">
                          <a:avLst/>
                        </a:prstGeom>
                        <a:noFill/>
                        <a:ln w="38100">
                          <a:noFill/>
                          <a:miter/>
                        </a:ln>
                      </p:spPr>
                    </p:pic>
                  </p:oleObj>
                </mc:Fallback>
              </mc:AlternateContent>
            </a:graphicData>
          </a:graphic>
        </p:graphicFrame>
      </p:grpSp>
      <p:grpSp>
        <p:nvGrpSpPr>
          <p:cNvPr id="34828" name="Group 50"/>
          <p:cNvGrpSpPr/>
          <p:nvPr/>
        </p:nvGrpSpPr>
        <p:grpSpPr>
          <a:xfrm>
            <a:off x="8316913" y="6445250"/>
            <a:ext cx="792162" cy="366713"/>
            <a:chOff x="5193" y="4020"/>
            <a:chExt cx="499" cy="231"/>
          </a:xfrm>
        </p:grpSpPr>
        <p:pic>
          <p:nvPicPr>
            <p:cNvPr id="34851" name="Picture 51" descr="78900"/>
            <p:cNvPicPr>
              <a:picLocks noChangeAspect="1"/>
            </p:cNvPicPr>
            <p:nvPr/>
          </p:nvPicPr>
          <p:blipFill>
            <a:blip r:embed="rId13"/>
            <a:stretch>
              <a:fillRect/>
            </a:stretch>
          </p:blipFill>
          <p:spPr>
            <a:xfrm>
              <a:off x="5193" y="4066"/>
              <a:ext cx="499" cy="181"/>
            </a:xfrm>
            <a:prstGeom prst="rect">
              <a:avLst/>
            </a:prstGeom>
            <a:noFill/>
            <a:ln w="9525">
              <a:noFill/>
            </a:ln>
          </p:spPr>
        </p:pic>
        <p:sp>
          <p:nvSpPr>
            <p:cNvPr id="34852" name="Text Box 5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4829" name="Group 53"/>
          <p:cNvGrpSpPr/>
          <p:nvPr/>
        </p:nvGrpSpPr>
        <p:grpSpPr>
          <a:xfrm>
            <a:off x="7451725" y="6445250"/>
            <a:ext cx="792163" cy="366713"/>
            <a:chOff x="5193" y="4020"/>
            <a:chExt cx="499" cy="231"/>
          </a:xfrm>
        </p:grpSpPr>
        <p:pic>
          <p:nvPicPr>
            <p:cNvPr id="34849" name="Picture 54" descr="78900"/>
            <p:cNvPicPr>
              <a:picLocks noChangeAspect="1"/>
            </p:cNvPicPr>
            <p:nvPr/>
          </p:nvPicPr>
          <p:blipFill>
            <a:blip r:embed="rId13"/>
            <a:stretch>
              <a:fillRect/>
            </a:stretch>
          </p:blipFill>
          <p:spPr>
            <a:xfrm>
              <a:off x="5193" y="4066"/>
              <a:ext cx="499" cy="181"/>
            </a:xfrm>
            <a:prstGeom prst="rect">
              <a:avLst/>
            </a:prstGeom>
            <a:noFill/>
            <a:ln w="9525">
              <a:noFill/>
            </a:ln>
          </p:spPr>
        </p:pic>
        <p:sp>
          <p:nvSpPr>
            <p:cNvPr id="34850" name="Text Box 55">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4830" name="Group 56"/>
          <p:cNvGrpSpPr/>
          <p:nvPr/>
        </p:nvGrpSpPr>
        <p:grpSpPr>
          <a:xfrm>
            <a:off x="6588125" y="6446838"/>
            <a:ext cx="792163" cy="366712"/>
            <a:chOff x="4695" y="4061"/>
            <a:chExt cx="499" cy="231"/>
          </a:xfrm>
        </p:grpSpPr>
        <p:pic>
          <p:nvPicPr>
            <p:cNvPr id="34847" name="Picture 57" descr="78900"/>
            <p:cNvPicPr>
              <a:picLocks noChangeAspect="1"/>
            </p:cNvPicPr>
            <p:nvPr/>
          </p:nvPicPr>
          <p:blipFill>
            <a:blip r:embed="rId13"/>
            <a:stretch>
              <a:fillRect/>
            </a:stretch>
          </p:blipFill>
          <p:spPr>
            <a:xfrm>
              <a:off x="4695" y="4107"/>
              <a:ext cx="499" cy="181"/>
            </a:xfrm>
            <a:prstGeom prst="rect">
              <a:avLst/>
            </a:prstGeom>
            <a:noFill/>
            <a:ln w="9525">
              <a:noFill/>
            </a:ln>
          </p:spPr>
        </p:pic>
        <p:sp>
          <p:nvSpPr>
            <p:cNvPr id="34848" name="Text Box 58">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 name="Group 67"/>
          <p:cNvGrpSpPr/>
          <p:nvPr/>
        </p:nvGrpSpPr>
        <p:grpSpPr>
          <a:xfrm>
            <a:off x="468313" y="614363"/>
            <a:ext cx="3808412" cy="2565400"/>
            <a:chOff x="295" y="387"/>
            <a:chExt cx="2399" cy="1616"/>
          </a:xfrm>
        </p:grpSpPr>
        <p:graphicFrame>
          <p:nvGraphicFramePr>
            <p:cNvPr id="34819" name="Object 3"/>
            <p:cNvGraphicFramePr/>
            <p:nvPr/>
          </p:nvGraphicFramePr>
          <p:xfrm>
            <a:off x="295" y="387"/>
            <a:ext cx="2399" cy="1616"/>
          </p:xfrm>
          <a:graphic>
            <a:graphicData uri="http://schemas.openxmlformats.org/presentationml/2006/ole">
              <mc:AlternateContent xmlns:mc="http://schemas.openxmlformats.org/markup-compatibility/2006">
                <mc:Choice xmlns:v="urn:schemas-microsoft-com:vml" Requires="v">
                  <p:oleObj spid="_x0000_s3335" name="" r:id="rId14" imgW="1905000" imgH="1282700" progId="Equation.3">
                    <p:embed/>
                  </p:oleObj>
                </mc:Choice>
                <mc:Fallback>
                  <p:oleObj name="" r:id="rId14" imgW="1905000" imgH="1282700" progId="Equation.3">
                    <p:embed/>
                    <p:pic>
                      <p:nvPicPr>
                        <p:cNvPr id="0" name="图片 3334"/>
                        <p:cNvPicPr/>
                        <p:nvPr/>
                      </p:nvPicPr>
                      <p:blipFill>
                        <a:blip r:embed="rId15">
                          <a:clrChange>
                            <a:clrFrom>
                              <a:srgbClr val="000000"/>
                            </a:clrFrom>
                            <a:clrTo>
                              <a:srgbClr val="FFFFFF"/>
                            </a:clrTo>
                          </a:clrChange>
                        </a:blip>
                        <a:stretch>
                          <a:fillRect/>
                        </a:stretch>
                      </p:blipFill>
                      <p:spPr>
                        <a:xfrm>
                          <a:off x="295" y="387"/>
                          <a:ext cx="2399" cy="1616"/>
                        </a:xfrm>
                        <a:prstGeom prst="rect">
                          <a:avLst/>
                        </a:prstGeom>
                        <a:noFill/>
                        <a:ln w="38100">
                          <a:noFill/>
                          <a:miter/>
                        </a:ln>
                      </p:spPr>
                    </p:pic>
                  </p:oleObj>
                </mc:Fallback>
              </mc:AlternateContent>
            </a:graphicData>
          </a:graphic>
        </p:graphicFrame>
        <p:sp>
          <p:nvSpPr>
            <p:cNvPr id="34843" name="AutoShape 4"/>
            <p:cNvSpPr/>
            <p:nvPr/>
          </p:nvSpPr>
          <p:spPr>
            <a:xfrm>
              <a:off x="340" y="795"/>
              <a:ext cx="91" cy="1179"/>
            </a:xfrm>
            <a:prstGeom prst="leftBrace">
              <a:avLst>
                <a:gd name="adj1" fmla="val 107967"/>
                <a:gd name="adj2" fmla="val 50000"/>
              </a:avLst>
            </a:prstGeom>
            <a:noFill/>
            <a:ln w="28575" cap="flat" cmpd="sng">
              <a:solidFill>
                <a:srgbClr val="FFFF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4844" name="Line 59"/>
            <p:cNvSpPr/>
            <p:nvPr/>
          </p:nvSpPr>
          <p:spPr>
            <a:xfrm>
              <a:off x="1265" y="1108"/>
              <a:ext cx="680" cy="0"/>
            </a:xfrm>
            <a:prstGeom prst="line">
              <a:avLst/>
            </a:prstGeom>
            <a:ln w="9525" cap="flat" cmpd="sng">
              <a:solidFill>
                <a:schemeClr val="bg1"/>
              </a:solidFill>
              <a:prstDash val="solid"/>
              <a:headEnd type="none" w="med" len="med"/>
              <a:tailEnd type="none" w="med" len="med"/>
            </a:ln>
          </p:spPr>
        </p:sp>
        <p:sp>
          <p:nvSpPr>
            <p:cNvPr id="34845" name="Line 60"/>
            <p:cNvSpPr/>
            <p:nvPr/>
          </p:nvSpPr>
          <p:spPr>
            <a:xfrm>
              <a:off x="1265" y="1534"/>
              <a:ext cx="726" cy="0"/>
            </a:xfrm>
            <a:prstGeom prst="line">
              <a:avLst/>
            </a:prstGeom>
            <a:ln w="9525" cap="flat" cmpd="sng">
              <a:solidFill>
                <a:schemeClr val="bg1"/>
              </a:solidFill>
              <a:prstDash val="solid"/>
              <a:headEnd type="none" w="med" len="med"/>
              <a:tailEnd type="none" w="med" len="med"/>
            </a:ln>
          </p:spPr>
        </p:sp>
        <p:sp>
          <p:nvSpPr>
            <p:cNvPr id="34846" name="Line 61"/>
            <p:cNvSpPr/>
            <p:nvPr/>
          </p:nvSpPr>
          <p:spPr>
            <a:xfrm>
              <a:off x="1256" y="1970"/>
              <a:ext cx="544" cy="0"/>
            </a:xfrm>
            <a:prstGeom prst="line">
              <a:avLst/>
            </a:prstGeom>
            <a:ln w="9525" cap="flat" cmpd="sng">
              <a:solidFill>
                <a:schemeClr val="bg1"/>
              </a:solidFill>
              <a:prstDash val="solid"/>
              <a:headEnd type="none" w="med" len="med"/>
              <a:tailEnd type="none" w="med" len="med"/>
            </a:ln>
          </p:spPr>
        </p:sp>
      </p:grpSp>
      <p:grpSp>
        <p:nvGrpSpPr>
          <p:cNvPr id="7" name="Group 72"/>
          <p:cNvGrpSpPr/>
          <p:nvPr/>
        </p:nvGrpSpPr>
        <p:grpSpPr>
          <a:xfrm>
            <a:off x="73025" y="3741738"/>
            <a:ext cx="5549900" cy="2503487"/>
            <a:chOff x="46" y="2357"/>
            <a:chExt cx="3496" cy="1577"/>
          </a:xfrm>
        </p:grpSpPr>
        <p:graphicFrame>
          <p:nvGraphicFramePr>
            <p:cNvPr id="34818" name="Object 5"/>
            <p:cNvGraphicFramePr/>
            <p:nvPr/>
          </p:nvGraphicFramePr>
          <p:xfrm>
            <a:off x="46" y="2357"/>
            <a:ext cx="3496" cy="1577"/>
          </p:xfrm>
          <a:graphic>
            <a:graphicData uri="http://schemas.openxmlformats.org/presentationml/2006/ole">
              <mc:AlternateContent xmlns:mc="http://schemas.openxmlformats.org/markup-compatibility/2006">
                <mc:Choice xmlns:v="urn:schemas-microsoft-com:vml" Requires="v">
                  <p:oleObj spid="_x0000_s3330" name="" r:id="rId16" imgW="2425700" imgH="1219200" progId="Equation.DSMT4">
                    <p:embed/>
                  </p:oleObj>
                </mc:Choice>
                <mc:Fallback>
                  <p:oleObj name="" r:id="rId16" imgW="2425700" imgH="1219200" progId="Equation.DSMT4">
                    <p:embed/>
                    <p:pic>
                      <p:nvPicPr>
                        <p:cNvPr id="0" name="图片 3329"/>
                        <p:cNvPicPr/>
                        <p:nvPr/>
                      </p:nvPicPr>
                      <p:blipFill>
                        <a:blip r:embed="rId17">
                          <a:clrChange>
                            <a:clrFrom>
                              <a:srgbClr val="000000"/>
                            </a:clrFrom>
                            <a:clrTo>
                              <a:srgbClr val="FFFFFF"/>
                            </a:clrTo>
                          </a:clrChange>
                        </a:blip>
                        <a:stretch>
                          <a:fillRect/>
                        </a:stretch>
                      </p:blipFill>
                      <p:spPr>
                        <a:xfrm>
                          <a:off x="46" y="2357"/>
                          <a:ext cx="3496" cy="1577"/>
                        </a:xfrm>
                        <a:prstGeom prst="rect">
                          <a:avLst/>
                        </a:prstGeom>
                        <a:noFill/>
                        <a:ln w="38100">
                          <a:noFill/>
                          <a:miter/>
                        </a:ln>
                      </p:spPr>
                    </p:pic>
                  </p:oleObj>
                </mc:Fallback>
              </mc:AlternateContent>
            </a:graphicData>
          </a:graphic>
        </p:graphicFrame>
        <p:sp>
          <p:nvSpPr>
            <p:cNvPr id="34834" name="AutoShape 6"/>
            <p:cNvSpPr/>
            <p:nvPr/>
          </p:nvSpPr>
          <p:spPr>
            <a:xfrm>
              <a:off x="338" y="2460"/>
              <a:ext cx="94" cy="1410"/>
            </a:xfrm>
            <a:prstGeom prst="leftBrace">
              <a:avLst>
                <a:gd name="adj1" fmla="val 125000"/>
                <a:gd name="adj2" fmla="val 50000"/>
              </a:avLst>
            </a:prstGeom>
            <a:noFill/>
            <a:ln w="28575" cap="flat" cmpd="sng">
              <a:solidFill>
                <a:srgbClr val="FFFF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4835" name="Line 62"/>
            <p:cNvSpPr/>
            <p:nvPr/>
          </p:nvSpPr>
          <p:spPr>
            <a:xfrm>
              <a:off x="2835" y="2750"/>
              <a:ext cx="421" cy="0"/>
            </a:xfrm>
            <a:prstGeom prst="line">
              <a:avLst/>
            </a:prstGeom>
            <a:ln w="9525" cap="flat" cmpd="sng">
              <a:solidFill>
                <a:schemeClr val="bg1"/>
              </a:solidFill>
              <a:prstDash val="solid"/>
              <a:headEnd type="none" w="med" len="med"/>
              <a:tailEnd type="none" w="med" len="med"/>
            </a:ln>
          </p:spPr>
        </p:sp>
        <p:sp>
          <p:nvSpPr>
            <p:cNvPr id="34836" name="Line 63"/>
            <p:cNvSpPr/>
            <p:nvPr/>
          </p:nvSpPr>
          <p:spPr>
            <a:xfrm>
              <a:off x="1746" y="2750"/>
              <a:ext cx="280" cy="0"/>
            </a:xfrm>
            <a:prstGeom prst="line">
              <a:avLst/>
            </a:prstGeom>
            <a:ln w="9525" cap="flat" cmpd="sng">
              <a:solidFill>
                <a:schemeClr val="bg1"/>
              </a:solidFill>
              <a:prstDash val="solid"/>
              <a:headEnd type="none" w="med" len="med"/>
              <a:tailEnd type="none" w="med" len="med"/>
            </a:ln>
          </p:spPr>
        </p:sp>
        <p:sp>
          <p:nvSpPr>
            <p:cNvPr id="34837" name="Line 64"/>
            <p:cNvSpPr/>
            <p:nvPr/>
          </p:nvSpPr>
          <p:spPr>
            <a:xfrm flipV="1">
              <a:off x="1746" y="2478"/>
              <a:ext cx="92" cy="272"/>
            </a:xfrm>
            <a:prstGeom prst="line">
              <a:avLst/>
            </a:prstGeom>
            <a:ln w="9525" cap="flat" cmpd="sng">
              <a:solidFill>
                <a:schemeClr val="bg1"/>
              </a:solidFill>
              <a:prstDash val="solid"/>
              <a:headEnd type="none" w="med" len="med"/>
              <a:tailEnd type="none" w="med" len="med"/>
            </a:ln>
          </p:spPr>
        </p:sp>
        <p:sp>
          <p:nvSpPr>
            <p:cNvPr id="34838" name="Line 65"/>
            <p:cNvSpPr/>
            <p:nvPr/>
          </p:nvSpPr>
          <p:spPr>
            <a:xfrm>
              <a:off x="1565" y="3249"/>
              <a:ext cx="280" cy="0"/>
            </a:xfrm>
            <a:prstGeom prst="line">
              <a:avLst/>
            </a:prstGeom>
            <a:ln w="9525" cap="flat" cmpd="sng">
              <a:solidFill>
                <a:schemeClr val="bg1"/>
              </a:solidFill>
              <a:prstDash val="solid"/>
              <a:headEnd type="none" w="med" len="med"/>
              <a:tailEnd type="none" w="med" len="med"/>
            </a:ln>
          </p:spPr>
        </p:sp>
        <p:sp>
          <p:nvSpPr>
            <p:cNvPr id="34839" name="Line 66"/>
            <p:cNvSpPr/>
            <p:nvPr/>
          </p:nvSpPr>
          <p:spPr>
            <a:xfrm>
              <a:off x="1637" y="3748"/>
              <a:ext cx="562" cy="0"/>
            </a:xfrm>
            <a:prstGeom prst="line">
              <a:avLst/>
            </a:prstGeom>
            <a:ln w="9525" cap="flat" cmpd="sng">
              <a:solidFill>
                <a:schemeClr val="bg1"/>
              </a:solidFill>
              <a:prstDash val="solid"/>
              <a:headEnd type="none" w="med" len="med"/>
              <a:tailEnd type="none" w="med" len="med"/>
            </a:ln>
          </p:spPr>
        </p:sp>
        <p:sp>
          <p:nvSpPr>
            <p:cNvPr id="34840" name="Line 69"/>
            <p:cNvSpPr/>
            <p:nvPr/>
          </p:nvSpPr>
          <p:spPr>
            <a:xfrm flipV="1">
              <a:off x="2835" y="2478"/>
              <a:ext cx="92" cy="272"/>
            </a:xfrm>
            <a:prstGeom prst="line">
              <a:avLst/>
            </a:prstGeom>
            <a:ln w="9525" cap="flat" cmpd="sng">
              <a:solidFill>
                <a:schemeClr val="bg1"/>
              </a:solidFill>
              <a:prstDash val="solid"/>
              <a:headEnd type="none" w="med" len="med"/>
              <a:tailEnd type="none" w="med" len="med"/>
            </a:ln>
          </p:spPr>
        </p:sp>
        <p:sp>
          <p:nvSpPr>
            <p:cNvPr id="34841" name="Line 70"/>
            <p:cNvSpPr/>
            <p:nvPr/>
          </p:nvSpPr>
          <p:spPr>
            <a:xfrm flipV="1">
              <a:off x="1565" y="2976"/>
              <a:ext cx="92" cy="272"/>
            </a:xfrm>
            <a:prstGeom prst="line">
              <a:avLst/>
            </a:prstGeom>
            <a:ln w="9525" cap="flat" cmpd="sng">
              <a:solidFill>
                <a:schemeClr val="bg1"/>
              </a:solidFill>
              <a:prstDash val="solid"/>
              <a:headEnd type="none" w="med" len="med"/>
              <a:tailEnd type="none" w="med" len="med"/>
            </a:ln>
          </p:spPr>
        </p:sp>
        <p:sp>
          <p:nvSpPr>
            <p:cNvPr id="34842" name="Line 71"/>
            <p:cNvSpPr/>
            <p:nvPr/>
          </p:nvSpPr>
          <p:spPr>
            <a:xfrm flipV="1">
              <a:off x="1637" y="3475"/>
              <a:ext cx="92" cy="272"/>
            </a:xfrm>
            <a:prstGeom prst="line">
              <a:avLst/>
            </a:prstGeom>
            <a:ln w="9525" cap="flat" cmpd="sng">
              <a:solidFill>
                <a:schemeClr val="bg1"/>
              </a:solidFill>
              <a:prstDash val="solid"/>
              <a:headEnd type="none" w="med" len="med"/>
              <a:tailEnd type="none" w="med" len="med"/>
            </a:ln>
          </p:spPr>
        </p:sp>
      </p:grpSp>
      <p:sp>
        <p:nvSpPr>
          <p:cNvPr id="3145" name="Text Box 73"/>
          <p:cNvSpPr txBox="1"/>
          <p:nvPr/>
        </p:nvSpPr>
        <p:spPr>
          <a:xfrm>
            <a:off x="468313" y="3213100"/>
            <a:ext cx="4103687" cy="519113"/>
          </a:xfrm>
          <a:prstGeom prst="rect">
            <a:avLst/>
          </a:prstGeom>
          <a:noFill/>
          <a:ln w="9525">
            <a:noFill/>
          </a:ln>
        </p:spPr>
        <p:txBody>
          <a:bodyPr>
            <a:spAutoFit/>
          </a:bodyPr>
          <a:p>
            <a:r>
              <a:rPr lang="zh-CN" altLang="en-US" sz="2800" dirty="0">
                <a:solidFill>
                  <a:schemeClr val="bg1"/>
                </a:solidFill>
                <a:latin typeface="Times New Roman" panose="02020603050405020304" pitchFamily="18" charset="0"/>
              </a:rPr>
              <a:t>第二组负载的相电流</a:t>
            </a:r>
            <a:endParaRPr lang="zh-CN" altLang="en-US" sz="2800" dirty="0">
              <a:solidFill>
                <a:schemeClr val="bg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lide(fromBottom)">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3145"/>
                                        </p:tgtEl>
                                        <p:attrNameLst>
                                          <p:attrName>style.visibility</p:attrName>
                                        </p:attrNameLst>
                                      </p:cBhvr>
                                      <p:to>
                                        <p:strVal val="visible"/>
                                      </p:to>
                                    </p:set>
                                    <p:anim calcmode="lin" valueType="num">
                                      <p:cBhvr additive="base">
                                        <p:cTn id="12" dur="500" fill="hold"/>
                                        <p:tgtEl>
                                          <p:spTgt spid="3145"/>
                                        </p:tgtEl>
                                        <p:attrNameLst>
                                          <p:attrName>ppt_x</p:attrName>
                                        </p:attrNameLst>
                                      </p:cBhvr>
                                      <p:tavLst>
                                        <p:tav tm="0">
                                          <p:val>
                                            <p:strVal val="1+#ppt_w/2"/>
                                          </p:val>
                                        </p:tav>
                                        <p:tav tm="100000">
                                          <p:val>
                                            <p:strVal val="#ppt_x"/>
                                          </p:val>
                                        </p:tav>
                                      </p:tavLst>
                                    </p:anim>
                                    <p:anim calcmode="lin" valueType="num">
                                      <p:cBhvr additive="base">
                                        <p:cTn id="13" dur="500" fill="hold"/>
                                        <p:tgtEl>
                                          <p:spTgt spid="3145"/>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3" presetClass="entr" presetSubtype="1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grpId="0" nodeType="clickEffect">
                                  <p:stCondLst>
                                    <p:cond delay="0"/>
                                  </p:stCondLst>
                                  <p:childTnLst>
                                    <p:set>
                                      <p:cBhvr>
                                        <p:cTn id="21" dur="1" fill="hold">
                                          <p:stCondLst>
                                            <p:cond delay="0"/>
                                          </p:stCondLst>
                                        </p:cTn>
                                        <p:tgtEl>
                                          <p:spTgt spid="3074"/>
                                        </p:tgtEl>
                                        <p:attrNameLst>
                                          <p:attrName>style.visibility</p:attrName>
                                        </p:attrNameLst>
                                      </p:cBhvr>
                                      <p:to>
                                        <p:strVal val="visible"/>
                                      </p:to>
                                    </p:set>
                                    <p:anim calcmode="lin" valueType="num">
                                      <p:cBhvr additive="base">
                                        <p:cTn id="22" dur="500" fill="hold"/>
                                        <p:tgtEl>
                                          <p:spTgt spid="3074"/>
                                        </p:tgtEl>
                                        <p:attrNameLst>
                                          <p:attrName>ppt_x</p:attrName>
                                        </p:attrNameLst>
                                      </p:cBhvr>
                                      <p:tavLst>
                                        <p:tav tm="0">
                                          <p:val>
                                            <p:strVal val="1+#ppt_w/2"/>
                                          </p:val>
                                        </p:tav>
                                        <p:tav tm="100000">
                                          <p:val>
                                            <p:strVal val="#ppt_x"/>
                                          </p:val>
                                        </p:tav>
                                      </p:tavLst>
                                    </p:anim>
                                    <p:anim calcmode="lin" valueType="num">
                                      <p:cBhvr additive="base">
                                        <p:cTn id="23" dur="500" fill="hold"/>
                                        <p:tgtEl>
                                          <p:spTgt spid="3074"/>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linds(horizontal)">
                                      <p:cBhvr>
                                        <p:cTn id="2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 grpId="0"/>
      <p:bldP spid="314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Text Box 2"/>
          <p:cNvSpPr txBox="1"/>
          <p:nvPr/>
        </p:nvSpPr>
        <p:spPr>
          <a:xfrm>
            <a:off x="323850" y="476250"/>
            <a:ext cx="1133475" cy="579438"/>
          </a:xfrm>
          <a:prstGeom prst="rect">
            <a:avLst/>
          </a:prstGeom>
          <a:noFill/>
          <a:ln w="9525">
            <a:noFill/>
          </a:ln>
        </p:spPr>
        <p:txBody>
          <a:bodyPr wrap="none">
            <a:spAutoFit/>
          </a:bodyPr>
          <a:p>
            <a:r>
              <a:rPr lang="zh-CN" altLang="en-US" dirty="0">
                <a:solidFill>
                  <a:schemeClr val="bg1"/>
                </a:solidFill>
                <a:latin typeface="Times New Roman" panose="02020603050405020304" pitchFamily="18" charset="0"/>
                <a:ea typeface="宋体" panose="02010600030101010101" pitchFamily="2" charset="-122"/>
              </a:rPr>
              <a:t>例</a:t>
            </a:r>
            <a:r>
              <a:rPr lang="en-US" altLang="zh-CN" b="0" dirty="0">
                <a:solidFill>
                  <a:schemeClr val="bg1"/>
                </a:solidFill>
                <a:latin typeface="Times New Roman" panose="02020603050405020304" pitchFamily="18" charset="0"/>
                <a:ea typeface="宋体" panose="02010600030101010101" pitchFamily="2" charset="-122"/>
              </a:rPr>
              <a:t>3-5</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72977" name="Text Box 273"/>
          <p:cNvSpPr txBox="1"/>
          <p:nvPr/>
        </p:nvSpPr>
        <p:spPr>
          <a:xfrm>
            <a:off x="1116013" y="5661025"/>
            <a:ext cx="7416800" cy="519113"/>
          </a:xfrm>
          <a:prstGeom prst="rect">
            <a:avLst/>
          </a:prstGeom>
          <a:noFill/>
          <a:ln w="9525">
            <a:noFill/>
          </a:ln>
        </p:spPr>
        <p:txBody>
          <a:bodyPr>
            <a:spAutoFit/>
          </a:bodyPr>
          <a:p>
            <a:r>
              <a:rPr lang="zh-CN" altLang="en-US" sz="2800" dirty="0">
                <a:latin typeface="楷体_GB2312" pitchFamily="49" charset="-122"/>
              </a:rPr>
              <a:t>消去互感，进行</a:t>
            </a:r>
            <a:r>
              <a:rPr lang="zh-CN" altLang="en-US" sz="2800" b="0" dirty="0">
                <a:solidFill>
                  <a:schemeClr val="bg1"/>
                </a:solidFill>
                <a:latin typeface="Times New Roman" panose="02020603050405020304" pitchFamily="18" charset="0"/>
                <a:sym typeface="Symbol" panose="05050102010706020507" pitchFamily="18" charset="2"/>
              </a:rPr>
              <a:t></a:t>
            </a:r>
            <a:r>
              <a:rPr lang="en-US" altLang="zh-CN" sz="2800" b="0" dirty="0">
                <a:solidFill>
                  <a:schemeClr val="bg1"/>
                </a:solidFill>
                <a:latin typeface="宋体" panose="02010600030101010101" pitchFamily="2" charset="-122"/>
                <a:ea typeface="宋体" panose="02010600030101010101" pitchFamily="2" charset="-122"/>
                <a:sym typeface="Symbol" panose="05050102010706020507" pitchFamily="18" charset="2"/>
              </a:rPr>
              <a:t>-</a:t>
            </a:r>
            <a:r>
              <a:rPr lang="en-US" altLang="zh-CN" sz="2800" b="0" dirty="0">
                <a:solidFill>
                  <a:schemeClr val="bg1"/>
                </a:solidFill>
                <a:latin typeface="Times New Roman" panose="02020603050405020304" pitchFamily="18" charset="0"/>
              </a:rPr>
              <a:t>Y</a:t>
            </a:r>
            <a:r>
              <a:rPr lang="zh-CN" altLang="en-US" sz="2800" dirty="0">
                <a:latin typeface="楷体_GB2312" pitchFamily="49" charset="-122"/>
              </a:rPr>
              <a:t>变换，取</a:t>
            </a:r>
            <a:r>
              <a:rPr lang="en-US" altLang="zh-CN" sz="2800" b="0" dirty="0">
                <a:solidFill>
                  <a:schemeClr val="bg1"/>
                </a:solidFill>
                <a:latin typeface="Times New Roman" panose="02020603050405020304" pitchFamily="18" charset="0"/>
              </a:rPr>
              <a:t>A</a:t>
            </a:r>
            <a:r>
              <a:rPr lang="zh-CN" altLang="en-US" sz="2800" dirty="0">
                <a:latin typeface="楷体_GB2312" pitchFamily="49" charset="-122"/>
              </a:rPr>
              <a:t>相计算电路。</a:t>
            </a:r>
            <a:endParaRPr lang="zh-CN" altLang="en-US" sz="2800" dirty="0">
              <a:latin typeface="楷体_GB2312" pitchFamily="49" charset="-122"/>
            </a:endParaRPr>
          </a:p>
        </p:txBody>
      </p:sp>
      <p:sp>
        <p:nvSpPr>
          <p:cNvPr id="72974" name="Line 270"/>
          <p:cNvSpPr/>
          <p:nvPr/>
        </p:nvSpPr>
        <p:spPr>
          <a:xfrm>
            <a:off x="7451725" y="2924175"/>
            <a:ext cx="0" cy="649288"/>
          </a:xfrm>
          <a:prstGeom prst="line">
            <a:avLst/>
          </a:prstGeom>
          <a:ln w="76200" cap="flat" cmpd="sng">
            <a:solidFill>
              <a:srgbClr val="3399FF"/>
            </a:solidFill>
            <a:prstDash val="solid"/>
            <a:headEnd type="none" w="med" len="med"/>
            <a:tailEnd type="triangle" w="med" len="med"/>
          </a:ln>
        </p:spPr>
      </p:sp>
      <p:sp>
        <p:nvSpPr>
          <p:cNvPr id="73146" name="Text Box 442"/>
          <p:cNvSpPr txBox="1"/>
          <p:nvPr/>
        </p:nvSpPr>
        <p:spPr>
          <a:xfrm>
            <a:off x="468313" y="5589588"/>
            <a:ext cx="617537" cy="519112"/>
          </a:xfrm>
          <a:prstGeom prst="rect">
            <a:avLst/>
          </a:prstGeom>
          <a:solidFill>
            <a:srgbClr val="990033"/>
          </a:solidFill>
          <a:ln w="9525">
            <a:noFill/>
          </a:ln>
        </p:spPr>
        <p:txBody>
          <a:bodyPr>
            <a:spAutoFit/>
          </a:bodyPr>
          <a:p>
            <a:pPr>
              <a:spcBef>
                <a:spcPct val="50000"/>
              </a:spcBef>
            </a:pPr>
            <a:r>
              <a:rPr lang="zh-CN" altLang="en-US" sz="2800" dirty="0">
                <a:solidFill>
                  <a:schemeClr val="bg1"/>
                </a:solidFill>
                <a:latin typeface="Times New Roman" panose="02020603050405020304" pitchFamily="18" charset="0"/>
                <a:ea typeface="宋体" panose="02010600030101010101" pitchFamily="2" charset="-122"/>
              </a:rPr>
              <a:t>解 </a:t>
            </a:r>
            <a:endParaRPr lang="zh-CN" altLang="en-US" sz="2800" dirty="0">
              <a:solidFill>
                <a:schemeClr val="bg1"/>
              </a:solidFill>
              <a:latin typeface="Times New Roman" panose="02020603050405020304" pitchFamily="18" charset="0"/>
              <a:ea typeface="宋体" panose="02010600030101010101" pitchFamily="2" charset="-122"/>
            </a:endParaRPr>
          </a:p>
        </p:txBody>
      </p:sp>
      <p:grpSp>
        <p:nvGrpSpPr>
          <p:cNvPr id="35855" name="Group 452"/>
          <p:cNvGrpSpPr/>
          <p:nvPr/>
        </p:nvGrpSpPr>
        <p:grpSpPr>
          <a:xfrm>
            <a:off x="8316913" y="6445250"/>
            <a:ext cx="792162" cy="366713"/>
            <a:chOff x="5193" y="4020"/>
            <a:chExt cx="499" cy="231"/>
          </a:xfrm>
        </p:grpSpPr>
        <p:pic>
          <p:nvPicPr>
            <p:cNvPr id="35978" name="Picture 453"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35979" name="Text Box 45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5856" name="Group 455"/>
          <p:cNvGrpSpPr/>
          <p:nvPr/>
        </p:nvGrpSpPr>
        <p:grpSpPr>
          <a:xfrm>
            <a:off x="7451725" y="6445250"/>
            <a:ext cx="792163" cy="366713"/>
            <a:chOff x="5193" y="4020"/>
            <a:chExt cx="499" cy="231"/>
          </a:xfrm>
        </p:grpSpPr>
        <p:pic>
          <p:nvPicPr>
            <p:cNvPr id="35976" name="Picture 456"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35977" name="Text Box 457">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5857" name="Group 458"/>
          <p:cNvGrpSpPr/>
          <p:nvPr/>
        </p:nvGrpSpPr>
        <p:grpSpPr>
          <a:xfrm>
            <a:off x="6588125" y="6446838"/>
            <a:ext cx="792163" cy="366712"/>
            <a:chOff x="4695" y="4061"/>
            <a:chExt cx="499" cy="231"/>
          </a:xfrm>
        </p:grpSpPr>
        <p:pic>
          <p:nvPicPr>
            <p:cNvPr id="35974" name="Picture 459" descr="78900"/>
            <p:cNvPicPr>
              <a:picLocks noChangeAspect="1"/>
            </p:cNvPicPr>
            <p:nvPr/>
          </p:nvPicPr>
          <p:blipFill>
            <a:blip r:embed="rId1"/>
            <a:stretch>
              <a:fillRect/>
            </a:stretch>
          </p:blipFill>
          <p:spPr>
            <a:xfrm>
              <a:off x="4695" y="4107"/>
              <a:ext cx="499" cy="181"/>
            </a:xfrm>
            <a:prstGeom prst="rect">
              <a:avLst/>
            </a:prstGeom>
            <a:noFill/>
            <a:ln w="9525">
              <a:noFill/>
            </a:ln>
          </p:spPr>
        </p:pic>
        <p:sp>
          <p:nvSpPr>
            <p:cNvPr id="35975" name="Text Box 460">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 name="Group 462"/>
          <p:cNvGrpSpPr/>
          <p:nvPr/>
        </p:nvGrpSpPr>
        <p:grpSpPr>
          <a:xfrm>
            <a:off x="1403350" y="404813"/>
            <a:ext cx="6326188" cy="1135062"/>
            <a:chOff x="884" y="255"/>
            <a:chExt cx="3985" cy="715"/>
          </a:xfrm>
        </p:grpSpPr>
        <p:graphicFrame>
          <p:nvGraphicFramePr>
            <p:cNvPr id="35849" name="Object 3"/>
            <p:cNvGraphicFramePr/>
            <p:nvPr/>
          </p:nvGraphicFramePr>
          <p:xfrm>
            <a:off x="898" y="255"/>
            <a:ext cx="3971" cy="398"/>
          </p:xfrm>
          <a:graphic>
            <a:graphicData uri="http://schemas.openxmlformats.org/presentationml/2006/ole">
              <mc:AlternateContent xmlns:mc="http://schemas.openxmlformats.org/markup-compatibility/2006">
                <mc:Choice xmlns:v="urn:schemas-microsoft-com:vml" Requires="v">
                  <p:oleObj spid="_x0000_s3337" name="" r:id="rId2" imgW="3147060" imgH="317500" progId="Equation.3">
                    <p:embed/>
                  </p:oleObj>
                </mc:Choice>
                <mc:Fallback>
                  <p:oleObj name="" r:id="rId2" imgW="3147060" imgH="317500" progId="Equation.3">
                    <p:embed/>
                    <p:pic>
                      <p:nvPicPr>
                        <p:cNvPr id="0" name="图片 3336"/>
                        <p:cNvPicPr/>
                        <p:nvPr/>
                      </p:nvPicPr>
                      <p:blipFill>
                        <a:blip r:embed="rId3">
                          <a:clrChange>
                            <a:clrFrom>
                              <a:srgbClr val="000000"/>
                            </a:clrFrom>
                            <a:clrTo>
                              <a:srgbClr val="FFFF00"/>
                            </a:clrTo>
                          </a:clrChange>
                        </a:blip>
                        <a:stretch>
                          <a:fillRect/>
                        </a:stretch>
                      </p:blipFill>
                      <p:spPr>
                        <a:xfrm>
                          <a:off x="898" y="255"/>
                          <a:ext cx="3971" cy="398"/>
                        </a:xfrm>
                        <a:prstGeom prst="rect">
                          <a:avLst/>
                        </a:prstGeom>
                        <a:noFill/>
                        <a:ln w="38100">
                          <a:noFill/>
                          <a:miter/>
                        </a:ln>
                      </p:spPr>
                    </p:pic>
                  </p:oleObj>
                </mc:Fallback>
              </mc:AlternateContent>
            </a:graphicData>
          </a:graphic>
        </p:graphicFrame>
        <p:graphicFrame>
          <p:nvGraphicFramePr>
            <p:cNvPr id="35850" name="Object 4"/>
            <p:cNvGraphicFramePr/>
            <p:nvPr/>
          </p:nvGraphicFramePr>
          <p:xfrm>
            <a:off x="884" y="572"/>
            <a:ext cx="1488" cy="398"/>
          </p:xfrm>
          <a:graphic>
            <a:graphicData uri="http://schemas.openxmlformats.org/presentationml/2006/ole">
              <mc:AlternateContent xmlns:mc="http://schemas.openxmlformats.org/markup-compatibility/2006">
                <mc:Choice xmlns:v="urn:schemas-microsoft-com:vml" Requires="v">
                  <p:oleObj spid="_x0000_s3336" name="" r:id="rId4" imgW="1179830" imgH="317500" progId="Equation.3">
                    <p:embed/>
                  </p:oleObj>
                </mc:Choice>
                <mc:Fallback>
                  <p:oleObj name="" r:id="rId4" imgW="1179830" imgH="317500" progId="Equation.3">
                    <p:embed/>
                    <p:pic>
                      <p:nvPicPr>
                        <p:cNvPr id="0" name="图片 3335"/>
                        <p:cNvPicPr/>
                        <p:nvPr/>
                      </p:nvPicPr>
                      <p:blipFill>
                        <a:blip r:embed="rId5">
                          <a:clrChange>
                            <a:clrFrom>
                              <a:srgbClr val="000000"/>
                            </a:clrFrom>
                            <a:clrTo>
                              <a:srgbClr val="FFFF00"/>
                            </a:clrTo>
                          </a:clrChange>
                        </a:blip>
                        <a:stretch>
                          <a:fillRect/>
                        </a:stretch>
                      </p:blipFill>
                      <p:spPr>
                        <a:xfrm>
                          <a:off x="884" y="572"/>
                          <a:ext cx="1488" cy="398"/>
                        </a:xfrm>
                        <a:prstGeom prst="rect">
                          <a:avLst/>
                        </a:prstGeom>
                        <a:noFill/>
                        <a:ln w="38100">
                          <a:noFill/>
                          <a:miter/>
                        </a:ln>
                      </p:spPr>
                    </p:pic>
                  </p:oleObj>
                </mc:Fallback>
              </mc:AlternateContent>
            </a:graphicData>
          </a:graphic>
        </p:graphicFrame>
        <p:sp>
          <p:nvSpPr>
            <p:cNvPr id="35973" name="Line 461"/>
            <p:cNvSpPr/>
            <p:nvPr/>
          </p:nvSpPr>
          <p:spPr>
            <a:xfrm>
              <a:off x="2381" y="618"/>
              <a:ext cx="272" cy="0"/>
            </a:xfrm>
            <a:prstGeom prst="line">
              <a:avLst/>
            </a:prstGeom>
            <a:ln w="9525" cap="flat" cmpd="sng">
              <a:solidFill>
                <a:srgbClr val="FFFF00"/>
              </a:solidFill>
              <a:prstDash val="solid"/>
              <a:headEnd type="none" w="med" len="med"/>
              <a:tailEnd type="none" w="med" len="med"/>
            </a:ln>
          </p:spPr>
        </p:sp>
      </p:grpSp>
      <p:grpSp>
        <p:nvGrpSpPr>
          <p:cNvPr id="6" name="Group 478"/>
          <p:cNvGrpSpPr/>
          <p:nvPr/>
        </p:nvGrpSpPr>
        <p:grpSpPr>
          <a:xfrm>
            <a:off x="6443663" y="3644900"/>
            <a:ext cx="1874837" cy="1822450"/>
            <a:chOff x="3833" y="2840"/>
            <a:chExt cx="1181" cy="1148"/>
          </a:xfrm>
        </p:grpSpPr>
        <p:sp>
          <p:nvSpPr>
            <p:cNvPr id="35948" name="Text Box 420"/>
            <p:cNvSpPr txBox="1"/>
            <p:nvPr/>
          </p:nvSpPr>
          <p:spPr>
            <a:xfrm>
              <a:off x="4105" y="2840"/>
              <a:ext cx="772" cy="288"/>
            </a:xfrm>
            <a:prstGeom prst="rect">
              <a:avLst/>
            </a:prstGeom>
            <a:noFill/>
            <a:ln w="28575">
              <a:noFill/>
            </a:ln>
          </p:spPr>
          <p:txBody>
            <a:bodyPr anchor="ctr" anchorCtr="0">
              <a:spAutoFit/>
            </a:bodyPr>
            <a:p>
              <a:pPr algn="ctr">
                <a:spcBef>
                  <a:spcPct val="50000"/>
                </a:spcBef>
              </a:pPr>
              <a:r>
                <a:rPr lang="en-US" altLang="zh-CN" sz="2400" b="0" i="1" dirty="0">
                  <a:solidFill>
                    <a:schemeClr val="bg1"/>
                  </a:solidFill>
                  <a:latin typeface="Times New Roman" panose="02020603050405020304" pitchFamily="18" charset="0"/>
                  <a:ea typeface="宋体" panose="02010600030101010101" pitchFamily="2" charset="-122"/>
                </a:rPr>
                <a:t>L</a:t>
              </a:r>
              <a:r>
                <a:rPr lang="zh-CN" altLang="en-US" sz="2400" b="0" i="1" dirty="0">
                  <a:solidFill>
                    <a:schemeClr val="bg1"/>
                  </a:solidFill>
                  <a:latin typeface="Times New Roman" panose="02020603050405020304" pitchFamily="18" charset="0"/>
                  <a:ea typeface="宋体" panose="02010600030101010101" pitchFamily="2" charset="-122"/>
                </a:rPr>
                <a:t>－</a:t>
              </a:r>
              <a:r>
                <a:rPr lang="en-US" altLang="zh-CN" sz="2400" b="0" i="1" dirty="0">
                  <a:solidFill>
                    <a:schemeClr val="bg1"/>
                  </a:solidFill>
                  <a:latin typeface="Times New Roman" panose="02020603050405020304" pitchFamily="18" charset="0"/>
                  <a:ea typeface="宋体" panose="02010600030101010101" pitchFamily="2" charset="-122"/>
                </a:rPr>
                <a:t>M</a:t>
              </a:r>
              <a:endParaRPr lang="en-US" altLang="zh-CN" sz="2400" b="0" dirty="0">
                <a:solidFill>
                  <a:schemeClr val="bg1"/>
                </a:solidFill>
                <a:latin typeface="Times New Roman" panose="02020603050405020304" pitchFamily="18" charset="0"/>
                <a:ea typeface="宋体" panose="02010600030101010101" pitchFamily="2" charset="-122"/>
              </a:endParaRPr>
            </a:p>
          </p:txBody>
        </p:sp>
        <p:sp>
          <p:nvSpPr>
            <p:cNvPr id="35949" name="Line 421"/>
            <p:cNvSpPr/>
            <p:nvPr/>
          </p:nvSpPr>
          <p:spPr>
            <a:xfrm>
              <a:off x="3879" y="3203"/>
              <a:ext cx="407" cy="0"/>
            </a:xfrm>
            <a:prstGeom prst="line">
              <a:avLst/>
            </a:prstGeom>
            <a:ln w="28575" cap="flat" cmpd="sng">
              <a:solidFill>
                <a:srgbClr val="FFCC00"/>
              </a:solidFill>
              <a:prstDash val="solid"/>
              <a:headEnd type="none" w="med" len="med"/>
              <a:tailEnd type="none" w="med" len="med"/>
            </a:ln>
          </p:spPr>
        </p:sp>
        <p:sp>
          <p:nvSpPr>
            <p:cNvPr id="35950" name="Line 422"/>
            <p:cNvSpPr/>
            <p:nvPr/>
          </p:nvSpPr>
          <p:spPr>
            <a:xfrm>
              <a:off x="3833" y="3566"/>
              <a:ext cx="453" cy="0"/>
            </a:xfrm>
            <a:prstGeom prst="line">
              <a:avLst/>
            </a:prstGeom>
            <a:ln w="28575" cap="flat" cmpd="sng">
              <a:solidFill>
                <a:srgbClr val="FFCC00"/>
              </a:solidFill>
              <a:prstDash val="solid"/>
              <a:headEnd type="none" w="med" len="med"/>
              <a:tailEnd type="none" w="med" len="med"/>
            </a:ln>
          </p:spPr>
        </p:sp>
        <p:sp>
          <p:nvSpPr>
            <p:cNvPr id="35951" name="Line 423"/>
            <p:cNvSpPr/>
            <p:nvPr/>
          </p:nvSpPr>
          <p:spPr>
            <a:xfrm>
              <a:off x="3833" y="3974"/>
              <a:ext cx="453" cy="0"/>
            </a:xfrm>
            <a:prstGeom prst="line">
              <a:avLst/>
            </a:prstGeom>
            <a:ln w="28575" cap="flat" cmpd="sng">
              <a:solidFill>
                <a:srgbClr val="FFCC00"/>
              </a:solidFill>
              <a:prstDash val="solid"/>
              <a:headEnd type="none" w="med" len="med"/>
              <a:tailEnd type="none" w="med" len="med"/>
            </a:ln>
          </p:spPr>
        </p:sp>
        <p:sp>
          <p:nvSpPr>
            <p:cNvPr id="35952" name="Line 424"/>
            <p:cNvSpPr/>
            <p:nvPr/>
          </p:nvSpPr>
          <p:spPr>
            <a:xfrm>
              <a:off x="4696" y="3203"/>
              <a:ext cx="318" cy="0"/>
            </a:xfrm>
            <a:prstGeom prst="line">
              <a:avLst/>
            </a:prstGeom>
            <a:ln w="28575" cap="flat" cmpd="sng">
              <a:solidFill>
                <a:srgbClr val="FFCC00"/>
              </a:solidFill>
              <a:prstDash val="solid"/>
              <a:headEnd type="none" w="med" len="med"/>
              <a:tailEnd type="none" w="med" len="med"/>
            </a:ln>
          </p:spPr>
        </p:sp>
        <p:sp>
          <p:nvSpPr>
            <p:cNvPr id="35953" name="Line 425"/>
            <p:cNvSpPr/>
            <p:nvPr/>
          </p:nvSpPr>
          <p:spPr>
            <a:xfrm>
              <a:off x="4694" y="3566"/>
              <a:ext cx="320" cy="0"/>
            </a:xfrm>
            <a:prstGeom prst="line">
              <a:avLst/>
            </a:prstGeom>
            <a:ln w="28575" cap="flat" cmpd="sng">
              <a:solidFill>
                <a:srgbClr val="FFCC00"/>
              </a:solidFill>
              <a:prstDash val="solid"/>
              <a:headEnd type="none" w="med" len="med"/>
              <a:tailEnd type="oval" w="med" len="med"/>
            </a:ln>
          </p:spPr>
        </p:sp>
        <p:sp>
          <p:nvSpPr>
            <p:cNvPr id="35954" name="Line 426"/>
            <p:cNvSpPr/>
            <p:nvPr/>
          </p:nvSpPr>
          <p:spPr>
            <a:xfrm>
              <a:off x="4695" y="3974"/>
              <a:ext cx="318" cy="0"/>
            </a:xfrm>
            <a:prstGeom prst="line">
              <a:avLst/>
            </a:prstGeom>
            <a:ln w="28575" cap="flat" cmpd="sng">
              <a:solidFill>
                <a:srgbClr val="FFCC00"/>
              </a:solidFill>
              <a:prstDash val="solid"/>
              <a:headEnd type="none" w="med" len="med"/>
              <a:tailEnd type="none" w="med" len="med"/>
            </a:ln>
          </p:spPr>
        </p:sp>
        <p:sp>
          <p:nvSpPr>
            <p:cNvPr id="35955" name="Line 427"/>
            <p:cNvSpPr/>
            <p:nvPr/>
          </p:nvSpPr>
          <p:spPr>
            <a:xfrm>
              <a:off x="5014" y="3203"/>
              <a:ext cx="0" cy="771"/>
            </a:xfrm>
            <a:prstGeom prst="line">
              <a:avLst/>
            </a:prstGeom>
            <a:ln w="28575" cap="flat" cmpd="sng">
              <a:solidFill>
                <a:srgbClr val="FFCC00"/>
              </a:solidFill>
              <a:prstDash val="solid"/>
              <a:headEnd type="none" w="med" len="med"/>
              <a:tailEnd type="none" w="med" len="med"/>
            </a:ln>
          </p:spPr>
        </p:sp>
        <p:sp>
          <p:nvSpPr>
            <p:cNvPr id="35956" name="Text Box 428"/>
            <p:cNvSpPr txBox="1"/>
            <p:nvPr/>
          </p:nvSpPr>
          <p:spPr>
            <a:xfrm>
              <a:off x="4105" y="3203"/>
              <a:ext cx="772" cy="288"/>
            </a:xfrm>
            <a:prstGeom prst="rect">
              <a:avLst/>
            </a:prstGeom>
            <a:noFill/>
            <a:ln w="28575">
              <a:noFill/>
            </a:ln>
          </p:spPr>
          <p:txBody>
            <a:bodyPr anchor="ctr" anchorCtr="0">
              <a:spAutoFit/>
            </a:bodyPr>
            <a:p>
              <a:pPr algn="ctr">
                <a:spcBef>
                  <a:spcPct val="50000"/>
                </a:spcBef>
              </a:pPr>
              <a:r>
                <a:rPr lang="en-US" altLang="zh-CN" sz="2400" b="0" i="1" dirty="0">
                  <a:solidFill>
                    <a:schemeClr val="bg1"/>
                  </a:solidFill>
                  <a:latin typeface="Times New Roman" panose="02020603050405020304" pitchFamily="18" charset="0"/>
                  <a:ea typeface="宋体" panose="02010600030101010101" pitchFamily="2" charset="-122"/>
                </a:rPr>
                <a:t>L</a:t>
              </a:r>
              <a:r>
                <a:rPr lang="zh-CN" altLang="en-US" sz="2400" b="0" i="1" dirty="0">
                  <a:solidFill>
                    <a:schemeClr val="bg1"/>
                  </a:solidFill>
                  <a:latin typeface="Times New Roman" panose="02020603050405020304" pitchFamily="18" charset="0"/>
                  <a:ea typeface="宋体" panose="02010600030101010101" pitchFamily="2" charset="-122"/>
                </a:rPr>
                <a:t>－</a:t>
              </a:r>
              <a:r>
                <a:rPr lang="en-US" altLang="zh-CN" sz="2400" b="0" i="1" dirty="0">
                  <a:solidFill>
                    <a:schemeClr val="bg1"/>
                  </a:solidFill>
                  <a:latin typeface="Times New Roman" panose="02020603050405020304" pitchFamily="18" charset="0"/>
                  <a:ea typeface="宋体" panose="02010600030101010101" pitchFamily="2" charset="-122"/>
                </a:rPr>
                <a:t>M</a:t>
              </a:r>
              <a:endParaRPr lang="en-US" altLang="zh-CN" sz="2400" b="0" dirty="0">
                <a:solidFill>
                  <a:schemeClr val="bg1"/>
                </a:solidFill>
                <a:latin typeface="Times New Roman" panose="02020603050405020304" pitchFamily="18" charset="0"/>
                <a:ea typeface="宋体" panose="02010600030101010101" pitchFamily="2" charset="-122"/>
              </a:endParaRPr>
            </a:p>
          </p:txBody>
        </p:sp>
        <p:sp>
          <p:nvSpPr>
            <p:cNvPr id="35957" name="Text Box 429"/>
            <p:cNvSpPr txBox="1"/>
            <p:nvPr/>
          </p:nvSpPr>
          <p:spPr>
            <a:xfrm>
              <a:off x="4105" y="3611"/>
              <a:ext cx="772" cy="288"/>
            </a:xfrm>
            <a:prstGeom prst="rect">
              <a:avLst/>
            </a:prstGeom>
            <a:noFill/>
            <a:ln w="28575">
              <a:noFill/>
            </a:ln>
          </p:spPr>
          <p:txBody>
            <a:bodyPr anchor="ctr" anchorCtr="0">
              <a:spAutoFit/>
            </a:bodyPr>
            <a:p>
              <a:pPr algn="ctr">
                <a:spcBef>
                  <a:spcPct val="50000"/>
                </a:spcBef>
              </a:pPr>
              <a:r>
                <a:rPr lang="en-US" altLang="zh-CN" sz="2400" b="0" i="1" dirty="0">
                  <a:solidFill>
                    <a:schemeClr val="bg1"/>
                  </a:solidFill>
                  <a:latin typeface="Times New Roman" panose="02020603050405020304" pitchFamily="18" charset="0"/>
                  <a:ea typeface="宋体" panose="02010600030101010101" pitchFamily="2" charset="-122"/>
                </a:rPr>
                <a:t>L</a:t>
              </a:r>
              <a:r>
                <a:rPr lang="zh-CN" altLang="en-US" sz="2400" b="0" i="1" dirty="0">
                  <a:solidFill>
                    <a:schemeClr val="bg1"/>
                  </a:solidFill>
                  <a:latin typeface="Times New Roman" panose="02020603050405020304" pitchFamily="18" charset="0"/>
                  <a:ea typeface="宋体" panose="02010600030101010101" pitchFamily="2" charset="-122"/>
                </a:rPr>
                <a:t>－</a:t>
              </a:r>
              <a:r>
                <a:rPr lang="en-US" altLang="zh-CN" sz="2400" b="0" i="1" dirty="0">
                  <a:solidFill>
                    <a:schemeClr val="bg1"/>
                  </a:solidFill>
                  <a:latin typeface="Times New Roman" panose="02020603050405020304" pitchFamily="18" charset="0"/>
                  <a:ea typeface="宋体" panose="02010600030101010101" pitchFamily="2" charset="-122"/>
                </a:rPr>
                <a:t>M</a:t>
              </a:r>
              <a:endParaRPr lang="en-US" altLang="zh-CN" sz="2400" b="0" dirty="0">
                <a:solidFill>
                  <a:schemeClr val="bg1"/>
                </a:solidFill>
                <a:latin typeface="Times New Roman" panose="02020603050405020304" pitchFamily="18" charset="0"/>
                <a:ea typeface="宋体" panose="02010600030101010101" pitchFamily="2" charset="-122"/>
              </a:endParaRPr>
            </a:p>
          </p:txBody>
        </p:sp>
        <p:grpSp>
          <p:nvGrpSpPr>
            <p:cNvPr id="35958" name="Group 463"/>
            <p:cNvGrpSpPr/>
            <p:nvPr/>
          </p:nvGrpSpPr>
          <p:grpSpPr>
            <a:xfrm rot="5400000">
              <a:off x="4442" y="3727"/>
              <a:ext cx="113" cy="408"/>
              <a:chOff x="1565" y="2614"/>
              <a:chExt cx="90" cy="486"/>
            </a:xfrm>
          </p:grpSpPr>
          <p:sp>
            <p:nvSpPr>
              <p:cNvPr id="35969" name="Arc 464"/>
              <p:cNvSpPr/>
              <p:nvPr/>
            </p:nvSpPr>
            <p:spPr>
              <a:xfrm flipH="1" flipV="1">
                <a:off x="1565" y="2860"/>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5970" name="Arc 465"/>
              <p:cNvSpPr/>
              <p:nvPr/>
            </p:nvSpPr>
            <p:spPr>
              <a:xfrm flipH="1" flipV="1">
                <a:off x="1565" y="2737"/>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5971" name="Arc 466"/>
              <p:cNvSpPr/>
              <p:nvPr/>
            </p:nvSpPr>
            <p:spPr>
              <a:xfrm flipH="1" flipV="1">
                <a:off x="1565" y="261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5972" name="Arc 467"/>
              <p:cNvSpPr/>
              <p:nvPr/>
            </p:nvSpPr>
            <p:spPr>
              <a:xfrm flipH="1" flipV="1">
                <a:off x="1565" y="298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35959" name="Group 468"/>
            <p:cNvGrpSpPr/>
            <p:nvPr/>
          </p:nvGrpSpPr>
          <p:grpSpPr>
            <a:xfrm rot="5400000">
              <a:off x="4433" y="3318"/>
              <a:ext cx="113" cy="408"/>
              <a:chOff x="1565" y="2614"/>
              <a:chExt cx="90" cy="486"/>
            </a:xfrm>
          </p:grpSpPr>
          <p:sp>
            <p:nvSpPr>
              <p:cNvPr id="35965" name="Arc 469"/>
              <p:cNvSpPr/>
              <p:nvPr/>
            </p:nvSpPr>
            <p:spPr>
              <a:xfrm flipH="1" flipV="1">
                <a:off x="1565" y="2860"/>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5966" name="Arc 470"/>
              <p:cNvSpPr/>
              <p:nvPr/>
            </p:nvSpPr>
            <p:spPr>
              <a:xfrm flipH="1" flipV="1">
                <a:off x="1565" y="2737"/>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5967" name="Arc 471"/>
              <p:cNvSpPr/>
              <p:nvPr/>
            </p:nvSpPr>
            <p:spPr>
              <a:xfrm flipH="1" flipV="1">
                <a:off x="1565" y="261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5968" name="Arc 472"/>
              <p:cNvSpPr/>
              <p:nvPr/>
            </p:nvSpPr>
            <p:spPr>
              <a:xfrm flipH="1" flipV="1">
                <a:off x="1565" y="298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35960" name="Group 473"/>
            <p:cNvGrpSpPr/>
            <p:nvPr/>
          </p:nvGrpSpPr>
          <p:grpSpPr>
            <a:xfrm rot="5400000">
              <a:off x="4433" y="2956"/>
              <a:ext cx="113" cy="408"/>
              <a:chOff x="1565" y="2614"/>
              <a:chExt cx="90" cy="486"/>
            </a:xfrm>
          </p:grpSpPr>
          <p:sp>
            <p:nvSpPr>
              <p:cNvPr id="35961" name="Arc 474"/>
              <p:cNvSpPr/>
              <p:nvPr/>
            </p:nvSpPr>
            <p:spPr>
              <a:xfrm flipH="1" flipV="1">
                <a:off x="1565" y="2860"/>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5962" name="Arc 475"/>
              <p:cNvSpPr/>
              <p:nvPr/>
            </p:nvSpPr>
            <p:spPr>
              <a:xfrm flipH="1" flipV="1">
                <a:off x="1565" y="2737"/>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5963" name="Arc 476"/>
              <p:cNvSpPr/>
              <p:nvPr/>
            </p:nvSpPr>
            <p:spPr>
              <a:xfrm flipH="1" flipV="1">
                <a:off x="1565" y="261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5964" name="Arc 477"/>
              <p:cNvSpPr/>
              <p:nvPr/>
            </p:nvSpPr>
            <p:spPr>
              <a:xfrm flipH="1" flipV="1">
                <a:off x="1565" y="298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grpSp>
      </p:grpSp>
      <p:grpSp>
        <p:nvGrpSpPr>
          <p:cNvPr id="10" name="Group 495"/>
          <p:cNvGrpSpPr/>
          <p:nvPr/>
        </p:nvGrpSpPr>
        <p:grpSpPr>
          <a:xfrm>
            <a:off x="395288" y="1196975"/>
            <a:ext cx="6823075" cy="4406900"/>
            <a:chOff x="385" y="1117"/>
            <a:chExt cx="4298" cy="2776"/>
          </a:xfrm>
        </p:grpSpPr>
        <p:graphicFrame>
          <p:nvGraphicFramePr>
            <p:cNvPr id="35842" name="Object 378"/>
            <p:cNvGraphicFramePr/>
            <p:nvPr/>
          </p:nvGraphicFramePr>
          <p:xfrm>
            <a:off x="737" y="1117"/>
            <a:ext cx="398" cy="368"/>
          </p:xfrm>
          <a:graphic>
            <a:graphicData uri="http://schemas.openxmlformats.org/presentationml/2006/ole">
              <mc:AlternateContent xmlns:mc="http://schemas.openxmlformats.org/markup-compatibility/2006">
                <mc:Choice xmlns:v="urn:schemas-microsoft-com:vml" Requires="v">
                  <p:oleObj spid="_x0000_s3338" name="" r:id="rId6" imgW="317500" imgH="292100" progId="Equation.3">
                    <p:embed/>
                  </p:oleObj>
                </mc:Choice>
                <mc:Fallback>
                  <p:oleObj name="" r:id="rId6" imgW="317500" imgH="292100" progId="Equation.3">
                    <p:embed/>
                    <p:pic>
                      <p:nvPicPr>
                        <p:cNvPr id="0" name="图片 3337"/>
                        <p:cNvPicPr/>
                        <p:nvPr/>
                      </p:nvPicPr>
                      <p:blipFill>
                        <a:blip r:embed="rId7">
                          <a:clrChange>
                            <a:clrFrom>
                              <a:srgbClr val="000000"/>
                            </a:clrFrom>
                            <a:clrTo>
                              <a:srgbClr val="FFFFFF"/>
                            </a:clrTo>
                          </a:clrChange>
                        </a:blip>
                        <a:stretch>
                          <a:fillRect/>
                        </a:stretch>
                      </p:blipFill>
                      <p:spPr>
                        <a:xfrm>
                          <a:off x="737" y="1117"/>
                          <a:ext cx="398" cy="368"/>
                        </a:xfrm>
                        <a:prstGeom prst="rect">
                          <a:avLst/>
                        </a:prstGeom>
                        <a:noFill/>
                        <a:ln w="38100">
                          <a:noFill/>
                          <a:miter/>
                        </a:ln>
                      </p:spPr>
                    </p:pic>
                  </p:oleObj>
                </mc:Fallback>
              </mc:AlternateContent>
            </a:graphicData>
          </a:graphic>
        </p:graphicFrame>
        <p:grpSp>
          <p:nvGrpSpPr>
            <p:cNvPr id="35861" name="Group 494"/>
            <p:cNvGrpSpPr/>
            <p:nvPr/>
          </p:nvGrpSpPr>
          <p:grpSpPr>
            <a:xfrm>
              <a:off x="385" y="1253"/>
              <a:ext cx="4298" cy="2640"/>
              <a:chOff x="394" y="1253"/>
              <a:chExt cx="4298" cy="2640"/>
            </a:xfrm>
          </p:grpSpPr>
          <p:sp>
            <p:nvSpPr>
              <p:cNvPr id="35862" name="Oval 329"/>
              <p:cNvSpPr/>
              <p:nvPr/>
            </p:nvSpPr>
            <p:spPr>
              <a:xfrm>
                <a:off x="691" y="2523"/>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35863" name="Oval 330"/>
              <p:cNvSpPr/>
              <p:nvPr/>
            </p:nvSpPr>
            <p:spPr>
              <a:xfrm>
                <a:off x="691" y="2024"/>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35864" name="Text Box 331"/>
              <p:cNvSpPr txBox="1"/>
              <p:nvPr/>
            </p:nvSpPr>
            <p:spPr>
              <a:xfrm>
                <a:off x="1054" y="2432"/>
                <a:ext cx="242" cy="327"/>
              </a:xfrm>
              <a:prstGeom prst="rect">
                <a:avLst/>
              </a:prstGeom>
              <a:noFill/>
              <a:ln w="28575">
                <a:noFill/>
              </a:ln>
            </p:spPr>
            <p:txBody>
              <a:bodyPr wrap="none" anchor="ctr" anchorCtr="0">
                <a:spAutoFit/>
              </a:bodyPr>
              <a:p>
                <a:pPr algn="ctr" eaLnBrk="0" hangingPunct="0">
                  <a:spcBef>
                    <a:spcPct val="50000"/>
                  </a:spcBef>
                </a:pPr>
                <a:r>
                  <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5865" name="Oval 332"/>
              <p:cNvSpPr/>
              <p:nvPr/>
            </p:nvSpPr>
            <p:spPr>
              <a:xfrm>
                <a:off x="691" y="1480"/>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35866" name="Line 333"/>
              <p:cNvSpPr/>
              <p:nvPr/>
            </p:nvSpPr>
            <p:spPr>
              <a:xfrm>
                <a:off x="1190" y="1661"/>
                <a:ext cx="2540" cy="0"/>
              </a:xfrm>
              <a:prstGeom prst="line">
                <a:avLst/>
              </a:prstGeom>
              <a:ln w="28575" cap="flat" cmpd="sng">
                <a:solidFill>
                  <a:srgbClr val="FFCC00"/>
                </a:solidFill>
                <a:prstDash val="solid"/>
                <a:headEnd type="none" w="med" len="med"/>
                <a:tailEnd type="none" w="med" len="med"/>
              </a:ln>
            </p:spPr>
          </p:sp>
          <p:sp>
            <p:nvSpPr>
              <p:cNvPr id="35867" name="Line 334"/>
              <p:cNvSpPr/>
              <p:nvPr/>
            </p:nvSpPr>
            <p:spPr>
              <a:xfrm>
                <a:off x="510" y="1661"/>
                <a:ext cx="717" cy="0"/>
              </a:xfrm>
              <a:prstGeom prst="line">
                <a:avLst/>
              </a:prstGeom>
              <a:ln w="28575" cap="flat" cmpd="sng">
                <a:solidFill>
                  <a:srgbClr val="FFCC00"/>
                </a:solidFill>
                <a:prstDash val="solid"/>
                <a:headEnd type="none" w="med" len="med"/>
                <a:tailEnd type="oval" w="med" len="med"/>
              </a:ln>
            </p:spPr>
          </p:sp>
          <p:sp>
            <p:nvSpPr>
              <p:cNvPr id="35868" name="Line 335"/>
              <p:cNvSpPr/>
              <p:nvPr/>
            </p:nvSpPr>
            <p:spPr>
              <a:xfrm>
                <a:off x="510" y="2205"/>
                <a:ext cx="672" cy="0"/>
              </a:xfrm>
              <a:prstGeom prst="line">
                <a:avLst/>
              </a:prstGeom>
              <a:ln w="28575" cap="flat" cmpd="sng">
                <a:solidFill>
                  <a:srgbClr val="FFCC00"/>
                </a:solidFill>
                <a:prstDash val="solid"/>
                <a:headEnd type="oval" w="med" len="med"/>
                <a:tailEnd type="oval" w="med" len="med"/>
              </a:ln>
            </p:spPr>
          </p:sp>
          <p:sp>
            <p:nvSpPr>
              <p:cNvPr id="35869" name="Line 336"/>
              <p:cNvSpPr/>
              <p:nvPr/>
            </p:nvSpPr>
            <p:spPr>
              <a:xfrm>
                <a:off x="532" y="2704"/>
                <a:ext cx="672" cy="0"/>
              </a:xfrm>
              <a:prstGeom prst="line">
                <a:avLst/>
              </a:prstGeom>
              <a:ln w="28575" cap="flat" cmpd="sng">
                <a:solidFill>
                  <a:srgbClr val="FFCC00"/>
                </a:solidFill>
                <a:prstDash val="solid"/>
                <a:headEnd type="oval" w="med" len="med"/>
                <a:tailEnd type="oval" w="med" len="med"/>
              </a:ln>
            </p:spPr>
          </p:sp>
          <p:sp>
            <p:nvSpPr>
              <p:cNvPr id="35870" name="Line 337"/>
              <p:cNvSpPr/>
              <p:nvPr/>
            </p:nvSpPr>
            <p:spPr>
              <a:xfrm>
                <a:off x="513" y="1661"/>
                <a:ext cx="19" cy="1827"/>
              </a:xfrm>
              <a:prstGeom prst="line">
                <a:avLst/>
              </a:prstGeom>
              <a:ln w="28575" cap="flat" cmpd="sng">
                <a:solidFill>
                  <a:srgbClr val="FFCC00"/>
                </a:solidFill>
                <a:prstDash val="solid"/>
                <a:headEnd type="none" w="med" len="med"/>
                <a:tailEnd type="none" w="med" len="med"/>
              </a:ln>
            </p:spPr>
          </p:sp>
          <p:sp>
            <p:nvSpPr>
              <p:cNvPr id="35871" name="Line 338"/>
              <p:cNvSpPr/>
              <p:nvPr/>
            </p:nvSpPr>
            <p:spPr>
              <a:xfrm>
                <a:off x="2022" y="2704"/>
                <a:ext cx="0" cy="816"/>
              </a:xfrm>
              <a:prstGeom prst="line">
                <a:avLst/>
              </a:prstGeom>
              <a:ln w="28575" cap="flat" cmpd="sng">
                <a:solidFill>
                  <a:srgbClr val="FFCC00"/>
                </a:solidFill>
                <a:prstDash val="solid"/>
                <a:headEnd type="oval" w="med" len="med"/>
                <a:tailEnd type="none" w="med" len="med"/>
              </a:ln>
            </p:spPr>
          </p:sp>
          <p:sp>
            <p:nvSpPr>
              <p:cNvPr id="35872" name="Line 339"/>
              <p:cNvSpPr/>
              <p:nvPr/>
            </p:nvSpPr>
            <p:spPr>
              <a:xfrm>
                <a:off x="2478" y="2209"/>
                <a:ext cx="0" cy="1056"/>
              </a:xfrm>
              <a:prstGeom prst="line">
                <a:avLst/>
              </a:prstGeom>
              <a:ln w="28575" cap="flat" cmpd="sng">
                <a:solidFill>
                  <a:srgbClr val="FFCC00"/>
                </a:solidFill>
                <a:prstDash val="solid"/>
                <a:headEnd type="oval" w="med" len="med"/>
                <a:tailEnd type="oval" w="med" len="med"/>
              </a:ln>
            </p:spPr>
          </p:sp>
          <p:sp>
            <p:nvSpPr>
              <p:cNvPr id="35873" name="Line 340"/>
              <p:cNvSpPr/>
              <p:nvPr/>
            </p:nvSpPr>
            <p:spPr>
              <a:xfrm>
                <a:off x="2934" y="1661"/>
                <a:ext cx="0" cy="1872"/>
              </a:xfrm>
              <a:prstGeom prst="line">
                <a:avLst/>
              </a:prstGeom>
              <a:ln w="28575" cap="flat" cmpd="sng">
                <a:solidFill>
                  <a:srgbClr val="FFCC00"/>
                </a:solidFill>
                <a:prstDash val="solid"/>
                <a:headEnd type="oval" w="med" len="med"/>
                <a:tailEnd type="none" w="med" len="med"/>
              </a:ln>
            </p:spPr>
          </p:sp>
          <p:sp>
            <p:nvSpPr>
              <p:cNvPr id="35874" name="Text Box 341"/>
              <p:cNvSpPr txBox="1"/>
              <p:nvPr/>
            </p:nvSpPr>
            <p:spPr>
              <a:xfrm>
                <a:off x="979" y="1404"/>
                <a:ext cx="242" cy="327"/>
              </a:xfrm>
              <a:prstGeom prst="rect">
                <a:avLst/>
              </a:prstGeom>
              <a:noFill/>
              <a:ln w="28575">
                <a:noFill/>
              </a:ln>
            </p:spPr>
            <p:txBody>
              <a:bodyPr wrap="none" anchor="ctr" anchorCtr="0">
                <a:spAutoFit/>
              </a:bodyPr>
              <a:p>
                <a:pPr algn="ctr" eaLnBrk="0" hangingPunct="0">
                  <a:spcBef>
                    <a:spcPct val="50000"/>
                  </a:spcBef>
                </a:pPr>
                <a:r>
                  <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5875" name="Line 342"/>
              <p:cNvSpPr/>
              <p:nvPr/>
            </p:nvSpPr>
            <p:spPr>
              <a:xfrm flipV="1">
                <a:off x="1190" y="2205"/>
                <a:ext cx="2586" cy="0"/>
              </a:xfrm>
              <a:prstGeom prst="line">
                <a:avLst/>
              </a:prstGeom>
              <a:ln w="28575" cap="flat" cmpd="sng">
                <a:solidFill>
                  <a:srgbClr val="FFCC00"/>
                </a:solidFill>
                <a:prstDash val="solid"/>
                <a:headEnd type="none" w="med" len="med"/>
                <a:tailEnd type="none" w="med" len="med"/>
              </a:ln>
            </p:spPr>
          </p:sp>
          <p:sp>
            <p:nvSpPr>
              <p:cNvPr id="35876" name="Line 343"/>
              <p:cNvSpPr/>
              <p:nvPr/>
            </p:nvSpPr>
            <p:spPr>
              <a:xfrm>
                <a:off x="1190" y="2704"/>
                <a:ext cx="2586" cy="13"/>
              </a:xfrm>
              <a:prstGeom prst="line">
                <a:avLst/>
              </a:prstGeom>
              <a:ln w="28575" cap="flat" cmpd="sng">
                <a:solidFill>
                  <a:srgbClr val="FFCC00"/>
                </a:solidFill>
                <a:prstDash val="solid"/>
                <a:headEnd type="none" w="med" len="med"/>
                <a:tailEnd type="none" w="med" len="med"/>
              </a:ln>
            </p:spPr>
          </p:sp>
          <p:sp>
            <p:nvSpPr>
              <p:cNvPr id="35877" name="Line 344"/>
              <p:cNvSpPr/>
              <p:nvPr/>
            </p:nvSpPr>
            <p:spPr>
              <a:xfrm>
                <a:off x="4350" y="1661"/>
                <a:ext cx="15" cy="1043"/>
              </a:xfrm>
              <a:prstGeom prst="line">
                <a:avLst/>
              </a:prstGeom>
              <a:ln w="28575" cap="flat" cmpd="sng">
                <a:solidFill>
                  <a:srgbClr val="FFCC00"/>
                </a:solidFill>
                <a:prstDash val="solid"/>
                <a:headEnd type="none" w="med" len="med"/>
                <a:tailEnd type="none" w="med" len="med"/>
              </a:ln>
            </p:spPr>
          </p:sp>
          <p:sp>
            <p:nvSpPr>
              <p:cNvPr id="35878" name="Text Box 345"/>
              <p:cNvSpPr txBox="1"/>
              <p:nvPr/>
            </p:nvSpPr>
            <p:spPr>
              <a:xfrm>
                <a:off x="1054" y="1933"/>
                <a:ext cx="242" cy="327"/>
              </a:xfrm>
              <a:prstGeom prst="rect">
                <a:avLst/>
              </a:prstGeom>
              <a:noFill/>
              <a:ln w="28575">
                <a:noFill/>
              </a:ln>
            </p:spPr>
            <p:txBody>
              <a:bodyPr wrap="none" anchor="ctr" anchorCtr="0">
                <a:spAutoFit/>
              </a:bodyPr>
              <a:p>
                <a:pPr algn="ctr" eaLnBrk="0" hangingPunct="0">
                  <a:spcBef>
                    <a:spcPct val="50000"/>
                  </a:spcBef>
                </a:pPr>
                <a:r>
                  <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5879" name="Text Box 346"/>
              <p:cNvSpPr txBox="1"/>
              <p:nvPr/>
            </p:nvSpPr>
            <p:spPr>
              <a:xfrm>
                <a:off x="510" y="1298"/>
                <a:ext cx="212" cy="327"/>
              </a:xfrm>
              <a:prstGeom prst="rect">
                <a:avLst/>
              </a:prstGeom>
              <a:noFill/>
              <a:ln w="28575">
                <a:noFill/>
              </a:ln>
            </p:spPr>
            <p:txBody>
              <a:bodyPr anchor="ctr" anchorCtr="0">
                <a:spAutoFit/>
              </a:bodyPr>
              <a:p>
                <a:pPr algn="ctr" eaLnBrk="0" hangingPunct="0">
                  <a:spcBef>
                    <a:spcPct val="50000"/>
                  </a:spcBef>
                </a:pPr>
                <a:r>
                  <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_</a:t>
                </a:r>
                <a:endPar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5880" name="Text Box 347"/>
              <p:cNvSpPr txBox="1"/>
              <p:nvPr/>
            </p:nvSpPr>
            <p:spPr>
              <a:xfrm>
                <a:off x="520" y="1818"/>
                <a:ext cx="212" cy="327"/>
              </a:xfrm>
              <a:prstGeom prst="rect">
                <a:avLst/>
              </a:prstGeom>
              <a:noFill/>
              <a:ln w="28575">
                <a:noFill/>
              </a:ln>
            </p:spPr>
            <p:txBody>
              <a:bodyPr anchor="ctr" anchorCtr="0">
                <a:spAutoFit/>
              </a:bodyPr>
              <a:p>
                <a:pPr algn="ctr" eaLnBrk="0" hangingPunct="0">
                  <a:spcBef>
                    <a:spcPct val="50000"/>
                  </a:spcBef>
                </a:pPr>
                <a:r>
                  <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_</a:t>
                </a:r>
                <a:endPar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5881" name="Text Box 348"/>
              <p:cNvSpPr txBox="1"/>
              <p:nvPr/>
            </p:nvSpPr>
            <p:spPr>
              <a:xfrm>
                <a:off x="510" y="2342"/>
                <a:ext cx="212" cy="327"/>
              </a:xfrm>
              <a:prstGeom prst="rect">
                <a:avLst/>
              </a:prstGeom>
              <a:noFill/>
              <a:ln w="28575">
                <a:noFill/>
              </a:ln>
            </p:spPr>
            <p:txBody>
              <a:bodyPr anchor="ctr" anchorCtr="0">
                <a:spAutoFit/>
              </a:bodyPr>
              <a:p>
                <a:pPr algn="ctr" eaLnBrk="0" hangingPunct="0">
                  <a:spcBef>
                    <a:spcPct val="50000"/>
                  </a:spcBef>
                </a:pPr>
                <a:r>
                  <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_</a:t>
                </a:r>
                <a:endPar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5882" name="Text Box 349"/>
              <p:cNvSpPr txBox="1"/>
              <p:nvPr/>
            </p:nvSpPr>
            <p:spPr>
              <a:xfrm>
                <a:off x="1599" y="1280"/>
                <a:ext cx="317" cy="327"/>
              </a:xfrm>
              <a:prstGeom prst="rect">
                <a:avLst/>
              </a:prstGeom>
              <a:noFill/>
              <a:ln w="28575">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1</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5883" name="Text Box 350"/>
              <p:cNvSpPr txBox="1"/>
              <p:nvPr/>
            </p:nvSpPr>
            <p:spPr>
              <a:xfrm>
                <a:off x="1553" y="1797"/>
                <a:ext cx="317" cy="327"/>
              </a:xfrm>
              <a:prstGeom prst="rect">
                <a:avLst/>
              </a:prstGeom>
              <a:noFill/>
              <a:ln w="28575">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1</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5884" name="Text Box 351"/>
              <p:cNvSpPr txBox="1"/>
              <p:nvPr/>
            </p:nvSpPr>
            <p:spPr>
              <a:xfrm>
                <a:off x="1599" y="2296"/>
                <a:ext cx="317" cy="327"/>
              </a:xfrm>
              <a:prstGeom prst="rect">
                <a:avLst/>
              </a:prstGeom>
              <a:noFill/>
              <a:ln w="28575">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1</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5885" name="Line 352"/>
              <p:cNvSpPr/>
              <p:nvPr/>
            </p:nvSpPr>
            <p:spPr>
              <a:xfrm>
                <a:off x="2022" y="3265"/>
                <a:ext cx="912" cy="0"/>
              </a:xfrm>
              <a:prstGeom prst="line">
                <a:avLst/>
              </a:prstGeom>
              <a:ln w="28575" cap="flat" cmpd="sng">
                <a:solidFill>
                  <a:srgbClr val="FFCC00"/>
                </a:solidFill>
                <a:prstDash val="solid"/>
                <a:headEnd type="oval" w="med" len="med"/>
                <a:tailEnd type="oval" w="med" len="med"/>
              </a:ln>
            </p:spPr>
          </p:sp>
          <p:sp>
            <p:nvSpPr>
              <p:cNvPr id="35886" name="Line 353"/>
              <p:cNvSpPr/>
              <p:nvPr/>
            </p:nvSpPr>
            <p:spPr>
              <a:xfrm>
                <a:off x="2022" y="3521"/>
                <a:ext cx="912" cy="0"/>
              </a:xfrm>
              <a:prstGeom prst="line">
                <a:avLst/>
              </a:prstGeom>
              <a:ln w="28575" cap="flat" cmpd="sng">
                <a:solidFill>
                  <a:srgbClr val="FFCC00"/>
                </a:solidFill>
                <a:prstDash val="solid"/>
                <a:headEnd type="none" w="med" len="med"/>
                <a:tailEnd type="none" w="med" len="med"/>
              </a:ln>
            </p:spPr>
          </p:sp>
          <p:sp>
            <p:nvSpPr>
              <p:cNvPr id="35887" name="Text Box 354"/>
              <p:cNvSpPr txBox="1"/>
              <p:nvPr/>
            </p:nvSpPr>
            <p:spPr>
              <a:xfrm>
                <a:off x="2097" y="2840"/>
                <a:ext cx="317" cy="327"/>
              </a:xfrm>
              <a:prstGeom prst="rect">
                <a:avLst/>
              </a:prstGeom>
              <a:noFill/>
              <a:ln w="28575">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2</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5888" name="Text Box 355"/>
              <p:cNvSpPr txBox="1"/>
              <p:nvPr/>
            </p:nvSpPr>
            <p:spPr>
              <a:xfrm>
                <a:off x="2550" y="2897"/>
                <a:ext cx="317" cy="327"/>
              </a:xfrm>
              <a:prstGeom prst="rect">
                <a:avLst/>
              </a:prstGeom>
              <a:noFill/>
              <a:ln w="28575">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2</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5889" name="Text Box 356"/>
              <p:cNvSpPr txBox="1"/>
              <p:nvPr/>
            </p:nvSpPr>
            <p:spPr>
              <a:xfrm>
                <a:off x="2370" y="3566"/>
                <a:ext cx="317" cy="327"/>
              </a:xfrm>
              <a:prstGeom prst="rect">
                <a:avLst/>
              </a:prstGeom>
              <a:noFill/>
              <a:ln w="28575">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2</a:t>
                </a:r>
                <a:endParaRPr lang="en-US" altLang="zh-CN" sz="2800" b="0" dirty="0">
                  <a:solidFill>
                    <a:schemeClr val="bg1"/>
                  </a:solidFill>
                  <a:latin typeface="Times New Roman" panose="02020603050405020304" pitchFamily="18" charset="0"/>
                  <a:ea typeface="宋体" panose="02010600030101010101" pitchFamily="2" charset="-122"/>
                </a:endParaRPr>
              </a:p>
            </p:txBody>
          </p:sp>
          <p:grpSp>
            <p:nvGrpSpPr>
              <p:cNvPr id="35890" name="Group 357"/>
              <p:cNvGrpSpPr/>
              <p:nvPr/>
            </p:nvGrpSpPr>
            <p:grpSpPr>
              <a:xfrm>
                <a:off x="394" y="3476"/>
                <a:ext cx="261" cy="120"/>
                <a:chOff x="720" y="1824"/>
                <a:chExt cx="261" cy="120"/>
              </a:xfrm>
            </p:grpSpPr>
            <p:sp>
              <p:nvSpPr>
                <p:cNvPr id="35945" name="Line 358"/>
                <p:cNvSpPr/>
                <p:nvPr/>
              </p:nvSpPr>
              <p:spPr>
                <a:xfrm>
                  <a:off x="720" y="1824"/>
                  <a:ext cx="261" cy="0"/>
                </a:xfrm>
                <a:prstGeom prst="line">
                  <a:avLst/>
                </a:prstGeom>
                <a:ln w="28575" cap="flat" cmpd="sng">
                  <a:solidFill>
                    <a:srgbClr val="FFCC00"/>
                  </a:solidFill>
                  <a:prstDash val="solid"/>
                  <a:headEnd type="none" w="med" len="med"/>
                  <a:tailEnd type="none" w="med" len="med"/>
                </a:ln>
              </p:spPr>
            </p:sp>
            <p:sp>
              <p:nvSpPr>
                <p:cNvPr id="35946" name="Line 359"/>
                <p:cNvSpPr/>
                <p:nvPr/>
              </p:nvSpPr>
              <p:spPr>
                <a:xfrm>
                  <a:off x="778" y="1883"/>
                  <a:ext cx="145" cy="0"/>
                </a:xfrm>
                <a:prstGeom prst="line">
                  <a:avLst/>
                </a:prstGeom>
                <a:ln w="28575" cap="flat" cmpd="sng">
                  <a:solidFill>
                    <a:srgbClr val="FFCC00"/>
                  </a:solidFill>
                  <a:prstDash val="solid"/>
                  <a:headEnd type="none" w="med" len="med"/>
                  <a:tailEnd type="none" w="med" len="med"/>
                </a:ln>
              </p:spPr>
            </p:sp>
            <p:sp>
              <p:nvSpPr>
                <p:cNvPr id="35947" name="Line 360"/>
                <p:cNvSpPr/>
                <p:nvPr/>
              </p:nvSpPr>
              <p:spPr>
                <a:xfrm>
                  <a:off x="802" y="1944"/>
                  <a:ext cx="86" cy="0"/>
                </a:xfrm>
                <a:prstGeom prst="line">
                  <a:avLst/>
                </a:prstGeom>
                <a:ln w="28575" cap="flat" cmpd="sng">
                  <a:solidFill>
                    <a:srgbClr val="FFCC00"/>
                  </a:solidFill>
                  <a:prstDash val="solid"/>
                  <a:headEnd type="none" w="med" len="med"/>
                  <a:tailEnd type="none" w="med" len="med"/>
                </a:ln>
              </p:spPr>
            </p:sp>
          </p:grpSp>
          <p:sp>
            <p:nvSpPr>
              <p:cNvPr id="35891" name="Text Box 361"/>
              <p:cNvSpPr txBox="1"/>
              <p:nvPr/>
            </p:nvSpPr>
            <p:spPr>
              <a:xfrm>
                <a:off x="555" y="3022"/>
                <a:ext cx="317" cy="327"/>
              </a:xfrm>
              <a:prstGeom prst="rect">
                <a:avLst/>
              </a:prstGeom>
              <a:noFill/>
              <a:ln w="28575">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5892" name="Text Box 362"/>
              <p:cNvSpPr txBox="1"/>
              <p:nvPr/>
            </p:nvSpPr>
            <p:spPr>
              <a:xfrm>
                <a:off x="3867" y="1298"/>
                <a:ext cx="241" cy="327"/>
              </a:xfrm>
              <a:prstGeom prst="rect">
                <a:avLst/>
              </a:prstGeom>
              <a:noFill/>
              <a:ln w="28575">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L</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5893" name="Text Box 363"/>
              <p:cNvSpPr txBox="1"/>
              <p:nvPr/>
            </p:nvSpPr>
            <p:spPr>
              <a:xfrm>
                <a:off x="3776" y="2296"/>
                <a:ext cx="241" cy="327"/>
              </a:xfrm>
              <a:prstGeom prst="rect">
                <a:avLst/>
              </a:prstGeom>
              <a:noFill/>
              <a:ln w="28575">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L</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5894" name="Text Box 364"/>
              <p:cNvSpPr txBox="1"/>
              <p:nvPr/>
            </p:nvSpPr>
            <p:spPr>
              <a:xfrm>
                <a:off x="3821" y="1797"/>
                <a:ext cx="241" cy="327"/>
              </a:xfrm>
              <a:prstGeom prst="rect">
                <a:avLst/>
              </a:prstGeom>
              <a:noFill/>
              <a:ln w="28575">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L</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5895" name="Text Box 365"/>
              <p:cNvSpPr txBox="1"/>
              <p:nvPr/>
            </p:nvSpPr>
            <p:spPr>
              <a:xfrm>
                <a:off x="3322" y="1298"/>
                <a:ext cx="253" cy="327"/>
              </a:xfrm>
              <a:prstGeom prst="rect">
                <a:avLst/>
              </a:prstGeom>
              <a:noFill/>
              <a:ln w="28575">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R</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5896" name="Text Box 366"/>
              <p:cNvSpPr txBox="1"/>
              <p:nvPr/>
            </p:nvSpPr>
            <p:spPr>
              <a:xfrm>
                <a:off x="3322" y="1843"/>
                <a:ext cx="253" cy="327"/>
              </a:xfrm>
              <a:prstGeom prst="rect">
                <a:avLst/>
              </a:prstGeom>
              <a:noFill/>
              <a:ln w="28575">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R</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5897" name="Text Box 367"/>
              <p:cNvSpPr txBox="1"/>
              <p:nvPr/>
            </p:nvSpPr>
            <p:spPr>
              <a:xfrm>
                <a:off x="3322" y="2387"/>
                <a:ext cx="253" cy="327"/>
              </a:xfrm>
              <a:prstGeom prst="rect">
                <a:avLst/>
              </a:prstGeom>
              <a:noFill/>
              <a:ln w="28575">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R</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5898" name="Line 368"/>
              <p:cNvSpPr/>
              <p:nvPr/>
            </p:nvSpPr>
            <p:spPr>
              <a:xfrm>
                <a:off x="2290" y="1661"/>
                <a:ext cx="336" cy="0"/>
              </a:xfrm>
              <a:prstGeom prst="line">
                <a:avLst/>
              </a:prstGeom>
              <a:ln w="28575" cap="flat" cmpd="sng">
                <a:solidFill>
                  <a:srgbClr val="00FFFF"/>
                </a:solidFill>
                <a:prstDash val="solid"/>
                <a:headEnd type="none" w="med" len="med"/>
                <a:tailEnd type="triangle" w="med" len="med"/>
              </a:ln>
            </p:spPr>
          </p:sp>
          <p:sp>
            <p:nvSpPr>
              <p:cNvPr id="35899" name="Line 369"/>
              <p:cNvSpPr/>
              <p:nvPr/>
            </p:nvSpPr>
            <p:spPr>
              <a:xfrm>
                <a:off x="2925" y="1797"/>
                <a:ext cx="0" cy="336"/>
              </a:xfrm>
              <a:prstGeom prst="line">
                <a:avLst/>
              </a:prstGeom>
              <a:ln w="28575" cap="flat" cmpd="sng">
                <a:solidFill>
                  <a:srgbClr val="00FFFF"/>
                </a:solidFill>
                <a:prstDash val="solid"/>
                <a:headEnd type="none" w="med" len="med"/>
                <a:tailEnd type="triangle" w="med" len="med"/>
              </a:ln>
            </p:spPr>
          </p:sp>
          <p:sp>
            <p:nvSpPr>
              <p:cNvPr id="35900" name="Line 370"/>
              <p:cNvSpPr/>
              <p:nvPr/>
            </p:nvSpPr>
            <p:spPr>
              <a:xfrm flipV="1">
                <a:off x="2971" y="1661"/>
                <a:ext cx="288" cy="0"/>
              </a:xfrm>
              <a:prstGeom prst="line">
                <a:avLst/>
              </a:prstGeom>
              <a:ln w="28575" cap="flat" cmpd="sng">
                <a:solidFill>
                  <a:srgbClr val="00FFFF"/>
                </a:solidFill>
                <a:prstDash val="solid"/>
                <a:headEnd type="none" w="med" len="med"/>
                <a:tailEnd type="triangle" w="med" len="med"/>
              </a:ln>
            </p:spPr>
          </p:sp>
          <p:sp>
            <p:nvSpPr>
              <p:cNvPr id="35901" name="Text Box 371"/>
              <p:cNvSpPr txBox="1"/>
              <p:nvPr/>
            </p:nvSpPr>
            <p:spPr>
              <a:xfrm>
                <a:off x="1236" y="1344"/>
                <a:ext cx="278" cy="327"/>
              </a:xfrm>
              <a:prstGeom prst="rect">
                <a:avLst/>
              </a:prstGeom>
              <a:noFill/>
              <a:ln w="28575">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5902" name="Text Box 372"/>
              <p:cNvSpPr txBox="1"/>
              <p:nvPr/>
            </p:nvSpPr>
            <p:spPr>
              <a:xfrm>
                <a:off x="1236" y="1888"/>
                <a:ext cx="265" cy="327"/>
              </a:xfrm>
              <a:prstGeom prst="rect">
                <a:avLst/>
              </a:prstGeom>
              <a:noFill/>
              <a:ln w="28575">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5903" name="Text Box 373"/>
              <p:cNvSpPr txBox="1"/>
              <p:nvPr/>
            </p:nvSpPr>
            <p:spPr>
              <a:xfrm>
                <a:off x="1236" y="2387"/>
                <a:ext cx="265" cy="327"/>
              </a:xfrm>
              <a:prstGeom prst="rect">
                <a:avLst/>
              </a:prstGeom>
              <a:noFill/>
              <a:ln w="28575">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5904" name="Line 374"/>
              <p:cNvSpPr/>
              <p:nvPr/>
            </p:nvSpPr>
            <p:spPr>
              <a:xfrm>
                <a:off x="2934" y="3294"/>
                <a:ext cx="0" cy="227"/>
              </a:xfrm>
              <a:prstGeom prst="line">
                <a:avLst/>
              </a:prstGeom>
              <a:ln w="28575" cap="flat" cmpd="sng">
                <a:solidFill>
                  <a:srgbClr val="00FFFF"/>
                </a:solidFill>
                <a:prstDash val="solid"/>
                <a:headEnd type="none" w="med" len="med"/>
                <a:tailEnd type="triangle" w="med" len="med"/>
              </a:ln>
            </p:spPr>
          </p:sp>
          <p:graphicFrame>
            <p:nvGraphicFramePr>
              <p:cNvPr id="35843" name="Object 375"/>
              <p:cNvGraphicFramePr/>
              <p:nvPr/>
            </p:nvGraphicFramePr>
            <p:xfrm>
              <a:off x="2290" y="1298"/>
              <a:ext cx="302" cy="368"/>
            </p:xfrm>
            <a:graphic>
              <a:graphicData uri="http://schemas.openxmlformats.org/presentationml/2006/ole">
                <mc:AlternateContent xmlns:mc="http://schemas.openxmlformats.org/markup-compatibility/2006">
                  <mc:Choice xmlns:v="urn:schemas-microsoft-com:vml" Requires="v">
                    <p:oleObj spid="_x0000_s3343" name="" r:id="rId8" imgW="241300" imgH="292100" progId="Equation.3">
                      <p:embed/>
                    </p:oleObj>
                  </mc:Choice>
                  <mc:Fallback>
                    <p:oleObj name="" r:id="rId8" imgW="241300" imgH="292100" progId="Equation.3">
                      <p:embed/>
                      <p:pic>
                        <p:nvPicPr>
                          <p:cNvPr id="0" name="图片 3342"/>
                          <p:cNvPicPr/>
                          <p:nvPr/>
                        </p:nvPicPr>
                        <p:blipFill>
                          <a:blip r:embed="rId9">
                            <a:clrChange>
                              <a:clrFrom>
                                <a:srgbClr val="000000"/>
                              </a:clrFrom>
                              <a:clrTo>
                                <a:srgbClr val="FFFFFF"/>
                              </a:clrTo>
                            </a:clrChange>
                          </a:blip>
                          <a:stretch>
                            <a:fillRect/>
                          </a:stretch>
                        </p:blipFill>
                        <p:spPr>
                          <a:xfrm>
                            <a:off x="2290" y="1298"/>
                            <a:ext cx="302" cy="368"/>
                          </a:xfrm>
                          <a:prstGeom prst="rect">
                            <a:avLst/>
                          </a:prstGeom>
                          <a:noFill/>
                          <a:ln w="38100">
                            <a:noFill/>
                            <a:miter/>
                          </a:ln>
                        </p:spPr>
                      </p:pic>
                    </p:oleObj>
                  </mc:Fallback>
                </mc:AlternateContent>
              </a:graphicData>
            </a:graphic>
          </p:graphicFrame>
          <p:graphicFrame>
            <p:nvGraphicFramePr>
              <p:cNvPr id="35844" name="Object 376"/>
              <p:cNvGraphicFramePr/>
              <p:nvPr/>
            </p:nvGraphicFramePr>
            <p:xfrm>
              <a:off x="2608" y="1706"/>
              <a:ext cx="302" cy="368"/>
            </p:xfrm>
            <a:graphic>
              <a:graphicData uri="http://schemas.openxmlformats.org/presentationml/2006/ole">
                <mc:AlternateContent xmlns:mc="http://schemas.openxmlformats.org/markup-compatibility/2006">
                  <mc:Choice xmlns:v="urn:schemas-microsoft-com:vml" Requires="v">
                    <p:oleObj spid="_x0000_s3339" name="" r:id="rId10" imgW="241300" imgH="292100" progId="Equation.3">
                      <p:embed/>
                    </p:oleObj>
                  </mc:Choice>
                  <mc:Fallback>
                    <p:oleObj name="" r:id="rId10" imgW="241300" imgH="292100" progId="Equation.3">
                      <p:embed/>
                      <p:pic>
                        <p:nvPicPr>
                          <p:cNvPr id="0" name="图片 3338"/>
                          <p:cNvPicPr/>
                          <p:nvPr/>
                        </p:nvPicPr>
                        <p:blipFill>
                          <a:blip r:embed="rId11">
                            <a:clrChange>
                              <a:clrFrom>
                                <a:srgbClr val="000000"/>
                              </a:clrFrom>
                              <a:clrTo>
                                <a:srgbClr val="FFFFFF"/>
                              </a:clrTo>
                            </a:clrChange>
                          </a:blip>
                          <a:stretch>
                            <a:fillRect/>
                          </a:stretch>
                        </p:blipFill>
                        <p:spPr>
                          <a:xfrm>
                            <a:off x="2608" y="1706"/>
                            <a:ext cx="302" cy="368"/>
                          </a:xfrm>
                          <a:prstGeom prst="rect">
                            <a:avLst/>
                          </a:prstGeom>
                          <a:noFill/>
                          <a:ln w="38100">
                            <a:noFill/>
                            <a:miter/>
                          </a:ln>
                        </p:spPr>
                      </p:pic>
                    </p:oleObj>
                  </mc:Fallback>
                </mc:AlternateContent>
              </a:graphicData>
            </a:graphic>
          </p:graphicFrame>
          <p:graphicFrame>
            <p:nvGraphicFramePr>
              <p:cNvPr id="35845" name="Object 377"/>
              <p:cNvGraphicFramePr/>
              <p:nvPr/>
            </p:nvGraphicFramePr>
            <p:xfrm>
              <a:off x="2971" y="1253"/>
              <a:ext cx="302" cy="368"/>
            </p:xfrm>
            <a:graphic>
              <a:graphicData uri="http://schemas.openxmlformats.org/presentationml/2006/ole">
                <mc:AlternateContent xmlns:mc="http://schemas.openxmlformats.org/markup-compatibility/2006">
                  <mc:Choice xmlns:v="urn:schemas-microsoft-com:vml" Requires="v">
                    <p:oleObj spid="_x0000_s3340" name="" r:id="rId12" imgW="241300" imgH="292100" progId="Equation.3">
                      <p:embed/>
                    </p:oleObj>
                  </mc:Choice>
                  <mc:Fallback>
                    <p:oleObj name="" r:id="rId12" imgW="241300" imgH="292100" progId="Equation.3">
                      <p:embed/>
                      <p:pic>
                        <p:nvPicPr>
                          <p:cNvPr id="0" name="图片 3339"/>
                          <p:cNvPicPr/>
                          <p:nvPr/>
                        </p:nvPicPr>
                        <p:blipFill>
                          <a:blip r:embed="rId13">
                            <a:clrChange>
                              <a:clrFrom>
                                <a:srgbClr val="000000"/>
                              </a:clrFrom>
                              <a:clrTo>
                                <a:srgbClr val="FFFFFF"/>
                              </a:clrTo>
                            </a:clrChange>
                          </a:blip>
                          <a:stretch>
                            <a:fillRect/>
                          </a:stretch>
                        </p:blipFill>
                        <p:spPr>
                          <a:xfrm>
                            <a:off x="2971" y="1253"/>
                            <a:ext cx="302" cy="368"/>
                          </a:xfrm>
                          <a:prstGeom prst="rect">
                            <a:avLst/>
                          </a:prstGeom>
                          <a:noFill/>
                          <a:ln w="38100">
                            <a:noFill/>
                            <a:miter/>
                          </a:ln>
                        </p:spPr>
                      </p:pic>
                    </p:oleObj>
                  </mc:Fallback>
                </mc:AlternateContent>
              </a:graphicData>
            </a:graphic>
          </p:graphicFrame>
          <p:graphicFrame>
            <p:nvGraphicFramePr>
              <p:cNvPr id="35846" name="Object 379"/>
              <p:cNvGraphicFramePr/>
              <p:nvPr/>
            </p:nvGraphicFramePr>
            <p:xfrm>
              <a:off x="873" y="1706"/>
              <a:ext cx="398" cy="368"/>
            </p:xfrm>
            <a:graphic>
              <a:graphicData uri="http://schemas.openxmlformats.org/presentationml/2006/ole">
                <mc:AlternateContent xmlns:mc="http://schemas.openxmlformats.org/markup-compatibility/2006">
                  <mc:Choice xmlns:v="urn:schemas-microsoft-com:vml" Requires="v">
                    <p:oleObj spid="_x0000_s3341" name="" r:id="rId14" imgW="317500" imgH="292100" progId="Equation.3">
                      <p:embed/>
                    </p:oleObj>
                  </mc:Choice>
                  <mc:Fallback>
                    <p:oleObj name="" r:id="rId14" imgW="317500" imgH="292100" progId="Equation.3">
                      <p:embed/>
                      <p:pic>
                        <p:nvPicPr>
                          <p:cNvPr id="0" name="图片 3340"/>
                          <p:cNvPicPr/>
                          <p:nvPr/>
                        </p:nvPicPr>
                        <p:blipFill>
                          <a:blip r:embed="rId15">
                            <a:clrChange>
                              <a:clrFrom>
                                <a:srgbClr val="000000"/>
                              </a:clrFrom>
                              <a:clrTo>
                                <a:srgbClr val="FFFFFF"/>
                              </a:clrTo>
                            </a:clrChange>
                          </a:blip>
                          <a:stretch>
                            <a:fillRect/>
                          </a:stretch>
                        </p:blipFill>
                        <p:spPr>
                          <a:xfrm>
                            <a:off x="873" y="1706"/>
                            <a:ext cx="398" cy="368"/>
                          </a:xfrm>
                          <a:prstGeom prst="rect">
                            <a:avLst/>
                          </a:prstGeom>
                          <a:noFill/>
                          <a:ln w="38100">
                            <a:noFill/>
                            <a:miter/>
                          </a:ln>
                        </p:spPr>
                      </p:pic>
                    </p:oleObj>
                  </mc:Fallback>
                </mc:AlternateContent>
              </a:graphicData>
            </a:graphic>
          </p:graphicFrame>
          <p:graphicFrame>
            <p:nvGraphicFramePr>
              <p:cNvPr id="35847" name="Object 380"/>
              <p:cNvGraphicFramePr/>
              <p:nvPr/>
            </p:nvGraphicFramePr>
            <p:xfrm>
              <a:off x="873" y="2795"/>
              <a:ext cx="398" cy="368"/>
            </p:xfrm>
            <a:graphic>
              <a:graphicData uri="http://schemas.openxmlformats.org/presentationml/2006/ole">
                <mc:AlternateContent xmlns:mc="http://schemas.openxmlformats.org/markup-compatibility/2006">
                  <mc:Choice xmlns:v="urn:schemas-microsoft-com:vml" Requires="v">
                    <p:oleObj spid="_x0000_s3342" name="" r:id="rId16" imgW="317500" imgH="292100" progId="Equation.3">
                      <p:embed/>
                    </p:oleObj>
                  </mc:Choice>
                  <mc:Fallback>
                    <p:oleObj name="" r:id="rId16" imgW="317500" imgH="292100" progId="Equation.3">
                      <p:embed/>
                      <p:pic>
                        <p:nvPicPr>
                          <p:cNvPr id="0" name="图片 3341"/>
                          <p:cNvPicPr/>
                          <p:nvPr/>
                        </p:nvPicPr>
                        <p:blipFill>
                          <a:blip r:embed="rId17">
                            <a:clrChange>
                              <a:clrFrom>
                                <a:srgbClr val="000000"/>
                              </a:clrFrom>
                              <a:clrTo>
                                <a:srgbClr val="FFFFFF"/>
                              </a:clrTo>
                            </a:clrChange>
                          </a:blip>
                          <a:stretch>
                            <a:fillRect/>
                          </a:stretch>
                        </p:blipFill>
                        <p:spPr>
                          <a:xfrm>
                            <a:off x="873" y="2795"/>
                            <a:ext cx="398" cy="368"/>
                          </a:xfrm>
                          <a:prstGeom prst="rect">
                            <a:avLst/>
                          </a:prstGeom>
                          <a:noFill/>
                          <a:ln w="38100">
                            <a:noFill/>
                            <a:miter/>
                          </a:ln>
                        </p:spPr>
                      </p:pic>
                    </p:oleObj>
                  </mc:Fallback>
                </mc:AlternateContent>
              </a:graphicData>
            </a:graphic>
          </p:graphicFrame>
          <p:sp>
            <p:nvSpPr>
              <p:cNvPr id="35905" name="Text Box 381"/>
              <p:cNvSpPr txBox="1"/>
              <p:nvPr/>
            </p:nvSpPr>
            <p:spPr>
              <a:xfrm>
                <a:off x="4416" y="2023"/>
                <a:ext cx="276" cy="288"/>
              </a:xfrm>
              <a:prstGeom prst="rect">
                <a:avLst/>
              </a:prstGeom>
              <a:noFill/>
              <a:ln w="28575">
                <a:noFill/>
              </a:ln>
            </p:spPr>
            <p:txBody>
              <a:bodyPr wrap="none" anchor="ctr" anchorCtr="0">
                <a:spAutoFit/>
              </a:bodyPr>
              <a:p>
                <a:pPr algn="ctr"/>
                <a:r>
                  <a:rPr lang="en-US" altLang="zh-CN" sz="2400" b="0" i="1" dirty="0">
                    <a:solidFill>
                      <a:schemeClr val="bg1"/>
                    </a:solidFill>
                    <a:latin typeface="Times New Roman" panose="02020603050405020304" pitchFamily="18" charset="0"/>
                    <a:ea typeface="宋体" panose="02010600030101010101" pitchFamily="2" charset="-122"/>
                  </a:rPr>
                  <a:t>M</a:t>
                </a:r>
                <a:endParaRPr lang="en-US" altLang="zh-CN" sz="2400" b="0" dirty="0">
                  <a:solidFill>
                    <a:schemeClr val="bg1"/>
                  </a:solidFill>
                  <a:latin typeface="Times New Roman" panose="02020603050405020304" pitchFamily="18" charset="0"/>
                  <a:ea typeface="宋体" panose="02010600030101010101" pitchFamily="2" charset="-122"/>
                </a:endParaRPr>
              </a:p>
            </p:txBody>
          </p:sp>
          <p:sp>
            <p:nvSpPr>
              <p:cNvPr id="35906" name="Text Box 382"/>
              <p:cNvSpPr txBox="1"/>
              <p:nvPr/>
            </p:nvSpPr>
            <p:spPr>
              <a:xfrm>
                <a:off x="3640" y="1616"/>
                <a:ext cx="230" cy="327"/>
              </a:xfrm>
              <a:prstGeom prst="rect">
                <a:avLst/>
              </a:prstGeom>
              <a:noFill/>
              <a:ln w="28575">
                <a:noFill/>
              </a:ln>
            </p:spPr>
            <p:txBody>
              <a:bodyPr anchor="ctr" anchorCtr="0">
                <a:spAutoFit/>
              </a:bodyPr>
              <a:p>
                <a:pPr algn="ctr"/>
                <a:r>
                  <a:rPr lang="en-US" altLang="zh-CN" sz="2800" b="0" i="1"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5907" name="Text Box 383"/>
              <p:cNvSpPr txBox="1"/>
              <p:nvPr/>
            </p:nvSpPr>
            <p:spPr>
              <a:xfrm>
                <a:off x="3685" y="2141"/>
                <a:ext cx="230" cy="327"/>
              </a:xfrm>
              <a:prstGeom prst="rect">
                <a:avLst/>
              </a:prstGeom>
              <a:noFill/>
              <a:ln w="28575">
                <a:noFill/>
              </a:ln>
            </p:spPr>
            <p:txBody>
              <a:bodyPr anchor="ctr" anchorCtr="0">
                <a:spAutoFit/>
              </a:bodyPr>
              <a:p>
                <a:pPr algn="ctr"/>
                <a:r>
                  <a:rPr lang="en-US" altLang="zh-CN" sz="2800" b="0" i="1"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5908" name="Text Box 384"/>
              <p:cNvSpPr txBox="1"/>
              <p:nvPr/>
            </p:nvSpPr>
            <p:spPr>
              <a:xfrm>
                <a:off x="3685" y="2659"/>
                <a:ext cx="230" cy="327"/>
              </a:xfrm>
              <a:prstGeom prst="rect">
                <a:avLst/>
              </a:prstGeom>
              <a:noFill/>
              <a:ln w="28575">
                <a:noFill/>
              </a:ln>
            </p:spPr>
            <p:txBody>
              <a:bodyPr anchor="ctr" anchorCtr="0">
                <a:spAutoFit/>
              </a:bodyPr>
              <a:p>
                <a:pPr algn="ctr"/>
                <a:r>
                  <a:rPr lang="en-US" altLang="zh-CN" sz="2800" b="0" i="1"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5909" name="Text Box 385"/>
              <p:cNvSpPr txBox="1"/>
              <p:nvPr/>
            </p:nvSpPr>
            <p:spPr>
              <a:xfrm>
                <a:off x="4003" y="2296"/>
                <a:ext cx="276" cy="288"/>
              </a:xfrm>
              <a:prstGeom prst="rect">
                <a:avLst/>
              </a:prstGeom>
              <a:noFill/>
              <a:ln w="28575">
                <a:noFill/>
              </a:ln>
            </p:spPr>
            <p:txBody>
              <a:bodyPr wrap="none" anchor="ctr" anchorCtr="0">
                <a:spAutoFit/>
              </a:bodyPr>
              <a:p>
                <a:pPr algn="ctr"/>
                <a:r>
                  <a:rPr lang="en-US" altLang="zh-CN" sz="2400" b="0" i="1" dirty="0">
                    <a:solidFill>
                      <a:schemeClr val="bg1"/>
                    </a:solidFill>
                    <a:latin typeface="Times New Roman" panose="02020603050405020304" pitchFamily="18" charset="0"/>
                    <a:ea typeface="宋体" panose="02010600030101010101" pitchFamily="2" charset="-122"/>
                  </a:rPr>
                  <a:t>M</a:t>
                </a:r>
                <a:endParaRPr lang="en-US" altLang="zh-CN" sz="2400" b="0" dirty="0">
                  <a:solidFill>
                    <a:schemeClr val="bg1"/>
                  </a:solidFill>
                  <a:latin typeface="Times New Roman" panose="02020603050405020304" pitchFamily="18" charset="0"/>
                  <a:ea typeface="宋体" panose="02010600030101010101" pitchFamily="2" charset="-122"/>
                </a:endParaRPr>
              </a:p>
            </p:txBody>
          </p:sp>
          <p:sp>
            <p:nvSpPr>
              <p:cNvPr id="35910" name="Text Box 386"/>
              <p:cNvSpPr txBox="1"/>
              <p:nvPr/>
            </p:nvSpPr>
            <p:spPr>
              <a:xfrm>
                <a:off x="4053" y="1797"/>
                <a:ext cx="276" cy="288"/>
              </a:xfrm>
              <a:prstGeom prst="rect">
                <a:avLst/>
              </a:prstGeom>
              <a:noFill/>
              <a:ln w="28575">
                <a:noFill/>
              </a:ln>
            </p:spPr>
            <p:txBody>
              <a:bodyPr wrap="none" anchor="ctr" anchorCtr="0">
                <a:spAutoFit/>
              </a:bodyPr>
              <a:p>
                <a:pPr algn="ctr"/>
                <a:r>
                  <a:rPr lang="en-US" altLang="zh-CN" sz="2400" b="0" i="1" dirty="0">
                    <a:solidFill>
                      <a:schemeClr val="bg1"/>
                    </a:solidFill>
                    <a:latin typeface="Times New Roman" panose="02020603050405020304" pitchFamily="18" charset="0"/>
                    <a:ea typeface="宋体" panose="02010600030101010101" pitchFamily="2" charset="-122"/>
                  </a:rPr>
                  <a:t>M</a:t>
                </a:r>
                <a:endParaRPr lang="en-US" altLang="zh-CN" sz="2400" b="0" dirty="0">
                  <a:solidFill>
                    <a:schemeClr val="bg1"/>
                  </a:solidFill>
                  <a:latin typeface="Times New Roman" panose="02020603050405020304" pitchFamily="18" charset="0"/>
                  <a:ea typeface="宋体" panose="02010600030101010101" pitchFamily="2" charset="-122"/>
                </a:endParaRPr>
              </a:p>
            </p:txBody>
          </p:sp>
          <p:sp>
            <p:nvSpPr>
              <p:cNvPr id="35911" name="Arc 387"/>
              <p:cNvSpPr/>
              <p:nvPr/>
            </p:nvSpPr>
            <p:spPr>
              <a:xfrm>
                <a:off x="4366" y="1751"/>
                <a:ext cx="136" cy="272"/>
              </a:xfrm>
              <a:custGeom>
                <a:avLst/>
                <a:gdLst>
                  <a:gd name="txL" fmla="*/ 0 w 21600"/>
                  <a:gd name="txT" fmla="*/ 0 h 21600"/>
                  <a:gd name="txR" fmla="*/ 21600 w 21600"/>
                  <a:gd name="txB" fmla="*/ 21600 h 21600"/>
                </a:gdLst>
                <a:ahLst/>
                <a:cxnLst>
                  <a:cxn ang="0">
                    <a:pos x="0" y="0"/>
                  </a:cxn>
                  <a:cxn ang="0">
                    <a:pos x="1" y="3"/>
                  </a:cxn>
                  <a:cxn ang="0">
                    <a:pos x="0" y="3"/>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28575" cap="flat" cmpd="sng">
                <a:solidFill>
                  <a:srgbClr val="FF3300"/>
                </a:solidFill>
                <a:prstDash val="solid"/>
                <a:round/>
                <a:headEnd type="triangle" w="med" len="med"/>
                <a:tailEnd type="none" w="med" len="med"/>
              </a:ln>
            </p:spPr>
            <p:txBody>
              <a:bodyPr wrap="none" anchor="ctr" anchorCtr="0"/>
              <a:p>
                <a:endParaRPr lang="zh-CN" altLang="en-US" dirty="0">
                  <a:latin typeface="Arial" panose="020B0604020202020204" pitchFamily="34" charset="0"/>
                </a:endParaRPr>
              </a:p>
            </p:txBody>
          </p:sp>
          <p:sp>
            <p:nvSpPr>
              <p:cNvPr id="35912" name="Arc 388"/>
              <p:cNvSpPr/>
              <p:nvPr/>
            </p:nvSpPr>
            <p:spPr>
              <a:xfrm>
                <a:off x="4139" y="1751"/>
                <a:ext cx="106" cy="272"/>
              </a:xfrm>
              <a:custGeom>
                <a:avLst/>
                <a:gdLst>
                  <a:gd name="txL" fmla="*/ 0 w 16963"/>
                  <a:gd name="txT" fmla="*/ 0 h 21600"/>
                  <a:gd name="txR" fmla="*/ 16963 w 16963"/>
                  <a:gd name="txB" fmla="*/ 21600 h 21600"/>
                </a:gdLst>
                <a:ahLst/>
                <a:cxnLst>
                  <a:cxn ang="0">
                    <a:pos x="0" y="0"/>
                  </a:cxn>
                  <a:cxn ang="0">
                    <a:pos x="1" y="1"/>
                  </a:cxn>
                  <a:cxn ang="0">
                    <a:pos x="0" y="3"/>
                  </a:cxn>
                </a:cxnLst>
                <a:rect l="txL" t="txT" r="txR" b="txB"/>
                <a:pathLst>
                  <a:path w="16963" h="21600" fill="none">
                    <a:moveTo>
                      <a:pt x="-1" y="0"/>
                    </a:moveTo>
                    <a:cubicBezTo>
                      <a:pt x="6616" y="0"/>
                      <a:pt x="12867" y="3032"/>
                      <a:pt x="16963" y="8227"/>
                    </a:cubicBezTo>
                  </a:path>
                  <a:path w="16963" h="21600" stroke="0">
                    <a:moveTo>
                      <a:pt x="-1" y="0"/>
                    </a:moveTo>
                    <a:cubicBezTo>
                      <a:pt x="6616" y="0"/>
                      <a:pt x="12867" y="3032"/>
                      <a:pt x="16963" y="8227"/>
                    </a:cubicBezTo>
                    <a:lnTo>
                      <a:pt x="0" y="21600"/>
                    </a:lnTo>
                    <a:close/>
                  </a:path>
                </a:pathLst>
              </a:custGeom>
              <a:noFill/>
              <a:ln w="28575" cap="flat" cmpd="sng">
                <a:solidFill>
                  <a:srgbClr val="FF3300"/>
                </a:solidFill>
                <a:prstDash val="solid"/>
                <a:round/>
                <a:headEnd type="triangle" w="med" len="med"/>
                <a:tailEnd type="none" w="med" len="med"/>
              </a:ln>
            </p:spPr>
            <p:txBody>
              <a:bodyPr wrap="none" anchor="ctr" anchorCtr="0"/>
              <a:p>
                <a:endParaRPr lang="zh-CN" altLang="en-US" dirty="0">
                  <a:latin typeface="Arial" panose="020B0604020202020204" pitchFamily="34" charset="0"/>
                </a:endParaRPr>
              </a:p>
            </p:txBody>
          </p:sp>
          <p:sp>
            <p:nvSpPr>
              <p:cNvPr id="35913" name="Arc 389"/>
              <p:cNvSpPr/>
              <p:nvPr/>
            </p:nvSpPr>
            <p:spPr>
              <a:xfrm rot="1326775">
                <a:off x="4275" y="2323"/>
                <a:ext cx="239" cy="336"/>
              </a:xfrm>
              <a:custGeom>
                <a:avLst/>
                <a:gdLst>
                  <a:gd name="txL" fmla="*/ 0 w 21600"/>
                  <a:gd name="txT" fmla="*/ 0 h 29111"/>
                  <a:gd name="txR" fmla="*/ 21600 w 21600"/>
                  <a:gd name="txB" fmla="*/ 29111 h 29111"/>
                </a:gdLst>
                <a:ahLst/>
                <a:cxnLst>
                  <a:cxn ang="0">
                    <a:pos x="2" y="0"/>
                  </a:cxn>
                  <a:cxn ang="0">
                    <a:pos x="2" y="4"/>
                  </a:cxn>
                  <a:cxn ang="0">
                    <a:pos x="0" y="2"/>
                  </a:cxn>
                </a:cxnLst>
                <a:rect l="txL" t="txT" r="txR" b="txB"/>
                <a:pathLst>
                  <a:path w="21600" h="29111" fill="none">
                    <a:moveTo>
                      <a:pt x="15219" y="0"/>
                    </a:moveTo>
                    <a:cubicBezTo>
                      <a:pt x="19303" y="4055"/>
                      <a:pt x="21600" y="9572"/>
                      <a:pt x="21600" y="15327"/>
                    </a:cubicBezTo>
                    <a:cubicBezTo>
                      <a:pt x="21600" y="20360"/>
                      <a:pt x="19842" y="25235"/>
                      <a:pt x="16630" y="29111"/>
                    </a:cubicBezTo>
                  </a:path>
                  <a:path w="21600" h="29111" stroke="0">
                    <a:moveTo>
                      <a:pt x="15219" y="0"/>
                    </a:moveTo>
                    <a:cubicBezTo>
                      <a:pt x="19303" y="4055"/>
                      <a:pt x="21600" y="9572"/>
                      <a:pt x="21600" y="15327"/>
                    </a:cubicBezTo>
                    <a:cubicBezTo>
                      <a:pt x="21600" y="20360"/>
                      <a:pt x="19842" y="25235"/>
                      <a:pt x="16630" y="29111"/>
                    </a:cubicBezTo>
                    <a:lnTo>
                      <a:pt x="0" y="15327"/>
                    </a:lnTo>
                    <a:close/>
                  </a:path>
                </a:pathLst>
              </a:custGeom>
              <a:noFill/>
              <a:ln w="28575" cap="flat" cmpd="sng">
                <a:solidFill>
                  <a:srgbClr val="FF3300"/>
                </a:solidFill>
                <a:prstDash val="solid"/>
                <a:round/>
                <a:headEnd type="none" w="med" len="med"/>
                <a:tailEnd type="triangle" w="med" len="med"/>
              </a:ln>
            </p:spPr>
            <p:txBody>
              <a:bodyPr wrap="none" anchor="ctr" anchorCtr="0"/>
              <a:p>
                <a:endParaRPr lang="zh-CN" altLang="en-US" dirty="0">
                  <a:latin typeface="Arial" panose="020B0604020202020204" pitchFamily="34" charset="0"/>
                </a:endParaRPr>
              </a:p>
            </p:txBody>
          </p:sp>
          <p:sp>
            <p:nvSpPr>
              <p:cNvPr id="35914" name="Arc 390"/>
              <p:cNvSpPr/>
              <p:nvPr/>
            </p:nvSpPr>
            <p:spPr>
              <a:xfrm>
                <a:off x="4184" y="2250"/>
                <a:ext cx="106" cy="272"/>
              </a:xfrm>
              <a:custGeom>
                <a:avLst/>
                <a:gdLst>
                  <a:gd name="txL" fmla="*/ 0 w 16963"/>
                  <a:gd name="txT" fmla="*/ 0 h 21600"/>
                  <a:gd name="txR" fmla="*/ 16963 w 16963"/>
                  <a:gd name="txB" fmla="*/ 21600 h 21600"/>
                </a:gdLst>
                <a:ahLst/>
                <a:cxnLst>
                  <a:cxn ang="0">
                    <a:pos x="0" y="0"/>
                  </a:cxn>
                  <a:cxn ang="0">
                    <a:pos x="1" y="1"/>
                  </a:cxn>
                  <a:cxn ang="0">
                    <a:pos x="0" y="3"/>
                  </a:cxn>
                </a:cxnLst>
                <a:rect l="txL" t="txT" r="txR" b="txB"/>
                <a:pathLst>
                  <a:path w="16963" h="21600" fill="none">
                    <a:moveTo>
                      <a:pt x="-1" y="0"/>
                    </a:moveTo>
                    <a:cubicBezTo>
                      <a:pt x="6616" y="0"/>
                      <a:pt x="12867" y="3032"/>
                      <a:pt x="16963" y="8227"/>
                    </a:cubicBezTo>
                  </a:path>
                  <a:path w="16963" h="21600" stroke="0">
                    <a:moveTo>
                      <a:pt x="-1" y="0"/>
                    </a:moveTo>
                    <a:cubicBezTo>
                      <a:pt x="6616" y="0"/>
                      <a:pt x="12867" y="3032"/>
                      <a:pt x="16963" y="8227"/>
                    </a:cubicBezTo>
                    <a:lnTo>
                      <a:pt x="0" y="21600"/>
                    </a:lnTo>
                    <a:close/>
                  </a:path>
                </a:pathLst>
              </a:custGeom>
              <a:noFill/>
              <a:ln w="28575" cap="flat" cmpd="sng">
                <a:solidFill>
                  <a:srgbClr val="FF3300"/>
                </a:solidFill>
                <a:prstDash val="solid"/>
                <a:round/>
                <a:headEnd type="triangle" w="med" len="med"/>
                <a:tailEnd type="none" w="med" len="med"/>
              </a:ln>
            </p:spPr>
            <p:txBody>
              <a:bodyPr wrap="none" anchor="ctr" anchorCtr="0"/>
              <a:p>
                <a:endParaRPr lang="zh-CN" altLang="en-US" dirty="0">
                  <a:latin typeface="Arial" panose="020B0604020202020204" pitchFamily="34" charset="0"/>
                </a:endParaRPr>
              </a:p>
            </p:txBody>
          </p:sp>
          <p:sp>
            <p:nvSpPr>
              <p:cNvPr id="35915" name="Arc 391"/>
              <p:cNvSpPr/>
              <p:nvPr/>
            </p:nvSpPr>
            <p:spPr>
              <a:xfrm flipV="1">
                <a:off x="4230" y="2522"/>
                <a:ext cx="45" cy="137"/>
              </a:xfrm>
              <a:custGeom>
                <a:avLst/>
                <a:gdLst>
                  <a:gd name="txL" fmla="*/ 0 w 21600"/>
                  <a:gd name="txT" fmla="*/ 0 h 21600"/>
                  <a:gd name="txR" fmla="*/ 21600 w 21600"/>
                  <a:gd name="txB" fmla="*/ 21600 h 21600"/>
                </a:gdLst>
                <a:ahLst/>
                <a:cxnLst>
                  <a:cxn ang="0">
                    <a:pos x="0" y="0"/>
                  </a:cxn>
                  <a:cxn ang="0">
                    <a:pos x="0" y="1"/>
                  </a:cxn>
                  <a:cxn ang="0">
                    <a:pos x="0" y="1"/>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28575" cap="flat" cmpd="sng">
                <a:solidFill>
                  <a:srgbClr val="FF3300"/>
                </a:solidFill>
                <a:prstDash val="solid"/>
                <a:round/>
                <a:headEnd type="triangle" w="med" len="med"/>
                <a:tailEnd type="none" w="med" len="med"/>
              </a:ln>
            </p:spPr>
            <p:txBody>
              <a:bodyPr wrap="none" anchor="ctr" anchorCtr="0"/>
              <a:p>
                <a:endParaRPr lang="zh-CN" altLang="en-US" dirty="0">
                  <a:latin typeface="Arial" panose="020B0604020202020204" pitchFamily="34" charset="0"/>
                </a:endParaRPr>
              </a:p>
            </p:txBody>
          </p:sp>
          <p:sp>
            <p:nvSpPr>
              <p:cNvPr id="35916" name="Arc 392"/>
              <p:cNvSpPr/>
              <p:nvPr/>
            </p:nvSpPr>
            <p:spPr>
              <a:xfrm flipV="1">
                <a:off x="4230" y="2023"/>
                <a:ext cx="45" cy="137"/>
              </a:xfrm>
              <a:custGeom>
                <a:avLst/>
                <a:gdLst>
                  <a:gd name="txL" fmla="*/ 0 w 21600"/>
                  <a:gd name="txT" fmla="*/ 0 h 21600"/>
                  <a:gd name="txR" fmla="*/ 21600 w 21600"/>
                  <a:gd name="txB" fmla="*/ 21600 h 21600"/>
                </a:gdLst>
                <a:ahLst/>
                <a:cxnLst>
                  <a:cxn ang="0">
                    <a:pos x="0" y="0"/>
                  </a:cxn>
                  <a:cxn ang="0">
                    <a:pos x="0" y="1"/>
                  </a:cxn>
                  <a:cxn ang="0">
                    <a:pos x="0" y="1"/>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28575" cap="flat" cmpd="sng">
                <a:solidFill>
                  <a:srgbClr val="FF3300"/>
                </a:solidFill>
                <a:prstDash val="solid"/>
                <a:round/>
                <a:headEnd type="triangle" w="med" len="med"/>
                <a:tailEnd type="none" w="med" len="med"/>
              </a:ln>
            </p:spPr>
            <p:txBody>
              <a:bodyPr wrap="none" anchor="ctr" anchorCtr="0"/>
              <a:p>
                <a:endParaRPr lang="zh-CN" altLang="en-US" dirty="0">
                  <a:latin typeface="Arial" panose="020B0604020202020204" pitchFamily="34" charset="0"/>
                </a:endParaRPr>
              </a:p>
            </p:txBody>
          </p:sp>
          <p:graphicFrame>
            <p:nvGraphicFramePr>
              <p:cNvPr id="35848" name="Object 393"/>
              <p:cNvGraphicFramePr/>
              <p:nvPr/>
            </p:nvGraphicFramePr>
            <p:xfrm>
              <a:off x="2961" y="3158"/>
              <a:ext cx="302" cy="368"/>
            </p:xfrm>
            <a:graphic>
              <a:graphicData uri="http://schemas.openxmlformats.org/presentationml/2006/ole">
                <mc:AlternateContent xmlns:mc="http://schemas.openxmlformats.org/markup-compatibility/2006">
                  <mc:Choice xmlns:v="urn:schemas-microsoft-com:vml" Requires="v">
                    <p:oleObj spid="_x0000_s3344" name="" r:id="rId18" imgW="241300" imgH="292100" progId="Equation.3">
                      <p:embed/>
                    </p:oleObj>
                  </mc:Choice>
                  <mc:Fallback>
                    <p:oleObj name="" r:id="rId18" imgW="241300" imgH="292100" progId="Equation.3">
                      <p:embed/>
                      <p:pic>
                        <p:nvPicPr>
                          <p:cNvPr id="0" name="图片 3343"/>
                          <p:cNvPicPr/>
                          <p:nvPr/>
                        </p:nvPicPr>
                        <p:blipFill>
                          <a:blip r:embed="rId19">
                            <a:clrChange>
                              <a:clrFrom>
                                <a:srgbClr val="000000"/>
                              </a:clrFrom>
                              <a:clrTo>
                                <a:srgbClr val="FFFFFF"/>
                              </a:clrTo>
                            </a:clrChange>
                          </a:blip>
                          <a:stretch>
                            <a:fillRect/>
                          </a:stretch>
                        </p:blipFill>
                        <p:spPr>
                          <a:xfrm>
                            <a:off x="2961" y="3158"/>
                            <a:ext cx="302" cy="368"/>
                          </a:xfrm>
                          <a:prstGeom prst="rect">
                            <a:avLst/>
                          </a:prstGeom>
                          <a:noFill/>
                          <a:ln w="38100">
                            <a:noFill/>
                            <a:miter/>
                          </a:ln>
                        </p:spPr>
                      </p:pic>
                    </p:oleObj>
                  </mc:Fallback>
                </mc:AlternateContent>
              </a:graphicData>
            </a:graphic>
          </p:graphicFrame>
          <p:sp>
            <p:nvSpPr>
              <p:cNvPr id="35917" name="Line 398"/>
              <p:cNvSpPr/>
              <p:nvPr/>
            </p:nvSpPr>
            <p:spPr>
              <a:xfrm>
                <a:off x="4139" y="1661"/>
                <a:ext cx="226" cy="0"/>
              </a:xfrm>
              <a:prstGeom prst="line">
                <a:avLst/>
              </a:prstGeom>
              <a:ln w="28575" cap="flat" cmpd="sng">
                <a:solidFill>
                  <a:srgbClr val="FFCC00"/>
                </a:solidFill>
                <a:prstDash val="solid"/>
                <a:headEnd type="none" w="med" len="med"/>
                <a:tailEnd type="none" w="med" len="med"/>
              </a:ln>
            </p:spPr>
          </p:sp>
          <p:sp>
            <p:nvSpPr>
              <p:cNvPr id="35918" name="Line 407"/>
              <p:cNvSpPr/>
              <p:nvPr/>
            </p:nvSpPr>
            <p:spPr>
              <a:xfrm>
                <a:off x="4184" y="2205"/>
                <a:ext cx="181" cy="0"/>
              </a:xfrm>
              <a:prstGeom prst="line">
                <a:avLst/>
              </a:prstGeom>
              <a:ln w="28575" cap="flat" cmpd="sng">
                <a:solidFill>
                  <a:srgbClr val="FFCC00"/>
                </a:solidFill>
                <a:prstDash val="solid"/>
                <a:headEnd type="none" w="med" len="med"/>
                <a:tailEnd type="oval" w="med" len="med"/>
              </a:ln>
            </p:spPr>
          </p:sp>
          <p:sp>
            <p:nvSpPr>
              <p:cNvPr id="35919" name="Line 408"/>
              <p:cNvSpPr/>
              <p:nvPr/>
            </p:nvSpPr>
            <p:spPr>
              <a:xfrm>
                <a:off x="4184" y="2704"/>
                <a:ext cx="181" cy="0"/>
              </a:xfrm>
              <a:prstGeom prst="line">
                <a:avLst/>
              </a:prstGeom>
              <a:ln w="28575" cap="flat" cmpd="sng">
                <a:solidFill>
                  <a:srgbClr val="FFCC00"/>
                </a:solidFill>
                <a:prstDash val="solid"/>
                <a:headEnd type="none" w="med" len="med"/>
                <a:tailEnd type="none" w="med" len="med"/>
              </a:ln>
            </p:spPr>
          </p:sp>
          <p:sp>
            <p:nvSpPr>
              <p:cNvPr id="35920" name="Rectangle 409"/>
              <p:cNvSpPr/>
              <p:nvPr/>
            </p:nvSpPr>
            <p:spPr>
              <a:xfrm>
                <a:off x="3277" y="2650"/>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35921" name="Rectangle 410"/>
              <p:cNvSpPr/>
              <p:nvPr/>
            </p:nvSpPr>
            <p:spPr>
              <a:xfrm>
                <a:off x="3277" y="2142"/>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35922" name="Rectangle 411"/>
              <p:cNvSpPr/>
              <p:nvPr/>
            </p:nvSpPr>
            <p:spPr>
              <a:xfrm>
                <a:off x="3277" y="159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35923" name="Rectangle 412"/>
              <p:cNvSpPr/>
              <p:nvPr/>
            </p:nvSpPr>
            <p:spPr>
              <a:xfrm>
                <a:off x="2324" y="345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35924" name="Rectangle 413"/>
              <p:cNvSpPr/>
              <p:nvPr/>
            </p:nvSpPr>
            <p:spPr>
              <a:xfrm>
                <a:off x="2097" y="3203"/>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35925" name="Rectangle 414"/>
              <p:cNvSpPr/>
              <p:nvPr/>
            </p:nvSpPr>
            <p:spPr>
              <a:xfrm>
                <a:off x="2551" y="3203"/>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35926" name="Rectangle 415"/>
              <p:cNvSpPr/>
              <p:nvPr/>
            </p:nvSpPr>
            <p:spPr>
              <a:xfrm>
                <a:off x="1599" y="2632"/>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35927" name="Rectangle 416"/>
              <p:cNvSpPr/>
              <p:nvPr/>
            </p:nvSpPr>
            <p:spPr>
              <a:xfrm>
                <a:off x="1599" y="2142"/>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35928" name="Rectangle 417"/>
              <p:cNvSpPr/>
              <p:nvPr/>
            </p:nvSpPr>
            <p:spPr>
              <a:xfrm>
                <a:off x="1599" y="159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35929" name="Rectangle 418"/>
              <p:cNvSpPr/>
              <p:nvPr/>
            </p:nvSpPr>
            <p:spPr>
              <a:xfrm>
                <a:off x="465" y="2931"/>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grpSp>
            <p:nvGrpSpPr>
              <p:cNvPr id="35930" name="Group 479"/>
              <p:cNvGrpSpPr/>
              <p:nvPr/>
            </p:nvGrpSpPr>
            <p:grpSpPr>
              <a:xfrm rot="5400000">
                <a:off x="3925" y="2466"/>
                <a:ext cx="113" cy="408"/>
                <a:chOff x="1565" y="2614"/>
                <a:chExt cx="90" cy="486"/>
              </a:xfrm>
            </p:grpSpPr>
            <p:sp>
              <p:nvSpPr>
                <p:cNvPr id="35941" name="Arc 480"/>
                <p:cNvSpPr/>
                <p:nvPr/>
              </p:nvSpPr>
              <p:spPr>
                <a:xfrm flipH="1" flipV="1">
                  <a:off x="1565" y="2860"/>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5942" name="Arc 481"/>
                <p:cNvSpPr/>
                <p:nvPr/>
              </p:nvSpPr>
              <p:spPr>
                <a:xfrm flipH="1" flipV="1">
                  <a:off x="1565" y="2737"/>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5943" name="Arc 482"/>
                <p:cNvSpPr/>
                <p:nvPr/>
              </p:nvSpPr>
              <p:spPr>
                <a:xfrm flipH="1" flipV="1">
                  <a:off x="1565" y="261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5944" name="Arc 483"/>
                <p:cNvSpPr/>
                <p:nvPr/>
              </p:nvSpPr>
              <p:spPr>
                <a:xfrm flipH="1" flipV="1">
                  <a:off x="1565" y="298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35931" name="Group 484"/>
              <p:cNvGrpSpPr/>
              <p:nvPr/>
            </p:nvGrpSpPr>
            <p:grpSpPr>
              <a:xfrm rot="5400000">
                <a:off x="3925" y="1948"/>
                <a:ext cx="113" cy="408"/>
                <a:chOff x="1565" y="2614"/>
                <a:chExt cx="90" cy="486"/>
              </a:xfrm>
            </p:grpSpPr>
            <p:sp>
              <p:nvSpPr>
                <p:cNvPr id="35937" name="Arc 485"/>
                <p:cNvSpPr/>
                <p:nvPr/>
              </p:nvSpPr>
              <p:spPr>
                <a:xfrm flipH="1" flipV="1">
                  <a:off x="1565" y="2860"/>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5938" name="Arc 486"/>
                <p:cNvSpPr/>
                <p:nvPr/>
              </p:nvSpPr>
              <p:spPr>
                <a:xfrm flipH="1" flipV="1">
                  <a:off x="1565" y="2737"/>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5939" name="Arc 487"/>
                <p:cNvSpPr/>
                <p:nvPr/>
              </p:nvSpPr>
              <p:spPr>
                <a:xfrm flipH="1" flipV="1">
                  <a:off x="1565" y="261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5940" name="Arc 488"/>
                <p:cNvSpPr/>
                <p:nvPr/>
              </p:nvSpPr>
              <p:spPr>
                <a:xfrm flipH="1" flipV="1">
                  <a:off x="1565" y="298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35932" name="Group 489"/>
              <p:cNvGrpSpPr/>
              <p:nvPr/>
            </p:nvGrpSpPr>
            <p:grpSpPr>
              <a:xfrm rot="5400000">
                <a:off x="3889" y="1413"/>
                <a:ext cx="113" cy="408"/>
                <a:chOff x="1565" y="2614"/>
                <a:chExt cx="90" cy="486"/>
              </a:xfrm>
            </p:grpSpPr>
            <p:sp>
              <p:nvSpPr>
                <p:cNvPr id="35933" name="Arc 490"/>
                <p:cNvSpPr/>
                <p:nvPr/>
              </p:nvSpPr>
              <p:spPr>
                <a:xfrm flipH="1" flipV="1">
                  <a:off x="1565" y="2860"/>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5934" name="Arc 491"/>
                <p:cNvSpPr/>
                <p:nvPr/>
              </p:nvSpPr>
              <p:spPr>
                <a:xfrm flipH="1" flipV="1">
                  <a:off x="1565" y="2737"/>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5935" name="Arc 492"/>
                <p:cNvSpPr/>
                <p:nvPr/>
              </p:nvSpPr>
              <p:spPr>
                <a:xfrm flipH="1" flipV="1">
                  <a:off x="1565" y="261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5936" name="Arc 493"/>
                <p:cNvSpPr/>
                <p:nvPr/>
              </p:nvSpPr>
              <p:spPr>
                <a:xfrm flipH="1" flipV="1">
                  <a:off x="1565" y="2984"/>
                  <a:ext cx="90" cy="116"/>
                </a:xfrm>
                <a:custGeom>
                  <a:avLst/>
                  <a:gdLst>
                    <a:gd name="txL" fmla="*/ 0 w 22723"/>
                    <a:gd name="txT" fmla="*/ 0 h 43200"/>
                    <a:gd name="txR" fmla="*/ 22723 w 22723"/>
                    <a:gd name="txB" fmla="*/ 43200 h 43200"/>
                  </a:gdLst>
                  <a:ahLst/>
                  <a:cxnLst>
                    <a:cxn ang="0">
                      <a:pos x="0" y="0"/>
                    </a:cxn>
                    <a:cxn ang="0">
                      <a:pos x="0" y="0"/>
                    </a:cxn>
                    <a:cxn ang="0">
                      <a:pos x="0" y="0"/>
                    </a:cxn>
                  </a:cxnLst>
                  <a:rect l="txL" t="txT" r="txR" b="txB"/>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72706"/>
                                        </p:tgtEl>
                                        <p:attrNameLst>
                                          <p:attrName>style.visibility</p:attrName>
                                        </p:attrNameLst>
                                      </p:cBhvr>
                                      <p:to>
                                        <p:strVal val="visible"/>
                                      </p:to>
                                    </p:set>
                                    <p:anim calcmode="lin" valueType="num">
                                      <p:cBhvr>
                                        <p:cTn id="7" dur="1000" fill="hold"/>
                                        <p:tgtEl>
                                          <p:spTgt spid="72706"/>
                                        </p:tgtEl>
                                        <p:attrNameLst>
                                          <p:attrName>ppt_w</p:attrName>
                                        </p:attrNameLst>
                                      </p:cBhvr>
                                      <p:tavLst>
                                        <p:tav tm="0">
                                          <p:val>
                                            <p:fltVal val="0.000000"/>
                                          </p:val>
                                        </p:tav>
                                        <p:tav tm="100000">
                                          <p:val>
                                            <p:strVal val="#ppt_w"/>
                                          </p:val>
                                        </p:tav>
                                      </p:tavLst>
                                    </p:anim>
                                    <p:anim calcmode="lin" valueType="num">
                                      <p:cBhvr>
                                        <p:cTn id="8" dur="1000" fill="hold"/>
                                        <p:tgtEl>
                                          <p:spTgt spid="72706"/>
                                        </p:tgtEl>
                                        <p:attrNameLst>
                                          <p:attrName>ppt_h</p:attrName>
                                        </p:attrNameLst>
                                      </p:cBhvr>
                                      <p:tavLst>
                                        <p:tav tm="0">
                                          <p:val>
                                            <p:fltVal val="0.000000"/>
                                          </p:val>
                                        </p:tav>
                                        <p:tav tm="100000">
                                          <p:val>
                                            <p:strVal val="#ppt_h"/>
                                          </p:val>
                                        </p:tav>
                                      </p:tavLst>
                                    </p:anim>
                                    <p:anim calcmode="lin" valueType="num">
                                      <p:cBhvr>
                                        <p:cTn id="9" dur="1000" fill="hold"/>
                                        <p:tgtEl>
                                          <p:spTgt spid="72706"/>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72706"/>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blinds(horizontal)">
                                      <p:cBhvr>
                                        <p:cTn id="14" dur="500"/>
                                        <p:tgtEl>
                                          <p:spTgt spid="10"/>
                                        </p:tgtEl>
                                      </p:cBhvr>
                                    </p:animEffect>
                                  </p:childTnLst>
                                </p:cTn>
                              </p:par>
                            </p:childTnLst>
                          </p:cTn>
                        </p:par>
                        <p:par>
                          <p:cTn id="15" fill="hold">
                            <p:stCondLst>
                              <p:cond delay="1500"/>
                            </p:stCondLst>
                            <p:childTnLst>
                              <p:par>
                                <p:cTn id="16" presetID="3" presetClass="entr" presetSubtype="10" fill="hold"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linds(horizontal)">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73146"/>
                                        </p:tgtEl>
                                        <p:attrNameLst>
                                          <p:attrName>style.visibility</p:attrName>
                                        </p:attrNameLst>
                                      </p:cBhvr>
                                      <p:to>
                                        <p:strVal val="visible"/>
                                      </p:to>
                                    </p:set>
                                    <p:anim calcmode="lin" valueType="num">
                                      <p:cBhvr>
                                        <p:cTn id="23" dur="1000" fill="hold"/>
                                        <p:tgtEl>
                                          <p:spTgt spid="73146"/>
                                        </p:tgtEl>
                                        <p:attrNameLst>
                                          <p:attrName>ppt_w</p:attrName>
                                        </p:attrNameLst>
                                      </p:cBhvr>
                                      <p:tavLst>
                                        <p:tav tm="0">
                                          <p:val>
                                            <p:fltVal val="0.000000"/>
                                          </p:val>
                                        </p:tav>
                                        <p:tav tm="100000">
                                          <p:val>
                                            <p:strVal val="#ppt_w"/>
                                          </p:val>
                                        </p:tav>
                                      </p:tavLst>
                                    </p:anim>
                                    <p:anim calcmode="lin" valueType="num">
                                      <p:cBhvr>
                                        <p:cTn id="24" dur="1000" fill="hold"/>
                                        <p:tgtEl>
                                          <p:spTgt spid="73146"/>
                                        </p:tgtEl>
                                        <p:attrNameLst>
                                          <p:attrName>ppt_h</p:attrName>
                                        </p:attrNameLst>
                                      </p:cBhvr>
                                      <p:tavLst>
                                        <p:tav tm="0">
                                          <p:val>
                                            <p:fltVal val="0.000000"/>
                                          </p:val>
                                        </p:tav>
                                        <p:tav tm="100000">
                                          <p:val>
                                            <p:strVal val="#ppt_h"/>
                                          </p:val>
                                        </p:tav>
                                      </p:tavLst>
                                    </p:anim>
                                    <p:anim calcmode="lin" valueType="num">
                                      <p:cBhvr>
                                        <p:cTn id="25" dur="1000" fill="hold"/>
                                        <p:tgtEl>
                                          <p:spTgt spid="73146"/>
                                        </p:tgtEl>
                                        <p:attrNameLst>
                                          <p:attrName>ppt_x</p:attrName>
                                        </p:attrNameLst>
                                      </p:cBhvr>
                                      <p:tavLst>
                                        <p:tav tm="0" fmla="#ppt_x+(cos(-2*pi*(1-$))*-#ppt_x-sin(-2*pi*(1-$))*(1-#ppt_y))*(1-$)">
                                          <p:val>
                                            <p:fltVal val="0.000000"/>
                                          </p:val>
                                        </p:tav>
                                        <p:tav tm="100000">
                                          <p:val>
                                            <p:fltVal val="1.000000"/>
                                          </p:val>
                                        </p:tav>
                                      </p:tavLst>
                                    </p:anim>
                                    <p:anim calcmode="lin" valueType="num">
                                      <p:cBhvr>
                                        <p:cTn id="26" dur="1000" fill="hold"/>
                                        <p:tgtEl>
                                          <p:spTgt spid="73146"/>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72977"/>
                                        </p:tgtEl>
                                        <p:attrNameLst>
                                          <p:attrName>style.visibility</p:attrName>
                                        </p:attrNameLst>
                                      </p:cBhvr>
                                      <p:to>
                                        <p:strVal val="visible"/>
                                      </p:to>
                                    </p:set>
                                    <p:animEffect transition="in" filter="wipe(up)">
                                      <p:cBhvr>
                                        <p:cTn id="31" dur="1000"/>
                                        <p:tgtEl>
                                          <p:spTgt spid="72977"/>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1" fill="hold" nodeType="clickEffect">
                                  <p:stCondLst>
                                    <p:cond delay="0"/>
                                  </p:stCondLst>
                                  <p:childTnLst>
                                    <p:set>
                                      <p:cBhvr>
                                        <p:cTn id="35" dur="1" fill="hold">
                                          <p:stCondLst>
                                            <p:cond delay="0"/>
                                          </p:stCondLst>
                                        </p:cTn>
                                        <p:tgtEl>
                                          <p:spTgt spid="72974"/>
                                        </p:tgtEl>
                                        <p:attrNameLst>
                                          <p:attrName>style.visibility</p:attrName>
                                        </p:attrNameLst>
                                      </p:cBhvr>
                                      <p:to>
                                        <p:strVal val="visible"/>
                                      </p:to>
                                    </p:set>
                                    <p:animEffect transition="in" filter="slide(fromTop)">
                                      <p:cBhvr>
                                        <p:cTn id="36" dur="500"/>
                                        <p:tgtEl>
                                          <p:spTgt spid="72974"/>
                                        </p:tgtEl>
                                      </p:cBhvr>
                                    </p:animEffect>
                                  </p:childTnLst>
                                </p:cTn>
                              </p:par>
                            </p:childTnLst>
                          </p:cTn>
                        </p:par>
                        <p:par>
                          <p:cTn id="37" fill="hold">
                            <p:stCondLst>
                              <p:cond delay="500"/>
                            </p:stCondLst>
                            <p:childTnLst>
                              <p:par>
                                <p:cTn id="38" presetID="3" presetClass="entr" presetSubtype="10" fill="hold" nodeType="after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blinds(horizontal)">
                                      <p:cBhvr>
                                        <p:cTn id="4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6" grpId="0"/>
      <p:bldP spid="72977" grpId="0"/>
      <p:bldP spid="7314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4" name="Text Box 4"/>
          <p:cNvSpPr txBox="1"/>
          <p:nvPr/>
        </p:nvSpPr>
        <p:spPr>
          <a:xfrm>
            <a:off x="611188" y="476250"/>
            <a:ext cx="7993062" cy="1117600"/>
          </a:xfrm>
          <a:prstGeom prst="rect">
            <a:avLst/>
          </a:prstGeom>
          <a:noFill/>
          <a:ln w="9525">
            <a:noFill/>
          </a:ln>
        </p:spPr>
        <p:txBody>
          <a:bodyPr lIns="198000" rIns="198000">
            <a:spAutoFit/>
          </a:bodyPr>
          <a:p>
            <a:pPr>
              <a:lnSpc>
                <a:spcPct val="120000"/>
              </a:lnSpc>
            </a:pPr>
            <a:r>
              <a:rPr lang="en-US" altLang="zh-CN" sz="2800" dirty="0">
                <a:latin typeface="Arial" panose="020B0604020202020204" pitchFamily="34" charset="0"/>
              </a:rPr>
              <a:t>       </a:t>
            </a:r>
            <a:r>
              <a:rPr lang="zh-CN" altLang="en-US" sz="2800" dirty="0">
                <a:latin typeface="Arial" panose="020B0604020202020204" pitchFamily="34" charset="0"/>
              </a:rPr>
              <a:t>负载化为</a:t>
            </a:r>
            <a:r>
              <a:rPr lang="en-US" altLang="zh-CN" sz="2800" b="0" dirty="0">
                <a:solidFill>
                  <a:schemeClr val="bg1"/>
                </a:solidFill>
                <a:latin typeface="Times New Roman" panose="02020603050405020304" pitchFamily="18" charset="0"/>
                <a:sym typeface="Symbol" panose="05050102010706020507" pitchFamily="18" charset="2"/>
              </a:rPr>
              <a:t>Y</a:t>
            </a:r>
            <a:r>
              <a:rPr lang="zh-CN" altLang="en-US" sz="2800" dirty="0">
                <a:latin typeface="Arial" panose="020B0604020202020204" pitchFamily="34" charset="0"/>
              </a:rPr>
              <a:t>形联结，</a:t>
            </a:r>
            <a:r>
              <a:rPr lang="zh-CN" altLang="en-US" sz="2800" dirty="0">
                <a:latin typeface="楷体_GB2312" pitchFamily="49" charset="-122"/>
              </a:rPr>
              <a:t>根据对称性，中性线的电阻 </a:t>
            </a:r>
            <a:r>
              <a:rPr lang="en-US" altLang="zh-CN" sz="2800" b="0" i="1" dirty="0">
                <a:solidFill>
                  <a:schemeClr val="bg1"/>
                </a:solidFill>
                <a:latin typeface="Times New Roman" panose="02020603050405020304" pitchFamily="18" charset="0"/>
              </a:rPr>
              <a:t>Z</a:t>
            </a:r>
            <a:r>
              <a:rPr lang="en-US" altLang="zh-CN" sz="2800" b="0" baseline="-25000" dirty="0">
                <a:solidFill>
                  <a:schemeClr val="bg1"/>
                </a:solidFill>
                <a:latin typeface="Times New Roman" panose="02020603050405020304" pitchFamily="18" charset="0"/>
              </a:rPr>
              <a:t>n</a:t>
            </a:r>
            <a:r>
              <a:rPr lang="en-US" altLang="zh-CN" sz="2800" b="0" baseline="-25000" dirty="0">
                <a:latin typeface="Times New Roman" panose="02020603050405020304" pitchFamily="18" charset="0"/>
              </a:rPr>
              <a:t> </a:t>
            </a:r>
            <a:r>
              <a:rPr lang="zh-CN" altLang="en-US" sz="2800" dirty="0">
                <a:latin typeface="楷体_GB2312" pitchFamily="49" charset="-122"/>
              </a:rPr>
              <a:t>短路。</a:t>
            </a:r>
            <a:endParaRPr lang="zh-CN" altLang="en-US" sz="2800" dirty="0">
              <a:latin typeface="楷体_GB2312" pitchFamily="49" charset="-122"/>
            </a:endParaRPr>
          </a:p>
        </p:txBody>
      </p:sp>
      <p:graphicFrame>
        <p:nvGraphicFramePr>
          <p:cNvPr id="71707" name="Object 27"/>
          <p:cNvGraphicFramePr/>
          <p:nvPr/>
        </p:nvGraphicFramePr>
        <p:xfrm>
          <a:off x="803275" y="3068638"/>
          <a:ext cx="3362325" cy="2117725"/>
        </p:xfrm>
        <a:graphic>
          <a:graphicData uri="http://schemas.openxmlformats.org/presentationml/2006/ole">
            <mc:AlternateContent xmlns:mc="http://schemas.openxmlformats.org/markup-compatibility/2006">
              <mc:Choice xmlns:v="urn:schemas-microsoft-com:vml" Requires="v">
                <p:oleObj spid="_x0000_s3349" name="" r:id="rId1" imgW="1714500" imgH="1079500" progId="Equation.3">
                  <p:embed/>
                </p:oleObj>
              </mc:Choice>
              <mc:Fallback>
                <p:oleObj name="" r:id="rId1" imgW="1714500" imgH="1079500" progId="Equation.3">
                  <p:embed/>
                  <p:pic>
                    <p:nvPicPr>
                      <p:cNvPr id="0" name="图片 3348"/>
                      <p:cNvPicPr/>
                      <p:nvPr/>
                    </p:nvPicPr>
                    <p:blipFill>
                      <a:blip r:embed="rId2">
                        <a:clrChange>
                          <a:clrFrom>
                            <a:srgbClr val="000000"/>
                          </a:clrFrom>
                          <a:clrTo>
                            <a:srgbClr val="FFFFFF"/>
                          </a:clrTo>
                        </a:clrChange>
                      </a:blip>
                      <a:stretch>
                        <a:fillRect/>
                      </a:stretch>
                    </p:blipFill>
                    <p:spPr>
                      <a:xfrm>
                        <a:off x="803275" y="3068638"/>
                        <a:ext cx="3362325" cy="2117725"/>
                      </a:xfrm>
                      <a:prstGeom prst="rect">
                        <a:avLst/>
                      </a:prstGeom>
                      <a:noFill/>
                      <a:ln w="38100">
                        <a:noFill/>
                        <a:miter/>
                      </a:ln>
                    </p:spPr>
                  </p:pic>
                </p:oleObj>
              </mc:Fallback>
            </mc:AlternateContent>
          </a:graphicData>
        </a:graphic>
      </p:graphicFrame>
      <p:graphicFrame>
        <p:nvGraphicFramePr>
          <p:cNvPr id="71712" name="Object 32"/>
          <p:cNvGraphicFramePr/>
          <p:nvPr/>
        </p:nvGraphicFramePr>
        <p:xfrm>
          <a:off x="900113" y="1700213"/>
          <a:ext cx="2895600" cy="482600"/>
        </p:xfrm>
        <a:graphic>
          <a:graphicData uri="http://schemas.openxmlformats.org/presentationml/2006/ole">
            <mc:AlternateContent xmlns:mc="http://schemas.openxmlformats.org/markup-compatibility/2006">
              <mc:Choice xmlns:v="urn:schemas-microsoft-com:vml" Requires="v">
                <p:oleObj spid="_x0000_s3350" name="" r:id="rId3" imgW="1447165" imgH="241300" progId="Equation.3">
                  <p:embed/>
                </p:oleObj>
              </mc:Choice>
              <mc:Fallback>
                <p:oleObj name="" r:id="rId3" imgW="1447165" imgH="241300" progId="Equation.3">
                  <p:embed/>
                  <p:pic>
                    <p:nvPicPr>
                      <p:cNvPr id="0" name="图片 3349"/>
                      <p:cNvPicPr/>
                      <p:nvPr/>
                    </p:nvPicPr>
                    <p:blipFill>
                      <a:blip r:embed="rId4">
                        <a:clrChange>
                          <a:clrFrom>
                            <a:srgbClr val="000000"/>
                          </a:clrFrom>
                          <a:clrTo>
                            <a:srgbClr val="FFFFFF"/>
                          </a:clrTo>
                        </a:clrChange>
                      </a:blip>
                      <a:stretch>
                        <a:fillRect/>
                      </a:stretch>
                    </p:blipFill>
                    <p:spPr>
                      <a:xfrm>
                        <a:off x="900113" y="1700213"/>
                        <a:ext cx="2895600" cy="482600"/>
                      </a:xfrm>
                      <a:prstGeom prst="rect">
                        <a:avLst/>
                      </a:prstGeom>
                      <a:noFill/>
                      <a:ln w="38100">
                        <a:noFill/>
                        <a:miter/>
                      </a:ln>
                    </p:spPr>
                  </p:pic>
                </p:oleObj>
              </mc:Fallback>
            </mc:AlternateContent>
          </a:graphicData>
        </a:graphic>
      </p:graphicFrame>
      <p:grpSp>
        <p:nvGrpSpPr>
          <p:cNvPr id="2" name="Group 83"/>
          <p:cNvGrpSpPr/>
          <p:nvPr/>
        </p:nvGrpSpPr>
        <p:grpSpPr>
          <a:xfrm>
            <a:off x="4787900" y="2909888"/>
            <a:ext cx="3586163" cy="2101850"/>
            <a:chOff x="3016" y="1833"/>
            <a:chExt cx="2259" cy="1324"/>
          </a:xfrm>
        </p:grpSpPr>
        <p:sp>
          <p:nvSpPr>
            <p:cNvPr id="36892" name="Oval 51"/>
            <p:cNvSpPr/>
            <p:nvPr/>
          </p:nvSpPr>
          <p:spPr>
            <a:xfrm>
              <a:off x="3016" y="2477"/>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36893" name="Rectangle 61"/>
            <p:cNvSpPr/>
            <p:nvPr/>
          </p:nvSpPr>
          <p:spPr>
            <a:xfrm>
              <a:off x="3197" y="2250"/>
              <a:ext cx="1724" cy="907"/>
            </a:xfrm>
            <a:prstGeom prst="rect">
              <a:avLst/>
            </a:prstGeom>
            <a:noFill/>
            <a:ln w="28575" cap="flat" cmpd="sng">
              <a:solidFill>
                <a:srgbClr val="FFCC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6894" name="Text Box 47"/>
            <p:cNvSpPr txBox="1"/>
            <p:nvPr/>
          </p:nvSpPr>
          <p:spPr>
            <a:xfrm>
              <a:off x="3379" y="1887"/>
              <a:ext cx="317" cy="327"/>
            </a:xfrm>
            <a:prstGeom prst="rect">
              <a:avLst/>
            </a:prstGeom>
            <a:noFill/>
            <a:ln w="28575">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1</a:t>
              </a:r>
              <a:endParaRPr lang="en-US" altLang="zh-CN" sz="2800" b="0" dirty="0">
                <a:solidFill>
                  <a:schemeClr val="bg1"/>
                </a:solidFill>
                <a:latin typeface="Times New Roman" panose="02020603050405020304" pitchFamily="18" charset="0"/>
                <a:ea typeface="宋体" panose="02010600030101010101" pitchFamily="2" charset="-122"/>
              </a:endParaRPr>
            </a:p>
          </p:txBody>
        </p:sp>
        <p:graphicFrame>
          <p:nvGraphicFramePr>
            <p:cNvPr id="36870" name="Object 48"/>
            <p:cNvGraphicFramePr/>
            <p:nvPr/>
          </p:nvGraphicFramePr>
          <p:xfrm>
            <a:off x="4468" y="1842"/>
            <a:ext cx="339" cy="413"/>
          </p:xfrm>
          <a:graphic>
            <a:graphicData uri="http://schemas.openxmlformats.org/presentationml/2006/ole">
              <mc:AlternateContent xmlns:mc="http://schemas.openxmlformats.org/markup-compatibility/2006">
                <mc:Choice xmlns:v="urn:schemas-microsoft-com:vml" Requires="v">
                  <p:oleObj spid="_x0000_s3346" name="" r:id="rId5" imgW="241300" imgH="292100" progId="Equation.3">
                    <p:embed/>
                  </p:oleObj>
                </mc:Choice>
                <mc:Fallback>
                  <p:oleObj name="" r:id="rId5" imgW="241300" imgH="292100" progId="Equation.3">
                    <p:embed/>
                    <p:pic>
                      <p:nvPicPr>
                        <p:cNvPr id="0" name="图片 3345"/>
                        <p:cNvPicPr/>
                        <p:nvPr/>
                      </p:nvPicPr>
                      <p:blipFill>
                        <a:blip r:embed="rId6">
                          <a:clrChange>
                            <a:clrFrom>
                              <a:srgbClr val="000000"/>
                            </a:clrFrom>
                            <a:clrTo>
                              <a:srgbClr val="FFFFFF"/>
                            </a:clrTo>
                          </a:clrChange>
                        </a:blip>
                        <a:stretch>
                          <a:fillRect/>
                        </a:stretch>
                      </p:blipFill>
                      <p:spPr>
                        <a:xfrm>
                          <a:off x="4468" y="1842"/>
                          <a:ext cx="339" cy="413"/>
                        </a:xfrm>
                        <a:prstGeom prst="rect">
                          <a:avLst/>
                        </a:prstGeom>
                        <a:noFill/>
                        <a:ln w="38100">
                          <a:noFill/>
                          <a:miter/>
                        </a:ln>
                      </p:spPr>
                    </p:pic>
                  </p:oleObj>
                </mc:Fallback>
              </mc:AlternateContent>
            </a:graphicData>
          </a:graphic>
        </p:graphicFrame>
        <p:sp>
          <p:nvSpPr>
            <p:cNvPr id="36895" name="Text Box 49"/>
            <p:cNvSpPr txBox="1"/>
            <p:nvPr/>
          </p:nvSpPr>
          <p:spPr>
            <a:xfrm>
              <a:off x="4241" y="2522"/>
              <a:ext cx="491" cy="327"/>
            </a:xfrm>
            <a:prstGeom prst="rect">
              <a:avLst/>
            </a:prstGeom>
            <a:noFill/>
            <a:ln w="28575">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2</a:t>
              </a:r>
              <a:r>
                <a:rPr lang="en-US" altLang="zh-CN" sz="2800" b="0" dirty="0">
                  <a:solidFill>
                    <a:schemeClr val="bg1"/>
                  </a:solidFill>
                  <a:latin typeface="Times New Roman" panose="02020603050405020304" pitchFamily="18" charset="0"/>
                  <a:ea typeface="宋体" panose="02010600030101010101" pitchFamily="2" charset="-122"/>
                </a:rPr>
                <a:t>/3</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6896" name="Text Box 50"/>
            <p:cNvSpPr txBox="1"/>
            <p:nvPr/>
          </p:nvSpPr>
          <p:spPr>
            <a:xfrm>
              <a:off x="4958" y="2477"/>
              <a:ext cx="317" cy="327"/>
            </a:xfrm>
            <a:prstGeom prst="rect">
              <a:avLst/>
            </a:prstGeom>
            <a:noFill/>
            <a:ln w="28575">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3</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6897" name="Line 52"/>
            <p:cNvSpPr/>
            <p:nvPr/>
          </p:nvSpPr>
          <p:spPr>
            <a:xfrm>
              <a:off x="4212" y="2250"/>
              <a:ext cx="0" cy="907"/>
            </a:xfrm>
            <a:prstGeom prst="line">
              <a:avLst/>
            </a:prstGeom>
            <a:ln w="28575" cap="flat" cmpd="sng">
              <a:solidFill>
                <a:srgbClr val="FFCC00"/>
              </a:solidFill>
              <a:prstDash val="solid"/>
              <a:headEnd type="oval" w="med" len="med"/>
              <a:tailEnd type="oval" w="med" len="med"/>
            </a:ln>
          </p:spPr>
        </p:sp>
        <p:sp>
          <p:nvSpPr>
            <p:cNvPr id="36898" name="Text Box 53"/>
            <p:cNvSpPr txBox="1"/>
            <p:nvPr/>
          </p:nvSpPr>
          <p:spPr>
            <a:xfrm>
              <a:off x="3288" y="2250"/>
              <a:ext cx="244" cy="327"/>
            </a:xfrm>
            <a:prstGeom prst="rect">
              <a:avLst/>
            </a:prstGeom>
            <a:noFill/>
            <a:ln w="38100">
              <a:noFill/>
            </a:ln>
          </p:spPr>
          <p:txBody>
            <a:bodyPr wrap="none" anchor="ctr" anchorCtr="0">
              <a:spAutoFit/>
            </a:bodyPr>
            <a:p>
              <a:pPr algn="ctr" eaLnBrk="0" hangingPunct="0">
                <a:spcBef>
                  <a:spcPct val="50000"/>
                </a:spcBef>
              </a:pPr>
              <a:r>
                <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36899" name="Text Box 54"/>
            <p:cNvSpPr txBox="1"/>
            <p:nvPr/>
          </p:nvSpPr>
          <p:spPr>
            <a:xfrm>
              <a:off x="3288" y="2794"/>
              <a:ext cx="212" cy="327"/>
            </a:xfrm>
            <a:prstGeom prst="rect">
              <a:avLst/>
            </a:prstGeom>
            <a:noFill/>
            <a:ln w="38100">
              <a:noFill/>
            </a:ln>
          </p:spPr>
          <p:txBody>
            <a:bodyPr anchor="ctr" anchorCtr="0">
              <a:spAutoFit/>
            </a:bodyPr>
            <a:p>
              <a:pPr algn="ctr" eaLnBrk="0" hangingPunct="0">
                <a:spcBef>
                  <a:spcPct val="50000"/>
                </a:spcBef>
              </a:pPr>
              <a:r>
                <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_</a:t>
              </a:r>
              <a:endPar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graphicFrame>
          <p:nvGraphicFramePr>
            <p:cNvPr id="36871" name="Object 55"/>
            <p:cNvGraphicFramePr/>
            <p:nvPr/>
          </p:nvGraphicFramePr>
          <p:xfrm>
            <a:off x="3379" y="2477"/>
            <a:ext cx="401" cy="417"/>
          </p:xfrm>
          <a:graphic>
            <a:graphicData uri="http://schemas.openxmlformats.org/presentationml/2006/ole">
              <mc:AlternateContent xmlns:mc="http://schemas.openxmlformats.org/markup-compatibility/2006">
                <mc:Choice xmlns:v="urn:schemas-microsoft-com:vml" Requires="v">
                  <p:oleObj spid="_x0000_s3348" name="" r:id="rId7" imgW="317500" imgH="330200" progId="Equation.3">
                    <p:embed/>
                  </p:oleObj>
                </mc:Choice>
                <mc:Fallback>
                  <p:oleObj name="" r:id="rId7" imgW="317500" imgH="330200" progId="Equation.3">
                    <p:embed/>
                    <p:pic>
                      <p:nvPicPr>
                        <p:cNvPr id="0" name="图片 3347"/>
                        <p:cNvPicPr/>
                        <p:nvPr/>
                      </p:nvPicPr>
                      <p:blipFill>
                        <a:blip r:embed="rId8">
                          <a:clrChange>
                            <a:clrFrom>
                              <a:srgbClr val="000000"/>
                            </a:clrFrom>
                            <a:clrTo>
                              <a:srgbClr val="FFFFFF"/>
                            </a:clrTo>
                          </a:clrChange>
                        </a:blip>
                        <a:stretch>
                          <a:fillRect/>
                        </a:stretch>
                      </p:blipFill>
                      <p:spPr>
                        <a:xfrm>
                          <a:off x="3379" y="2477"/>
                          <a:ext cx="401" cy="417"/>
                        </a:xfrm>
                        <a:prstGeom prst="rect">
                          <a:avLst/>
                        </a:prstGeom>
                        <a:noFill/>
                        <a:ln w="38100">
                          <a:noFill/>
                          <a:miter/>
                        </a:ln>
                      </p:spPr>
                    </p:pic>
                  </p:oleObj>
                </mc:Fallback>
              </mc:AlternateContent>
            </a:graphicData>
          </a:graphic>
        </p:graphicFrame>
        <p:graphicFrame>
          <p:nvGraphicFramePr>
            <p:cNvPr id="36872" name="Object 56"/>
            <p:cNvGraphicFramePr/>
            <p:nvPr/>
          </p:nvGraphicFramePr>
          <p:xfrm>
            <a:off x="3878" y="2613"/>
            <a:ext cx="304" cy="448"/>
          </p:xfrm>
          <a:graphic>
            <a:graphicData uri="http://schemas.openxmlformats.org/presentationml/2006/ole">
              <mc:AlternateContent xmlns:mc="http://schemas.openxmlformats.org/markup-compatibility/2006">
                <mc:Choice xmlns:v="urn:schemas-microsoft-com:vml" Requires="v">
                  <p:oleObj spid="_x0000_s3345" name="" r:id="rId9" imgW="241300" imgH="355600" progId="Equation.3">
                    <p:embed/>
                  </p:oleObj>
                </mc:Choice>
                <mc:Fallback>
                  <p:oleObj name="" r:id="rId9" imgW="241300" imgH="355600" progId="Equation.3">
                    <p:embed/>
                    <p:pic>
                      <p:nvPicPr>
                        <p:cNvPr id="0" name="图片 3344"/>
                        <p:cNvPicPr/>
                        <p:nvPr/>
                      </p:nvPicPr>
                      <p:blipFill>
                        <a:blip r:embed="rId10">
                          <a:clrChange>
                            <a:clrFrom>
                              <a:srgbClr val="000000"/>
                            </a:clrFrom>
                            <a:clrTo>
                              <a:srgbClr val="FFFFFF"/>
                            </a:clrTo>
                          </a:clrChange>
                        </a:blip>
                        <a:stretch>
                          <a:fillRect/>
                        </a:stretch>
                      </p:blipFill>
                      <p:spPr>
                        <a:xfrm>
                          <a:off x="3878" y="2613"/>
                          <a:ext cx="304" cy="448"/>
                        </a:xfrm>
                        <a:prstGeom prst="rect">
                          <a:avLst/>
                        </a:prstGeom>
                        <a:noFill/>
                        <a:ln w="38100">
                          <a:noFill/>
                          <a:miter/>
                        </a:ln>
                      </p:spPr>
                    </p:pic>
                  </p:oleObj>
                </mc:Fallback>
              </mc:AlternateContent>
            </a:graphicData>
          </a:graphic>
        </p:graphicFrame>
        <p:sp>
          <p:nvSpPr>
            <p:cNvPr id="36900" name="Line 57"/>
            <p:cNvSpPr/>
            <p:nvPr/>
          </p:nvSpPr>
          <p:spPr>
            <a:xfrm>
              <a:off x="4214" y="2840"/>
              <a:ext cx="0" cy="277"/>
            </a:xfrm>
            <a:prstGeom prst="line">
              <a:avLst/>
            </a:prstGeom>
            <a:ln w="28575" cap="flat" cmpd="sng">
              <a:solidFill>
                <a:srgbClr val="00FFFF"/>
              </a:solidFill>
              <a:prstDash val="solid"/>
              <a:headEnd type="none" w="med" len="med"/>
              <a:tailEnd type="triangle" w="med" len="med"/>
            </a:ln>
          </p:spPr>
        </p:sp>
        <p:sp>
          <p:nvSpPr>
            <p:cNvPr id="36901" name="Line 58"/>
            <p:cNvSpPr/>
            <p:nvPr/>
          </p:nvSpPr>
          <p:spPr>
            <a:xfrm>
              <a:off x="3787" y="2251"/>
              <a:ext cx="336" cy="0"/>
            </a:xfrm>
            <a:prstGeom prst="line">
              <a:avLst/>
            </a:prstGeom>
            <a:ln w="28575" cap="flat" cmpd="sng">
              <a:solidFill>
                <a:srgbClr val="00FFFF"/>
              </a:solidFill>
              <a:prstDash val="solid"/>
              <a:headEnd type="none" w="med" len="med"/>
              <a:tailEnd type="triangle" w="med" len="med"/>
            </a:ln>
          </p:spPr>
        </p:sp>
        <p:graphicFrame>
          <p:nvGraphicFramePr>
            <p:cNvPr id="36873" name="Object 59"/>
            <p:cNvGraphicFramePr/>
            <p:nvPr/>
          </p:nvGraphicFramePr>
          <p:xfrm>
            <a:off x="3833" y="1833"/>
            <a:ext cx="304" cy="418"/>
          </p:xfrm>
          <a:graphic>
            <a:graphicData uri="http://schemas.openxmlformats.org/presentationml/2006/ole">
              <mc:AlternateContent xmlns:mc="http://schemas.openxmlformats.org/markup-compatibility/2006">
                <mc:Choice xmlns:v="urn:schemas-microsoft-com:vml" Requires="v">
                  <p:oleObj spid="_x0000_s3347" name="" r:id="rId11" imgW="241300" imgH="330200" progId="Equation.3">
                    <p:embed/>
                  </p:oleObj>
                </mc:Choice>
                <mc:Fallback>
                  <p:oleObj name="" r:id="rId11" imgW="241300" imgH="330200" progId="Equation.3">
                    <p:embed/>
                    <p:pic>
                      <p:nvPicPr>
                        <p:cNvPr id="0" name="图片 3346"/>
                        <p:cNvPicPr/>
                        <p:nvPr/>
                      </p:nvPicPr>
                      <p:blipFill>
                        <a:blip r:embed="rId12">
                          <a:clrChange>
                            <a:clrFrom>
                              <a:srgbClr val="000000"/>
                            </a:clrFrom>
                            <a:clrTo>
                              <a:srgbClr val="FFFFFF"/>
                            </a:clrTo>
                          </a:clrChange>
                        </a:blip>
                        <a:stretch>
                          <a:fillRect/>
                        </a:stretch>
                      </p:blipFill>
                      <p:spPr>
                        <a:xfrm>
                          <a:off x="3833" y="1833"/>
                          <a:ext cx="304" cy="418"/>
                        </a:xfrm>
                        <a:prstGeom prst="rect">
                          <a:avLst/>
                        </a:prstGeom>
                        <a:noFill/>
                        <a:ln w="38100">
                          <a:noFill/>
                          <a:miter/>
                        </a:ln>
                      </p:spPr>
                    </p:pic>
                  </p:oleObj>
                </mc:Fallback>
              </mc:AlternateContent>
            </a:graphicData>
          </a:graphic>
        </p:graphicFrame>
        <p:sp>
          <p:nvSpPr>
            <p:cNvPr id="36902" name="Line 60"/>
            <p:cNvSpPr/>
            <p:nvPr/>
          </p:nvSpPr>
          <p:spPr>
            <a:xfrm>
              <a:off x="4468" y="2251"/>
              <a:ext cx="276" cy="0"/>
            </a:xfrm>
            <a:prstGeom prst="line">
              <a:avLst/>
            </a:prstGeom>
            <a:ln w="28575" cap="flat" cmpd="sng">
              <a:solidFill>
                <a:srgbClr val="00FFFF"/>
              </a:solidFill>
              <a:prstDash val="solid"/>
              <a:headEnd type="none" w="med" len="med"/>
              <a:tailEnd type="triangle" w="med" len="med"/>
            </a:ln>
          </p:spPr>
        </p:sp>
        <p:sp>
          <p:nvSpPr>
            <p:cNvPr id="36903" name="Rectangle 62"/>
            <p:cNvSpPr/>
            <p:nvPr/>
          </p:nvSpPr>
          <p:spPr>
            <a:xfrm>
              <a:off x="4148" y="2477"/>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36904" name="Rectangle 63"/>
            <p:cNvSpPr/>
            <p:nvPr/>
          </p:nvSpPr>
          <p:spPr>
            <a:xfrm>
              <a:off x="4857" y="2477"/>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36905" name="Rectangle 64"/>
            <p:cNvSpPr/>
            <p:nvPr/>
          </p:nvSpPr>
          <p:spPr>
            <a:xfrm>
              <a:off x="3379" y="2205"/>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36876" name="Group 74"/>
          <p:cNvGrpSpPr/>
          <p:nvPr/>
        </p:nvGrpSpPr>
        <p:grpSpPr>
          <a:xfrm>
            <a:off x="8316913" y="6445250"/>
            <a:ext cx="792162" cy="366713"/>
            <a:chOff x="5193" y="4020"/>
            <a:chExt cx="499" cy="231"/>
          </a:xfrm>
        </p:grpSpPr>
        <p:pic>
          <p:nvPicPr>
            <p:cNvPr id="36890" name="Picture 75" descr="78900"/>
            <p:cNvPicPr>
              <a:picLocks noChangeAspect="1"/>
            </p:cNvPicPr>
            <p:nvPr/>
          </p:nvPicPr>
          <p:blipFill>
            <a:blip r:embed="rId13"/>
            <a:stretch>
              <a:fillRect/>
            </a:stretch>
          </p:blipFill>
          <p:spPr>
            <a:xfrm>
              <a:off x="5193" y="4066"/>
              <a:ext cx="499" cy="181"/>
            </a:xfrm>
            <a:prstGeom prst="rect">
              <a:avLst/>
            </a:prstGeom>
            <a:noFill/>
            <a:ln w="9525">
              <a:noFill/>
            </a:ln>
          </p:spPr>
        </p:pic>
        <p:sp>
          <p:nvSpPr>
            <p:cNvPr id="36891" name="Text Box 76">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6877" name="Group 77"/>
          <p:cNvGrpSpPr/>
          <p:nvPr/>
        </p:nvGrpSpPr>
        <p:grpSpPr>
          <a:xfrm>
            <a:off x="7451725" y="6445250"/>
            <a:ext cx="792163" cy="366713"/>
            <a:chOff x="5193" y="4020"/>
            <a:chExt cx="499" cy="231"/>
          </a:xfrm>
        </p:grpSpPr>
        <p:pic>
          <p:nvPicPr>
            <p:cNvPr id="36888" name="Picture 78" descr="78900"/>
            <p:cNvPicPr>
              <a:picLocks noChangeAspect="1"/>
            </p:cNvPicPr>
            <p:nvPr/>
          </p:nvPicPr>
          <p:blipFill>
            <a:blip r:embed="rId13"/>
            <a:stretch>
              <a:fillRect/>
            </a:stretch>
          </p:blipFill>
          <p:spPr>
            <a:xfrm>
              <a:off x="5193" y="4066"/>
              <a:ext cx="499" cy="181"/>
            </a:xfrm>
            <a:prstGeom prst="rect">
              <a:avLst/>
            </a:prstGeom>
            <a:noFill/>
            <a:ln w="9525">
              <a:noFill/>
            </a:ln>
          </p:spPr>
        </p:pic>
        <p:sp>
          <p:nvSpPr>
            <p:cNvPr id="36889" name="Text Box 79">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6878" name="Group 80"/>
          <p:cNvGrpSpPr/>
          <p:nvPr/>
        </p:nvGrpSpPr>
        <p:grpSpPr>
          <a:xfrm>
            <a:off x="6588125" y="6446838"/>
            <a:ext cx="792163" cy="366712"/>
            <a:chOff x="4695" y="4061"/>
            <a:chExt cx="499" cy="231"/>
          </a:xfrm>
        </p:grpSpPr>
        <p:pic>
          <p:nvPicPr>
            <p:cNvPr id="36886" name="Picture 81" descr="78900"/>
            <p:cNvPicPr>
              <a:picLocks noChangeAspect="1"/>
            </p:cNvPicPr>
            <p:nvPr/>
          </p:nvPicPr>
          <p:blipFill>
            <a:blip r:embed="rId13"/>
            <a:stretch>
              <a:fillRect/>
            </a:stretch>
          </p:blipFill>
          <p:spPr>
            <a:xfrm>
              <a:off x="4695" y="4107"/>
              <a:ext cx="499" cy="181"/>
            </a:xfrm>
            <a:prstGeom prst="rect">
              <a:avLst/>
            </a:prstGeom>
            <a:noFill/>
            <a:ln w="9525">
              <a:noFill/>
            </a:ln>
          </p:spPr>
        </p:pic>
        <p:sp>
          <p:nvSpPr>
            <p:cNvPr id="36887" name="Text Box 82">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 name="Group 91"/>
          <p:cNvGrpSpPr/>
          <p:nvPr/>
        </p:nvGrpSpPr>
        <p:grpSpPr>
          <a:xfrm>
            <a:off x="827088" y="2205038"/>
            <a:ext cx="4879975" cy="914400"/>
            <a:chOff x="521" y="1389"/>
            <a:chExt cx="3074" cy="576"/>
          </a:xfrm>
        </p:grpSpPr>
        <p:graphicFrame>
          <p:nvGraphicFramePr>
            <p:cNvPr id="36869" name="Object 26"/>
            <p:cNvGraphicFramePr/>
            <p:nvPr/>
          </p:nvGraphicFramePr>
          <p:xfrm>
            <a:off x="521" y="1389"/>
            <a:ext cx="3074" cy="576"/>
          </p:xfrm>
          <a:graphic>
            <a:graphicData uri="http://schemas.openxmlformats.org/presentationml/2006/ole">
              <mc:AlternateContent xmlns:mc="http://schemas.openxmlformats.org/markup-compatibility/2006">
                <mc:Choice xmlns:v="urn:schemas-microsoft-com:vml" Requires="v">
                  <p:oleObj spid="_x0000_s3351" name="" r:id="rId14" imgW="2286000" imgH="457200" progId="Equation.DSMT4">
                    <p:embed/>
                  </p:oleObj>
                </mc:Choice>
                <mc:Fallback>
                  <p:oleObj name="" r:id="rId14" imgW="2286000" imgH="457200" progId="Equation.DSMT4">
                    <p:embed/>
                    <p:pic>
                      <p:nvPicPr>
                        <p:cNvPr id="0" name="图片 3350"/>
                        <p:cNvPicPr/>
                        <p:nvPr/>
                      </p:nvPicPr>
                      <p:blipFill>
                        <a:blip r:embed="rId15">
                          <a:clrChange>
                            <a:clrFrom>
                              <a:srgbClr val="000000"/>
                            </a:clrFrom>
                            <a:clrTo>
                              <a:srgbClr val="FFFFFF"/>
                            </a:clrTo>
                          </a:clrChange>
                        </a:blip>
                        <a:stretch>
                          <a:fillRect/>
                        </a:stretch>
                      </p:blipFill>
                      <p:spPr>
                        <a:xfrm>
                          <a:off x="521" y="1389"/>
                          <a:ext cx="3074" cy="576"/>
                        </a:xfrm>
                        <a:prstGeom prst="rect">
                          <a:avLst/>
                        </a:prstGeom>
                        <a:noFill/>
                        <a:ln w="38100">
                          <a:noFill/>
                          <a:miter/>
                        </a:ln>
                      </p:spPr>
                    </p:pic>
                  </p:oleObj>
                </mc:Fallback>
              </mc:AlternateContent>
            </a:graphicData>
          </a:graphic>
        </p:graphicFrame>
        <p:sp>
          <p:nvSpPr>
            <p:cNvPr id="36883" name="Line 84"/>
            <p:cNvSpPr/>
            <p:nvPr/>
          </p:nvSpPr>
          <p:spPr>
            <a:xfrm>
              <a:off x="2835" y="1770"/>
              <a:ext cx="409" cy="0"/>
            </a:xfrm>
            <a:prstGeom prst="line">
              <a:avLst/>
            </a:prstGeom>
            <a:ln w="9525" cap="flat" cmpd="sng">
              <a:solidFill>
                <a:schemeClr val="bg1"/>
              </a:solidFill>
              <a:prstDash val="solid"/>
              <a:headEnd type="none" w="med" len="med"/>
              <a:tailEnd type="none" w="med" len="med"/>
            </a:ln>
          </p:spPr>
        </p:sp>
        <p:sp>
          <p:nvSpPr>
            <p:cNvPr id="36884" name="Line 85"/>
            <p:cNvSpPr/>
            <p:nvPr/>
          </p:nvSpPr>
          <p:spPr>
            <a:xfrm flipV="1">
              <a:off x="1898" y="1562"/>
              <a:ext cx="91" cy="227"/>
            </a:xfrm>
            <a:prstGeom prst="line">
              <a:avLst/>
            </a:prstGeom>
            <a:ln w="9525" cap="flat" cmpd="sng">
              <a:solidFill>
                <a:schemeClr val="bg1"/>
              </a:solidFill>
              <a:prstDash val="solid"/>
              <a:headEnd type="none" w="med" len="med"/>
              <a:tailEnd type="none" w="med" len="med"/>
            </a:ln>
          </p:spPr>
        </p:sp>
        <p:sp>
          <p:nvSpPr>
            <p:cNvPr id="36885" name="Line 86"/>
            <p:cNvSpPr/>
            <p:nvPr/>
          </p:nvSpPr>
          <p:spPr>
            <a:xfrm>
              <a:off x="1898" y="1789"/>
              <a:ext cx="590" cy="0"/>
            </a:xfrm>
            <a:prstGeom prst="line">
              <a:avLst/>
            </a:prstGeom>
            <a:ln w="9525" cap="flat" cmpd="sng">
              <a:solidFill>
                <a:schemeClr val="bg1"/>
              </a:solidFill>
              <a:prstDash val="solid"/>
              <a:headEnd type="none" w="med" len="med"/>
              <a:tailEnd type="none" w="med" len="med"/>
            </a:ln>
          </p:spPr>
        </p:sp>
      </p:grpSp>
      <p:grpSp>
        <p:nvGrpSpPr>
          <p:cNvPr id="7" name="Group 89"/>
          <p:cNvGrpSpPr/>
          <p:nvPr/>
        </p:nvGrpSpPr>
        <p:grpSpPr>
          <a:xfrm>
            <a:off x="684213" y="5300663"/>
            <a:ext cx="4087812" cy="935037"/>
            <a:chOff x="439" y="3294"/>
            <a:chExt cx="2575" cy="589"/>
          </a:xfrm>
        </p:grpSpPr>
        <p:graphicFrame>
          <p:nvGraphicFramePr>
            <p:cNvPr id="36868" name="Object 28"/>
            <p:cNvGraphicFramePr/>
            <p:nvPr/>
          </p:nvGraphicFramePr>
          <p:xfrm>
            <a:off x="439" y="3294"/>
            <a:ext cx="2575" cy="589"/>
          </p:xfrm>
          <a:graphic>
            <a:graphicData uri="http://schemas.openxmlformats.org/presentationml/2006/ole">
              <mc:AlternateContent xmlns:mc="http://schemas.openxmlformats.org/markup-compatibility/2006">
                <mc:Choice xmlns:v="urn:schemas-microsoft-com:vml" Requires="v">
                  <p:oleObj spid="_x0000_s3352" name="" r:id="rId16" imgW="2044700" imgH="469900" progId="Equation.3">
                    <p:embed/>
                  </p:oleObj>
                </mc:Choice>
                <mc:Fallback>
                  <p:oleObj name="" r:id="rId16" imgW="2044700" imgH="469900" progId="Equation.3">
                    <p:embed/>
                    <p:pic>
                      <p:nvPicPr>
                        <p:cNvPr id="0" name="图片 3351"/>
                        <p:cNvPicPr/>
                        <p:nvPr/>
                      </p:nvPicPr>
                      <p:blipFill>
                        <a:blip r:embed="rId17">
                          <a:clrChange>
                            <a:clrFrom>
                              <a:srgbClr val="000000"/>
                            </a:clrFrom>
                            <a:clrTo>
                              <a:srgbClr val="FFFFFF"/>
                            </a:clrTo>
                          </a:clrChange>
                        </a:blip>
                        <a:stretch>
                          <a:fillRect/>
                        </a:stretch>
                      </p:blipFill>
                      <p:spPr>
                        <a:xfrm>
                          <a:off x="439" y="3294"/>
                          <a:ext cx="2575" cy="589"/>
                        </a:xfrm>
                        <a:prstGeom prst="rect">
                          <a:avLst/>
                        </a:prstGeom>
                        <a:noFill/>
                        <a:ln w="38100">
                          <a:noFill/>
                          <a:miter/>
                        </a:ln>
                      </p:spPr>
                    </p:pic>
                  </p:oleObj>
                </mc:Fallback>
              </mc:AlternateContent>
            </a:graphicData>
          </a:graphic>
        </p:graphicFrame>
        <p:sp>
          <p:nvSpPr>
            <p:cNvPr id="36881" name="Line 87"/>
            <p:cNvSpPr/>
            <p:nvPr/>
          </p:nvSpPr>
          <p:spPr>
            <a:xfrm flipV="1">
              <a:off x="2608" y="3430"/>
              <a:ext cx="90" cy="272"/>
            </a:xfrm>
            <a:prstGeom prst="line">
              <a:avLst/>
            </a:prstGeom>
            <a:ln w="9525" cap="flat" cmpd="sng">
              <a:solidFill>
                <a:schemeClr val="bg1"/>
              </a:solidFill>
              <a:prstDash val="solid"/>
              <a:headEnd type="none" w="med" len="med"/>
              <a:tailEnd type="none" w="med" len="med"/>
            </a:ln>
          </p:spPr>
        </p:sp>
        <p:sp>
          <p:nvSpPr>
            <p:cNvPr id="36882" name="Line 88"/>
            <p:cNvSpPr/>
            <p:nvPr/>
          </p:nvSpPr>
          <p:spPr>
            <a:xfrm>
              <a:off x="2608" y="3702"/>
              <a:ext cx="363" cy="0"/>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1684"/>
                                        </p:tgtEl>
                                        <p:attrNameLst>
                                          <p:attrName>style.visibility</p:attrName>
                                        </p:attrNameLst>
                                      </p:cBhvr>
                                      <p:to>
                                        <p:strVal val="visible"/>
                                      </p:to>
                                    </p:set>
                                    <p:animEffect transition="in" filter="wipe(left)">
                                      <p:cBhvr>
                                        <p:cTn id="7" dur="2000"/>
                                        <p:tgtEl>
                                          <p:spTgt spid="7168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1712"/>
                                        </p:tgtEl>
                                        <p:attrNameLst>
                                          <p:attrName>style.visibility</p:attrName>
                                        </p:attrNameLst>
                                      </p:cBhvr>
                                      <p:to>
                                        <p:strVal val="visible"/>
                                      </p:to>
                                    </p:set>
                                    <p:animEffect transition="in" filter="wipe(left)">
                                      <p:cBhvr>
                                        <p:cTn id="17" dur="2000"/>
                                        <p:tgtEl>
                                          <p:spTgt spid="717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1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2" fill="hold" nodeType="clickEffect">
                                  <p:stCondLst>
                                    <p:cond delay="0"/>
                                  </p:stCondLst>
                                  <p:childTnLst>
                                    <p:set>
                                      <p:cBhvr>
                                        <p:cTn id="26" dur="1" fill="hold">
                                          <p:stCondLst>
                                            <p:cond delay="0"/>
                                          </p:stCondLst>
                                        </p:cTn>
                                        <p:tgtEl>
                                          <p:spTgt spid="71707"/>
                                        </p:tgtEl>
                                        <p:attrNameLst>
                                          <p:attrName>style.visibility</p:attrName>
                                        </p:attrNameLst>
                                      </p:cBhvr>
                                      <p:to>
                                        <p:strVal val="visible"/>
                                      </p:to>
                                    </p:set>
                                    <p:animEffect transition="in" filter="slide(fromRight)">
                                      <p:cBhvr>
                                        <p:cTn id="27" dur="2000"/>
                                        <p:tgtEl>
                                          <p:spTgt spid="71707"/>
                                        </p:tgtEl>
                                      </p:cBhvr>
                                    </p:animEffect>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p:cTn id="32" dur="1000" fill="hold"/>
                                        <p:tgtEl>
                                          <p:spTgt spid="7"/>
                                        </p:tgtEl>
                                        <p:attrNameLst>
                                          <p:attrName>ppt_w</p:attrName>
                                        </p:attrNameLst>
                                      </p:cBhvr>
                                      <p:tavLst>
                                        <p:tav tm="0">
                                          <p:val>
                                            <p:strVal val="#ppt_w*0.70"/>
                                          </p:val>
                                        </p:tav>
                                        <p:tav tm="100000">
                                          <p:val>
                                            <p:strVal val="#ppt_w"/>
                                          </p:val>
                                        </p:tav>
                                      </p:tavLst>
                                    </p:anim>
                                    <p:anim calcmode="lin" valueType="num">
                                      <p:cBhvr>
                                        <p:cTn id="33" dur="1000" fill="hold"/>
                                        <p:tgtEl>
                                          <p:spTgt spid="7"/>
                                        </p:tgtEl>
                                        <p:attrNameLst>
                                          <p:attrName>ppt_h</p:attrName>
                                        </p:attrNameLst>
                                      </p:cBhvr>
                                      <p:tavLst>
                                        <p:tav tm="0">
                                          <p:val>
                                            <p:strVal val="#ppt_h"/>
                                          </p:val>
                                        </p:tav>
                                        <p:tav tm="100000">
                                          <p:val>
                                            <p:strVal val="#ppt_h"/>
                                          </p:val>
                                        </p:tav>
                                      </p:tavLst>
                                    </p:anim>
                                    <p:animEffect transition="in" filter="fade">
                                      <p:cBhvr>
                                        <p:cTn id="34"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Text Box 2"/>
          <p:cNvSpPr txBox="1"/>
          <p:nvPr/>
        </p:nvSpPr>
        <p:spPr>
          <a:xfrm>
            <a:off x="1279525" y="2133600"/>
            <a:ext cx="7864475" cy="519113"/>
          </a:xfrm>
          <a:prstGeom prst="rect">
            <a:avLst/>
          </a:prstGeom>
          <a:noFill/>
          <a:ln w="9525">
            <a:noFill/>
          </a:ln>
        </p:spPr>
        <p:txBody>
          <a:bodyPr wrap="none">
            <a:spAutoFit/>
          </a:bodyPr>
          <a:p>
            <a:r>
              <a:rPr lang="zh-CN" altLang="en-US" sz="2800" dirty="0">
                <a:latin typeface="楷体_GB2312" pitchFamily="49" charset="-122"/>
              </a:rPr>
              <a:t>电源不对称（不对称程度小，系统保证其对称</a:t>
            </a:r>
            <a:r>
              <a:rPr lang="en-US" altLang="zh-CN" sz="2800" dirty="0">
                <a:latin typeface="楷体_GB2312" pitchFamily="49" charset="-122"/>
              </a:rPr>
              <a:t>)</a:t>
            </a:r>
            <a:r>
              <a:rPr lang="zh-CN" altLang="en-US" sz="2800" dirty="0">
                <a:latin typeface="楷体_GB2312" pitchFamily="49" charset="-122"/>
              </a:rPr>
              <a:t>。</a:t>
            </a:r>
            <a:endParaRPr lang="zh-CN" altLang="en-US" sz="2800" dirty="0">
              <a:latin typeface="楷体_GB2312" pitchFamily="49" charset="-122"/>
            </a:endParaRPr>
          </a:p>
        </p:txBody>
      </p:sp>
      <p:sp>
        <p:nvSpPr>
          <p:cNvPr id="70659" name="Text Box 3"/>
          <p:cNvSpPr txBox="1"/>
          <p:nvPr/>
        </p:nvSpPr>
        <p:spPr>
          <a:xfrm>
            <a:off x="1258888" y="2636838"/>
            <a:ext cx="5543550" cy="519112"/>
          </a:xfrm>
          <a:prstGeom prst="rect">
            <a:avLst/>
          </a:prstGeom>
          <a:noFill/>
          <a:ln w="9525">
            <a:noFill/>
          </a:ln>
        </p:spPr>
        <p:txBody>
          <a:bodyPr wrap="none">
            <a:spAutoFit/>
          </a:bodyPr>
          <a:p>
            <a:r>
              <a:rPr lang="zh-CN" altLang="en-US" sz="2800" dirty="0">
                <a:latin typeface="楷体_GB2312" pitchFamily="49" charset="-122"/>
              </a:rPr>
              <a:t>电路参数</a:t>
            </a:r>
            <a:r>
              <a:rPr lang="en-US" altLang="zh-CN" sz="2800" dirty="0">
                <a:latin typeface="楷体_GB2312" pitchFamily="49" charset="-122"/>
              </a:rPr>
              <a:t>(</a:t>
            </a:r>
            <a:r>
              <a:rPr lang="zh-CN" altLang="en-US" sz="2800" dirty="0">
                <a:latin typeface="楷体_GB2312" pitchFamily="49" charset="-122"/>
              </a:rPr>
              <a:t>负载</a:t>
            </a:r>
            <a:r>
              <a:rPr lang="en-US" altLang="zh-CN" sz="2800" dirty="0">
                <a:latin typeface="楷体_GB2312" pitchFamily="49" charset="-122"/>
              </a:rPr>
              <a:t>)</a:t>
            </a:r>
            <a:r>
              <a:rPr lang="zh-CN" altLang="en-US" sz="2800" dirty="0">
                <a:latin typeface="楷体_GB2312" pitchFamily="49" charset="-122"/>
              </a:rPr>
              <a:t>不对称情况很多。</a:t>
            </a:r>
            <a:endParaRPr lang="zh-CN" altLang="en-US" sz="2800" dirty="0">
              <a:latin typeface="楷体_GB2312" pitchFamily="49" charset="-122"/>
            </a:endParaRPr>
          </a:p>
        </p:txBody>
      </p:sp>
      <p:sp>
        <p:nvSpPr>
          <p:cNvPr id="70660" name="Text Box 4"/>
          <p:cNvSpPr txBox="1"/>
          <p:nvPr/>
        </p:nvSpPr>
        <p:spPr>
          <a:xfrm>
            <a:off x="1547813" y="4005263"/>
            <a:ext cx="6437312" cy="519112"/>
          </a:xfrm>
          <a:prstGeom prst="rect">
            <a:avLst/>
          </a:prstGeom>
          <a:noFill/>
          <a:ln w="9525">
            <a:noFill/>
          </a:ln>
        </p:spPr>
        <p:txBody>
          <a:bodyPr wrap="none">
            <a:spAutoFit/>
          </a:bodyPr>
          <a:p>
            <a:r>
              <a:rPr lang="zh-CN" altLang="en-US" sz="2800" dirty="0">
                <a:latin typeface="楷体_GB2312" pitchFamily="49" charset="-122"/>
              </a:rPr>
              <a:t>电源对称，负载不对称</a:t>
            </a:r>
            <a:r>
              <a:rPr lang="en-US" altLang="zh-CN" sz="2800" dirty="0">
                <a:latin typeface="楷体_GB2312" pitchFamily="49" charset="-122"/>
              </a:rPr>
              <a:t>(</a:t>
            </a:r>
            <a:r>
              <a:rPr lang="zh-CN" altLang="en-US" sz="2800" dirty="0">
                <a:latin typeface="楷体_GB2312" pitchFamily="49" charset="-122"/>
              </a:rPr>
              <a:t>低压电力网</a:t>
            </a:r>
            <a:r>
              <a:rPr lang="en-US" altLang="zh-CN" sz="2800" dirty="0">
                <a:latin typeface="楷体_GB2312" pitchFamily="49" charset="-122"/>
              </a:rPr>
              <a:t>) </a:t>
            </a:r>
            <a:r>
              <a:rPr lang="zh-CN" altLang="en-US" sz="2800" dirty="0">
                <a:latin typeface="楷体_GB2312" pitchFamily="49" charset="-122"/>
              </a:rPr>
              <a:t>。</a:t>
            </a:r>
            <a:endParaRPr lang="zh-CN" altLang="en-US" sz="2800" dirty="0">
              <a:latin typeface="楷体_GB2312" pitchFamily="49" charset="-122"/>
            </a:endParaRPr>
          </a:p>
        </p:txBody>
      </p:sp>
      <p:sp>
        <p:nvSpPr>
          <p:cNvPr id="70661" name="Text Box 5"/>
          <p:cNvSpPr txBox="1"/>
          <p:nvPr/>
        </p:nvSpPr>
        <p:spPr>
          <a:xfrm>
            <a:off x="682625" y="4797425"/>
            <a:ext cx="1863725" cy="557213"/>
          </a:xfrm>
          <a:prstGeom prst="rect">
            <a:avLst/>
          </a:prstGeom>
          <a:noFill/>
          <a:ln w="38100" cap="flat" cmpd="sng">
            <a:solidFill>
              <a:srgbClr val="00FFFF"/>
            </a:solidFill>
            <a:prstDash val="solid"/>
            <a:miter/>
            <a:headEnd type="none" w="med" len="med"/>
            <a:tailEnd type="none" w="med" len="med"/>
          </a:ln>
        </p:spPr>
        <p:txBody>
          <a:bodyPr wrap="none" lIns="198000" rIns="198000">
            <a:spAutoFit/>
          </a:bodyPr>
          <a:p>
            <a:r>
              <a:rPr lang="zh-CN" altLang="en-US" sz="2800" dirty="0">
                <a:latin typeface="楷体_GB2312" pitchFamily="49" charset="-122"/>
              </a:rPr>
              <a:t>分析方法</a:t>
            </a:r>
            <a:endParaRPr lang="zh-CN" altLang="en-US" sz="2800" dirty="0">
              <a:latin typeface="楷体_GB2312" pitchFamily="49" charset="-122"/>
            </a:endParaRPr>
          </a:p>
        </p:txBody>
      </p:sp>
      <p:sp>
        <p:nvSpPr>
          <p:cNvPr id="70662" name="Rectangle 6"/>
          <p:cNvSpPr/>
          <p:nvPr/>
        </p:nvSpPr>
        <p:spPr>
          <a:xfrm>
            <a:off x="684213" y="1484313"/>
            <a:ext cx="1506537" cy="557212"/>
          </a:xfrm>
          <a:prstGeom prst="rect">
            <a:avLst/>
          </a:prstGeom>
          <a:noFill/>
          <a:ln w="38100" cap="flat" cmpd="sng">
            <a:solidFill>
              <a:srgbClr val="00FFFF"/>
            </a:solidFill>
            <a:prstDash val="solid"/>
            <a:miter/>
            <a:headEnd type="none" w="med" len="med"/>
            <a:tailEnd type="none" w="med" len="med"/>
          </a:ln>
        </p:spPr>
        <p:txBody>
          <a:bodyPr wrap="none" lIns="198000" rIns="198000">
            <a:spAutoFit/>
          </a:bodyPr>
          <a:p>
            <a:r>
              <a:rPr lang="zh-CN" altLang="en-US" sz="2800" dirty="0">
                <a:latin typeface="楷体_GB2312" pitchFamily="49" charset="-122"/>
              </a:rPr>
              <a:t>不对称</a:t>
            </a:r>
            <a:endParaRPr lang="zh-CN" altLang="en-US" sz="2800" dirty="0">
              <a:latin typeface="楷体_GB2312" pitchFamily="49" charset="-122"/>
            </a:endParaRPr>
          </a:p>
        </p:txBody>
      </p:sp>
      <p:sp>
        <p:nvSpPr>
          <p:cNvPr id="70663" name="AutoShape 7"/>
          <p:cNvSpPr/>
          <p:nvPr/>
        </p:nvSpPr>
        <p:spPr>
          <a:xfrm>
            <a:off x="1116013" y="2276475"/>
            <a:ext cx="152400" cy="685800"/>
          </a:xfrm>
          <a:prstGeom prst="leftBrace">
            <a:avLst>
              <a:gd name="adj1" fmla="val 37500"/>
              <a:gd name="adj2" fmla="val 50000"/>
            </a:avLst>
          </a:prstGeom>
          <a:noFill/>
          <a:ln w="38100" cap="flat" cmpd="sng">
            <a:solidFill>
              <a:srgbClr val="FFFF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0664" name="Rectangle 8"/>
          <p:cNvSpPr/>
          <p:nvPr/>
        </p:nvSpPr>
        <p:spPr>
          <a:xfrm>
            <a:off x="3276600" y="4797425"/>
            <a:ext cx="4113213" cy="519113"/>
          </a:xfrm>
          <a:prstGeom prst="rect">
            <a:avLst/>
          </a:prstGeom>
          <a:noFill/>
          <a:ln w="9525">
            <a:noFill/>
          </a:ln>
        </p:spPr>
        <p:txBody>
          <a:bodyPr wrap="none">
            <a:spAutoFit/>
          </a:bodyPr>
          <a:p>
            <a:r>
              <a:rPr lang="zh-CN" altLang="en-US" sz="2800" dirty="0">
                <a:latin typeface="楷体_GB2312" pitchFamily="49" charset="-122"/>
              </a:rPr>
              <a:t>复杂交流电路分析方法。</a:t>
            </a:r>
            <a:endParaRPr lang="zh-CN" altLang="en-US" sz="2800" dirty="0">
              <a:latin typeface="楷体_GB2312" pitchFamily="49" charset="-122"/>
            </a:endParaRPr>
          </a:p>
        </p:txBody>
      </p:sp>
      <p:sp>
        <p:nvSpPr>
          <p:cNvPr id="70667" name="Text Box 11"/>
          <p:cNvSpPr txBox="1"/>
          <p:nvPr/>
        </p:nvSpPr>
        <p:spPr>
          <a:xfrm>
            <a:off x="1258888" y="5734050"/>
            <a:ext cx="4325937" cy="519113"/>
          </a:xfrm>
          <a:prstGeom prst="rect">
            <a:avLst/>
          </a:prstGeom>
          <a:solidFill>
            <a:schemeClr val="hlink"/>
          </a:solidFill>
          <a:ln w="9525">
            <a:noFill/>
          </a:ln>
        </p:spPr>
        <p:txBody>
          <a:bodyPr wrap="none" lIns="198000" rIns="198000">
            <a:spAutoFit/>
          </a:bodyPr>
          <a:p>
            <a:r>
              <a:rPr lang="zh-CN" altLang="en-US" sz="2800" dirty="0">
                <a:solidFill>
                  <a:schemeClr val="bg1"/>
                </a:solidFill>
                <a:latin typeface="楷体_GB2312" pitchFamily="49" charset="-122"/>
              </a:rPr>
              <a:t>主要了解：中性点位移。</a:t>
            </a:r>
            <a:endParaRPr lang="zh-CN" altLang="en-US" sz="2800" dirty="0">
              <a:solidFill>
                <a:schemeClr val="bg1"/>
              </a:solidFill>
              <a:latin typeface="楷体_GB2312" pitchFamily="49" charset="-122"/>
            </a:endParaRPr>
          </a:p>
        </p:txBody>
      </p:sp>
      <p:sp>
        <p:nvSpPr>
          <p:cNvPr id="70668" name="Text Box 12" descr="蓝色砂纸"/>
          <p:cNvSpPr txBox="1"/>
          <p:nvPr/>
        </p:nvSpPr>
        <p:spPr>
          <a:xfrm>
            <a:off x="611188" y="549275"/>
            <a:ext cx="7920037" cy="762000"/>
          </a:xfrm>
          <a:prstGeom prst="rect">
            <a:avLst/>
          </a:prstGeom>
          <a:noFill/>
          <a:ln w="9525">
            <a:noFill/>
          </a:ln>
          <a:effectLst>
            <a:prstShdw prst="shdw17" dist="17961" dir="2699999">
              <a:srgbClr val="7A8E99"/>
            </a:prstShdw>
          </a:effectLst>
        </p:spPr>
        <p:txBody>
          <a:bodyPr>
            <a:spAutoFit/>
          </a:bodyPr>
          <a:p>
            <a:pPr>
              <a:spcBef>
                <a:spcPct val="50000"/>
              </a:spcBef>
            </a:pPr>
            <a:r>
              <a:rPr lang="en-US" altLang="zh-CN" sz="4400" b="0" dirty="0">
                <a:solidFill>
                  <a:schemeClr val="bg1"/>
                </a:solidFill>
                <a:latin typeface="Times New Roman" panose="02020603050405020304" pitchFamily="18" charset="0"/>
              </a:rPr>
              <a:t>12-4</a:t>
            </a:r>
            <a:r>
              <a:rPr lang="en-US" altLang="zh-CN" sz="4400" dirty="0">
                <a:solidFill>
                  <a:schemeClr val="bg1"/>
                </a:solidFill>
                <a:latin typeface="楷体_GB2312" pitchFamily="49" charset="-122"/>
              </a:rPr>
              <a:t>  </a:t>
            </a:r>
            <a:r>
              <a:rPr lang="zh-CN" altLang="en-US" sz="4400" dirty="0">
                <a:solidFill>
                  <a:schemeClr val="bg1"/>
                </a:solidFill>
                <a:latin typeface="楷体_GB2312" pitchFamily="49" charset="-122"/>
              </a:rPr>
              <a:t>不对称三相电路的概念 </a:t>
            </a:r>
            <a:endParaRPr lang="zh-CN" altLang="en-US" sz="4400" dirty="0">
              <a:solidFill>
                <a:schemeClr val="bg1"/>
              </a:solidFill>
              <a:latin typeface="楷体_GB2312" pitchFamily="49" charset="-122"/>
            </a:endParaRPr>
          </a:p>
        </p:txBody>
      </p:sp>
      <p:sp>
        <p:nvSpPr>
          <p:cNvPr id="70671" name="Line 15"/>
          <p:cNvSpPr/>
          <p:nvPr/>
        </p:nvSpPr>
        <p:spPr>
          <a:xfrm>
            <a:off x="2339975" y="1700213"/>
            <a:ext cx="503238" cy="0"/>
          </a:xfrm>
          <a:prstGeom prst="line">
            <a:avLst/>
          </a:prstGeom>
          <a:ln w="76200" cap="flat" cmpd="sng">
            <a:solidFill>
              <a:srgbClr val="3399FF"/>
            </a:solidFill>
            <a:prstDash val="solid"/>
            <a:headEnd type="none" w="med" len="med"/>
            <a:tailEnd type="triangle" w="med" len="med"/>
          </a:ln>
        </p:spPr>
      </p:sp>
      <p:sp>
        <p:nvSpPr>
          <p:cNvPr id="70672" name="Rectangle 16"/>
          <p:cNvSpPr/>
          <p:nvPr/>
        </p:nvSpPr>
        <p:spPr>
          <a:xfrm>
            <a:off x="682625" y="3284538"/>
            <a:ext cx="1863725" cy="557212"/>
          </a:xfrm>
          <a:prstGeom prst="rect">
            <a:avLst/>
          </a:prstGeom>
          <a:noFill/>
          <a:ln w="38100" cap="flat" cmpd="sng">
            <a:solidFill>
              <a:srgbClr val="00FFFF"/>
            </a:solidFill>
            <a:prstDash val="solid"/>
            <a:miter/>
            <a:headEnd type="none" w="med" len="med"/>
            <a:tailEnd type="none" w="med" len="med"/>
          </a:ln>
        </p:spPr>
        <p:txBody>
          <a:bodyPr wrap="none" lIns="198000" rIns="198000">
            <a:spAutoFit/>
          </a:bodyPr>
          <a:p>
            <a:r>
              <a:rPr lang="zh-CN" altLang="en-US" sz="2800" dirty="0">
                <a:latin typeface="楷体_GB2312" pitchFamily="49" charset="-122"/>
              </a:rPr>
              <a:t>讨论对象</a:t>
            </a:r>
            <a:endParaRPr lang="zh-CN" altLang="en-US" sz="2800" dirty="0">
              <a:latin typeface="楷体_GB2312" pitchFamily="49" charset="-122"/>
            </a:endParaRPr>
          </a:p>
        </p:txBody>
      </p:sp>
      <p:sp>
        <p:nvSpPr>
          <p:cNvPr id="70673" name="Line 17"/>
          <p:cNvSpPr/>
          <p:nvPr/>
        </p:nvSpPr>
        <p:spPr>
          <a:xfrm>
            <a:off x="2555875" y="3573463"/>
            <a:ext cx="576263" cy="0"/>
          </a:xfrm>
          <a:prstGeom prst="line">
            <a:avLst/>
          </a:prstGeom>
          <a:ln w="76200" cap="flat" cmpd="sng">
            <a:solidFill>
              <a:srgbClr val="3399FF"/>
            </a:solidFill>
            <a:prstDash val="solid"/>
            <a:headEnd type="none" w="med" len="med"/>
            <a:tailEnd type="triangle" w="med" len="med"/>
          </a:ln>
        </p:spPr>
      </p:sp>
      <p:sp>
        <p:nvSpPr>
          <p:cNvPr id="70674" name="Line 18"/>
          <p:cNvSpPr/>
          <p:nvPr/>
        </p:nvSpPr>
        <p:spPr>
          <a:xfrm>
            <a:off x="2700338" y="5084763"/>
            <a:ext cx="503237" cy="0"/>
          </a:xfrm>
          <a:prstGeom prst="line">
            <a:avLst/>
          </a:prstGeom>
          <a:ln w="76200" cap="flat" cmpd="sng">
            <a:solidFill>
              <a:srgbClr val="3399FF"/>
            </a:solidFill>
            <a:prstDash val="solid"/>
            <a:headEnd type="none" w="med" len="med"/>
            <a:tailEnd type="triangle" w="med" len="med"/>
          </a:ln>
        </p:spPr>
      </p:sp>
      <p:grpSp>
        <p:nvGrpSpPr>
          <p:cNvPr id="68623" name="Group 41"/>
          <p:cNvGrpSpPr/>
          <p:nvPr/>
        </p:nvGrpSpPr>
        <p:grpSpPr>
          <a:xfrm>
            <a:off x="8316913" y="6445250"/>
            <a:ext cx="792162" cy="366713"/>
            <a:chOff x="5193" y="4020"/>
            <a:chExt cx="499" cy="231"/>
          </a:xfrm>
        </p:grpSpPr>
        <p:pic>
          <p:nvPicPr>
            <p:cNvPr id="68630" name="Picture 42"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68631" name="Text Box 43">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8624" name="Group 44"/>
          <p:cNvGrpSpPr/>
          <p:nvPr/>
        </p:nvGrpSpPr>
        <p:grpSpPr>
          <a:xfrm>
            <a:off x="7451725" y="6445250"/>
            <a:ext cx="792163" cy="366713"/>
            <a:chOff x="5193" y="4020"/>
            <a:chExt cx="499" cy="231"/>
          </a:xfrm>
        </p:grpSpPr>
        <p:pic>
          <p:nvPicPr>
            <p:cNvPr id="68628" name="Picture 45"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68629" name="Text Box 46">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8625" name="Group 47"/>
          <p:cNvGrpSpPr/>
          <p:nvPr/>
        </p:nvGrpSpPr>
        <p:grpSpPr>
          <a:xfrm>
            <a:off x="6588125" y="6446838"/>
            <a:ext cx="792163" cy="366712"/>
            <a:chOff x="4695" y="4061"/>
            <a:chExt cx="499" cy="231"/>
          </a:xfrm>
        </p:grpSpPr>
        <p:pic>
          <p:nvPicPr>
            <p:cNvPr id="68626" name="Picture 48" descr="78900"/>
            <p:cNvPicPr>
              <a:picLocks noChangeAspect="1"/>
            </p:cNvPicPr>
            <p:nvPr/>
          </p:nvPicPr>
          <p:blipFill>
            <a:blip r:embed="rId1"/>
            <a:stretch>
              <a:fillRect/>
            </a:stretch>
          </p:blipFill>
          <p:spPr>
            <a:xfrm>
              <a:off x="4695" y="4107"/>
              <a:ext cx="499" cy="181"/>
            </a:xfrm>
            <a:prstGeom prst="rect">
              <a:avLst/>
            </a:prstGeom>
            <a:noFill/>
            <a:ln w="9525">
              <a:noFill/>
            </a:ln>
          </p:spPr>
        </p:pic>
        <p:sp>
          <p:nvSpPr>
            <p:cNvPr id="68627" name="Text Box 49">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70668"/>
                                        </p:tgtEl>
                                        <p:attrNameLst>
                                          <p:attrName>style.visibility</p:attrName>
                                        </p:attrNameLst>
                                      </p:cBhvr>
                                      <p:to>
                                        <p:strVal val="visible"/>
                                      </p:to>
                                    </p:set>
                                    <p:anim calcmode="lin" valueType="num">
                                      <p:cBhvr additive="base">
                                        <p:cTn id="7" dur="500" fill="hold"/>
                                        <p:tgtEl>
                                          <p:spTgt spid="70668"/>
                                        </p:tgtEl>
                                        <p:attrNameLst>
                                          <p:attrName>ppt_x</p:attrName>
                                        </p:attrNameLst>
                                      </p:cBhvr>
                                      <p:tavLst>
                                        <p:tav tm="0">
                                          <p:val>
                                            <p:strVal val="0-#ppt_w/2"/>
                                          </p:val>
                                        </p:tav>
                                        <p:tav tm="100000">
                                          <p:val>
                                            <p:strVal val="#ppt_x"/>
                                          </p:val>
                                        </p:tav>
                                      </p:tavLst>
                                    </p:anim>
                                    <p:anim calcmode="lin" valueType="num">
                                      <p:cBhvr additive="base">
                                        <p:cTn id="8" dur="500" fill="hold"/>
                                        <p:tgtEl>
                                          <p:spTgt spid="7066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0662"/>
                                        </p:tgtEl>
                                        <p:attrNameLst>
                                          <p:attrName>style.visibility</p:attrName>
                                        </p:attrNameLst>
                                      </p:cBhvr>
                                      <p:to>
                                        <p:strVal val="visible"/>
                                      </p:to>
                                    </p:set>
                                    <p:anim calcmode="lin" valueType="num">
                                      <p:cBhvr additive="base">
                                        <p:cTn id="13" dur="500" fill="hold"/>
                                        <p:tgtEl>
                                          <p:spTgt spid="70662"/>
                                        </p:tgtEl>
                                        <p:attrNameLst>
                                          <p:attrName>ppt_x</p:attrName>
                                        </p:attrNameLst>
                                      </p:cBhvr>
                                      <p:tavLst>
                                        <p:tav tm="0">
                                          <p:val>
                                            <p:strVal val="0-#ppt_w/2"/>
                                          </p:val>
                                        </p:tav>
                                        <p:tav tm="100000">
                                          <p:val>
                                            <p:strVal val="#ppt_x"/>
                                          </p:val>
                                        </p:tav>
                                      </p:tavLst>
                                    </p:anim>
                                    <p:anim calcmode="lin" valueType="num">
                                      <p:cBhvr additive="base">
                                        <p:cTn id="14" dur="500" fill="hold"/>
                                        <p:tgtEl>
                                          <p:spTgt spid="7066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nodeType="clickEffect">
                                  <p:stCondLst>
                                    <p:cond delay="0"/>
                                  </p:stCondLst>
                                  <p:childTnLst>
                                    <p:set>
                                      <p:cBhvr>
                                        <p:cTn id="18" dur="1" fill="hold">
                                          <p:stCondLst>
                                            <p:cond delay="0"/>
                                          </p:stCondLst>
                                        </p:cTn>
                                        <p:tgtEl>
                                          <p:spTgt spid="70671"/>
                                        </p:tgtEl>
                                        <p:attrNameLst>
                                          <p:attrName>style.visibility</p:attrName>
                                        </p:attrNameLst>
                                      </p:cBhvr>
                                      <p:to>
                                        <p:strVal val="visible"/>
                                      </p:to>
                                    </p:set>
                                    <p:animEffect transition="in" filter="slide(fromLeft)">
                                      <p:cBhvr>
                                        <p:cTn id="19" dur="500"/>
                                        <p:tgtEl>
                                          <p:spTgt spid="70671"/>
                                        </p:tgtEl>
                                      </p:cBhvr>
                                    </p:animEffect>
                                  </p:childTnLst>
                                </p:cTn>
                              </p:par>
                            </p:childTnLst>
                          </p:cTn>
                        </p:par>
                        <p:par>
                          <p:cTn id="20" fill="hold">
                            <p:stCondLst>
                              <p:cond delay="500"/>
                            </p:stCondLst>
                            <p:childTnLst>
                              <p:par>
                                <p:cTn id="21" presetID="12" presetClass="entr" presetSubtype="8" fill="hold" grpId="0" nodeType="afterEffect">
                                  <p:stCondLst>
                                    <p:cond delay="0"/>
                                  </p:stCondLst>
                                  <p:childTnLst>
                                    <p:set>
                                      <p:cBhvr>
                                        <p:cTn id="22" dur="1" fill="hold">
                                          <p:stCondLst>
                                            <p:cond delay="0"/>
                                          </p:stCondLst>
                                        </p:cTn>
                                        <p:tgtEl>
                                          <p:spTgt spid="70663"/>
                                        </p:tgtEl>
                                        <p:attrNameLst>
                                          <p:attrName>style.visibility</p:attrName>
                                        </p:attrNameLst>
                                      </p:cBhvr>
                                      <p:to>
                                        <p:strVal val="visible"/>
                                      </p:to>
                                    </p:set>
                                    <p:animEffect transition="in" filter="slide(fromLeft)">
                                      <p:cBhvr>
                                        <p:cTn id="23" dur="500"/>
                                        <p:tgtEl>
                                          <p:spTgt spid="70663"/>
                                        </p:tgtEl>
                                      </p:cBhvr>
                                    </p:animEffect>
                                  </p:childTnLst>
                                </p:cTn>
                              </p:par>
                            </p:childTnLst>
                          </p:cTn>
                        </p:par>
                        <p:par>
                          <p:cTn id="24" fill="hold">
                            <p:stCondLst>
                              <p:cond delay="1000"/>
                            </p:stCondLst>
                            <p:childTnLst>
                              <p:par>
                                <p:cTn id="25" presetID="22" presetClass="entr" presetSubtype="8" fill="hold" grpId="0" nodeType="afterEffect">
                                  <p:stCondLst>
                                    <p:cond delay="0"/>
                                  </p:stCondLst>
                                  <p:childTnLst>
                                    <p:set>
                                      <p:cBhvr>
                                        <p:cTn id="26" dur="1" fill="hold">
                                          <p:stCondLst>
                                            <p:cond delay="0"/>
                                          </p:stCondLst>
                                        </p:cTn>
                                        <p:tgtEl>
                                          <p:spTgt spid="70658"/>
                                        </p:tgtEl>
                                        <p:attrNameLst>
                                          <p:attrName>style.visibility</p:attrName>
                                        </p:attrNameLst>
                                      </p:cBhvr>
                                      <p:to>
                                        <p:strVal val="visible"/>
                                      </p:to>
                                    </p:set>
                                    <p:animEffect transition="in" filter="wipe(left)">
                                      <p:cBhvr>
                                        <p:cTn id="27" dur="2000"/>
                                        <p:tgtEl>
                                          <p:spTgt spid="70658"/>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70659"/>
                                        </p:tgtEl>
                                        <p:attrNameLst>
                                          <p:attrName>style.visibility</p:attrName>
                                        </p:attrNameLst>
                                      </p:cBhvr>
                                      <p:to>
                                        <p:strVal val="visible"/>
                                      </p:to>
                                    </p:set>
                                    <p:animEffect transition="in" filter="wipe(left)">
                                      <p:cBhvr>
                                        <p:cTn id="31" dur="2000"/>
                                        <p:tgtEl>
                                          <p:spTgt spid="70659"/>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70672"/>
                                        </p:tgtEl>
                                        <p:attrNameLst>
                                          <p:attrName>style.visibility</p:attrName>
                                        </p:attrNameLst>
                                      </p:cBhvr>
                                      <p:to>
                                        <p:strVal val="visible"/>
                                      </p:to>
                                    </p:set>
                                    <p:anim calcmode="lin" valueType="num">
                                      <p:cBhvr additive="base">
                                        <p:cTn id="36" dur="500" fill="hold"/>
                                        <p:tgtEl>
                                          <p:spTgt spid="70672"/>
                                        </p:tgtEl>
                                        <p:attrNameLst>
                                          <p:attrName>ppt_x</p:attrName>
                                        </p:attrNameLst>
                                      </p:cBhvr>
                                      <p:tavLst>
                                        <p:tav tm="0">
                                          <p:val>
                                            <p:strVal val="0-#ppt_w/2"/>
                                          </p:val>
                                        </p:tav>
                                        <p:tav tm="100000">
                                          <p:val>
                                            <p:strVal val="#ppt_x"/>
                                          </p:val>
                                        </p:tav>
                                      </p:tavLst>
                                    </p:anim>
                                    <p:anim calcmode="lin" valueType="num">
                                      <p:cBhvr additive="base">
                                        <p:cTn id="37" dur="500" fill="hold"/>
                                        <p:tgtEl>
                                          <p:spTgt spid="70672"/>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2" presetClass="entr" presetSubtype="8" fill="hold" nodeType="clickEffect">
                                  <p:stCondLst>
                                    <p:cond delay="0"/>
                                  </p:stCondLst>
                                  <p:childTnLst>
                                    <p:set>
                                      <p:cBhvr>
                                        <p:cTn id="41" dur="1" fill="hold">
                                          <p:stCondLst>
                                            <p:cond delay="0"/>
                                          </p:stCondLst>
                                        </p:cTn>
                                        <p:tgtEl>
                                          <p:spTgt spid="70673"/>
                                        </p:tgtEl>
                                        <p:attrNameLst>
                                          <p:attrName>style.visibility</p:attrName>
                                        </p:attrNameLst>
                                      </p:cBhvr>
                                      <p:to>
                                        <p:strVal val="visible"/>
                                      </p:to>
                                    </p:set>
                                    <p:animEffect transition="in" filter="slide(fromLeft)">
                                      <p:cBhvr>
                                        <p:cTn id="42" dur="500"/>
                                        <p:tgtEl>
                                          <p:spTgt spid="70673"/>
                                        </p:tgtEl>
                                      </p:cBhvr>
                                    </p:animEffect>
                                  </p:childTnLst>
                                </p:cTn>
                              </p:par>
                            </p:childTnLst>
                          </p:cTn>
                        </p:par>
                        <p:par>
                          <p:cTn id="43" fill="hold">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70660"/>
                                        </p:tgtEl>
                                        <p:attrNameLst>
                                          <p:attrName>style.visibility</p:attrName>
                                        </p:attrNameLst>
                                      </p:cBhvr>
                                      <p:to>
                                        <p:strVal val="visible"/>
                                      </p:to>
                                    </p:set>
                                    <p:animEffect transition="in" filter="wipe(left)">
                                      <p:cBhvr>
                                        <p:cTn id="46" dur="1000"/>
                                        <p:tgtEl>
                                          <p:spTgt spid="70660"/>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grpId="0" nodeType="clickEffect">
                                  <p:stCondLst>
                                    <p:cond delay="0"/>
                                  </p:stCondLst>
                                  <p:childTnLst>
                                    <p:set>
                                      <p:cBhvr>
                                        <p:cTn id="50" dur="1" fill="hold">
                                          <p:stCondLst>
                                            <p:cond delay="0"/>
                                          </p:stCondLst>
                                        </p:cTn>
                                        <p:tgtEl>
                                          <p:spTgt spid="70661"/>
                                        </p:tgtEl>
                                        <p:attrNameLst>
                                          <p:attrName>style.visibility</p:attrName>
                                        </p:attrNameLst>
                                      </p:cBhvr>
                                      <p:to>
                                        <p:strVal val="visible"/>
                                      </p:to>
                                    </p:set>
                                    <p:anim calcmode="lin" valueType="num">
                                      <p:cBhvr additive="base">
                                        <p:cTn id="51" dur="500" fill="hold"/>
                                        <p:tgtEl>
                                          <p:spTgt spid="70661"/>
                                        </p:tgtEl>
                                        <p:attrNameLst>
                                          <p:attrName>ppt_x</p:attrName>
                                        </p:attrNameLst>
                                      </p:cBhvr>
                                      <p:tavLst>
                                        <p:tav tm="0">
                                          <p:val>
                                            <p:strVal val="0-#ppt_w/2"/>
                                          </p:val>
                                        </p:tav>
                                        <p:tav tm="100000">
                                          <p:val>
                                            <p:strVal val="#ppt_x"/>
                                          </p:val>
                                        </p:tav>
                                      </p:tavLst>
                                    </p:anim>
                                    <p:anim calcmode="lin" valueType="num">
                                      <p:cBhvr additive="base">
                                        <p:cTn id="52" dur="500" fill="hold"/>
                                        <p:tgtEl>
                                          <p:spTgt spid="70661"/>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2" presetClass="entr" presetSubtype="8" fill="hold" nodeType="clickEffect">
                                  <p:stCondLst>
                                    <p:cond delay="0"/>
                                  </p:stCondLst>
                                  <p:childTnLst>
                                    <p:set>
                                      <p:cBhvr>
                                        <p:cTn id="56" dur="1" fill="hold">
                                          <p:stCondLst>
                                            <p:cond delay="0"/>
                                          </p:stCondLst>
                                        </p:cTn>
                                        <p:tgtEl>
                                          <p:spTgt spid="70674"/>
                                        </p:tgtEl>
                                        <p:attrNameLst>
                                          <p:attrName>style.visibility</p:attrName>
                                        </p:attrNameLst>
                                      </p:cBhvr>
                                      <p:to>
                                        <p:strVal val="visible"/>
                                      </p:to>
                                    </p:set>
                                    <p:animEffect transition="in" filter="slide(fromLeft)">
                                      <p:cBhvr>
                                        <p:cTn id="57" dur="500"/>
                                        <p:tgtEl>
                                          <p:spTgt spid="70674"/>
                                        </p:tgtEl>
                                      </p:cBhvr>
                                    </p:animEffect>
                                  </p:childTnLst>
                                </p:cTn>
                              </p:par>
                            </p:childTnLst>
                          </p:cTn>
                        </p:par>
                        <p:par>
                          <p:cTn id="58" fill="hold">
                            <p:stCondLst>
                              <p:cond delay="500"/>
                            </p:stCondLst>
                            <p:childTnLst>
                              <p:par>
                                <p:cTn id="59" presetID="22" presetClass="entr" presetSubtype="8" fill="hold" grpId="0" nodeType="afterEffect">
                                  <p:stCondLst>
                                    <p:cond delay="0"/>
                                  </p:stCondLst>
                                  <p:childTnLst>
                                    <p:set>
                                      <p:cBhvr>
                                        <p:cTn id="60" dur="1" fill="hold">
                                          <p:stCondLst>
                                            <p:cond delay="0"/>
                                          </p:stCondLst>
                                        </p:cTn>
                                        <p:tgtEl>
                                          <p:spTgt spid="70664"/>
                                        </p:tgtEl>
                                        <p:attrNameLst>
                                          <p:attrName>style.visibility</p:attrName>
                                        </p:attrNameLst>
                                      </p:cBhvr>
                                      <p:to>
                                        <p:strVal val="visible"/>
                                      </p:to>
                                    </p:set>
                                    <p:animEffect transition="in" filter="wipe(left)">
                                      <p:cBhvr>
                                        <p:cTn id="61" dur="1000"/>
                                        <p:tgtEl>
                                          <p:spTgt spid="70664"/>
                                        </p:tgtEl>
                                      </p:cBhvr>
                                    </p:animEffect>
                                  </p:childTnLst>
                                </p:cTn>
                              </p:par>
                            </p:childTnLst>
                          </p:cTn>
                        </p:par>
                      </p:childTnLst>
                    </p:cTn>
                  </p:par>
                  <p:par>
                    <p:cTn id="62" fill="hold">
                      <p:stCondLst>
                        <p:cond delay="indefinite"/>
                      </p:stCondLst>
                      <p:childTnLst>
                        <p:par>
                          <p:cTn id="63" fill="hold">
                            <p:stCondLst>
                              <p:cond delay="0"/>
                            </p:stCondLst>
                            <p:childTnLst>
                              <p:par>
                                <p:cTn id="64" presetID="55" presetClass="entr" presetSubtype="0" fill="hold" grpId="0" nodeType="clickEffect">
                                  <p:stCondLst>
                                    <p:cond delay="0"/>
                                  </p:stCondLst>
                                  <p:childTnLst>
                                    <p:set>
                                      <p:cBhvr>
                                        <p:cTn id="65" dur="1" fill="hold">
                                          <p:stCondLst>
                                            <p:cond delay="0"/>
                                          </p:stCondLst>
                                        </p:cTn>
                                        <p:tgtEl>
                                          <p:spTgt spid="70667"/>
                                        </p:tgtEl>
                                        <p:attrNameLst>
                                          <p:attrName>style.visibility</p:attrName>
                                        </p:attrNameLst>
                                      </p:cBhvr>
                                      <p:to>
                                        <p:strVal val="visible"/>
                                      </p:to>
                                    </p:set>
                                    <p:anim calcmode="lin" valueType="num">
                                      <p:cBhvr>
                                        <p:cTn id="66" dur="1000" fill="hold"/>
                                        <p:tgtEl>
                                          <p:spTgt spid="70667"/>
                                        </p:tgtEl>
                                        <p:attrNameLst>
                                          <p:attrName>ppt_w</p:attrName>
                                        </p:attrNameLst>
                                      </p:cBhvr>
                                      <p:tavLst>
                                        <p:tav tm="0">
                                          <p:val>
                                            <p:strVal val="#ppt_w*0.70"/>
                                          </p:val>
                                        </p:tav>
                                        <p:tav tm="100000">
                                          <p:val>
                                            <p:strVal val="#ppt_w"/>
                                          </p:val>
                                        </p:tav>
                                      </p:tavLst>
                                    </p:anim>
                                    <p:anim calcmode="lin" valueType="num">
                                      <p:cBhvr>
                                        <p:cTn id="67" dur="1000" fill="hold"/>
                                        <p:tgtEl>
                                          <p:spTgt spid="70667"/>
                                        </p:tgtEl>
                                        <p:attrNameLst>
                                          <p:attrName>ppt_h</p:attrName>
                                        </p:attrNameLst>
                                      </p:cBhvr>
                                      <p:tavLst>
                                        <p:tav tm="0">
                                          <p:val>
                                            <p:strVal val="#ppt_h"/>
                                          </p:val>
                                        </p:tav>
                                        <p:tav tm="100000">
                                          <p:val>
                                            <p:strVal val="#ppt_h"/>
                                          </p:val>
                                        </p:tav>
                                      </p:tavLst>
                                    </p:anim>
                                    <p:animEffect transition="in" filter="fade">
                                      <p:cBhvr>
                                        <p:cTn id="68" dur="1000"/>
                                        <p:tgtEl>
                                          <p:spTgt spid="70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8" grpId="0"/>
      <p:bldP spid="70659" grpId="0"/>
      <p:bldP spid="70660" grpId="0"/>
      <p:bldP spid="70661" grpId="0" animBg="1"/>
      <p:bldP spid="70662" grpId="0" animBg="1"/>
      <p:bldP spid="70663" grpId="0" animBg="1"/>
      <p:bldP spid="70664" grpId="0"/>
      <p:bldP spid="70667" grpId="0" animBg="1"/>
      <p:bldP spid="70668" grpId="0"/>
      <p:bldP spid="7067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Text Box 2"/>
          <p:cNvSpPr txBox="1"/>
          <p:nvPr/>
        </p:nvSpPr>
        <p:spPr>
          <a:xfrm>
            <a:off x="755650" y="1484313"/>
            <a:ext cx="3167063" cy="519112"/>
          </a:xfrm>
          <a:prstGeom prst="rect">
            <a:avLst/>
          </a:prstGeom>
          <a:noFill/>
          <a:ln w="9525">
            <a:noFill/>
          </a:ln>
        </p:spPr>
        <p:txBody>
          <a:bodyPr lIns="198000" rIns="198000">
            <a:spAutoFit/>
          </a:bodyPr>
          <a:p>
            <a:r>
              <a:rPr lang="zh-CN" altLang="en-US" sz="2800" dirty="0">
                <a:latin typeface="Times New Roman" panose="02020603050405020304" pitchFamily="18" charset="0"/>
              </a:rPr>
              <a:t>负载各相电压：</a:t>
            </a:r>
            <a:endParaRPr lang="zh-CN" altLang="en-US" sz="2800" dirty="0">
              <a:latin typeface="Times New Roman" panose="02020603050405020304" pitchFamily="18" charset="0"/>
            </a:endParaRPr>
          </a:p>
        </p:txBody>
      </p:sp>
      <p:sp>
        <p:nvSpPr>
          <p:cNvPr id="69672" name="Text Box 40"/>
          <p:cNvSpPr txBox="1"/>
          <p:nvPr/>
        </p:nvSpPr>
        <p:spPr>
          <a:xfrm>
            <a:off x="468313" y="620713"/>
            <a:ext cx="5221287" cy="519112"/>
          </a:xfrm>
          <a:prstGeom prst="rect">
            <a:avLst/>
          </a:prstGeom>
          <a:noFill/>
          <a:ln w="9525">
            <a:noFill/>
          </a:ln>
        </p:spPr>
        <p:txBody>
          <a:bodyPr>
            <a:spAutoFit/>
          </a:bodyPr>
          <a:p>
            <a:pPr>
              <a:spcBef>
                <a:spcPct val="50000"/>
              </a:spcBef>
            </a:pPr>
            <a:r>
              <a:rPr lang="zh-CN" altLang="en-US" sz="2800" dirty="0">
                <a:latin typeface="楷体_GB2312" pitchFamily="49" charset="-122"/>
              </a:rPr>
              <a:t>三相负载</a:t>
            </a:r>
            <a:r>
              <a:rPr lang="en-US" altLang="zh-CN" sz="2800" b="0" i="1" dirty="0">
                <a:solidFill>
                  <a:schemeClr val="bg1"/>
                </a:solidFill>
                <a:latin typeface="Times New Roman" panose="02020603050405020304" pitchFamily="18" charset="0"/>
              </a:rPr>
              <a:t>Z</a:t>
            </a:r>
            <a:r>
              <a:rPr lang="en-US" altLang="zh-CN" sz="2800" b="0" baseline="-25000" dirty="0">
                <a:solidFill>
                  <a:schemeClr val="bg1"/>
                </a:solidFill>
                <a:latin typeface="Times New Roman" panose="02020603050405020304" pitchFamily="18" charset="0"/>
              </a:rPr>
              <a:t>a</a:t>
            </a:r>
            <a:r>
              <a:rPr lang="zh-CN" altLang="en-US" sz="2800" b="0" dirty="0">
                <a:solidFill>
                  <a:schemeClr val="bg1"/>
                </a:solidFill>
                <a:latin typeface="Times New Roman" panose="02020603050405020304" pitchFamily="18" charset="0"/>
              </a:rPr>
              <a:t>、</a:t>
            </a:r>
            <a:r>
              <a:rPr lang="en-US" altLang="zh-CN" sz="2800" b="0" i="1" dirty="0">
                <a:solidFill>
                  <a:schemeClr val="bg1"/>
                </a:solidFill>
                <a:latin typeface="Times New Roman" panose="02020603050405020304" pitchFamily="18" charset="0"/>
              </a:rPr>
              <a:t>Z</a:t>
            </a:r>
            <a:r>
              <a:rPr lang="en-US" altLang="zh-CN" sz="2800" b="0" baseline="-25000" dirty="0">
                <a:solidFill>
                  <a:schemeClr val="bg1"/>
                </a:solidFill>
                <a:latin typeface="Times New Roman" panose="02020603050405020304" pitchFamily="18" charset="0"/>
              </a:rPr>
              <a:t>b</a:t>
            </a:r>
            <a:r>
              <a:rPr lang="zh-CN" altLang="en-US" sz="2800" b="0" dirty="0">
                <a:solidFill>
                  <a:schemeClr val="bg1"/>
                </a:solidFill>
                <a:latin typeface="Times New Roman" panose="02020603050405020304" pitchFamily="18" charset="0"/>
              </a:rPr>
              <a:t>、 </a:t>
            </a:r>
            <a:r>
              <a:rPr lang="en-US" altLang="zh-CN" sz="2800" b="0" i="1" dirty="0">
                <a:solidFill>
                  <a:schemeClr val="bg1"/>
                </a:solidFill>
                <a:latin typeface="Times New Roman" panose="02020603050405020304" pitchFamily="18" charset="0"/>
              </a:rPr>
              <a:t>Z</a:t>
            </a:r>
            <a:r>
              <a:rPr lang="en-US" altLang="zh-CN" sz="2800" b="0" baseline="-25000" dirty="0">
                <a:solidFill>
                  <a:schemeClr val="bg1"/>
                </a:solidFill>
                <a:latin typeface="Times New Roman" panose="02020603050405020304" pitchFamily="18" charset="0"/>
              </a:rPr>
              <a:t>c</a:t>
            </a:r>
            <a:r>
              <a:rPr lang="zh-CN" altLang="en-US" sz="2800" dirty="0">
                <a:latin typeface="楷体_GB2312" pitchFamily="49" charset="-122"/>
              </a:rPr>
              <a:t>不相同。</a:t>
            </a:r>
            <a:endParaRPr lang="zh-CN" altLang="en-US" sz="2800" dirty="0">
              <a:latin typeface="楷体_GB2312" pitchFamily="49" charset="-122"/>
            </a:endParaRPr>
          </a:p>
        </p:txBody>
      </p:sp>
      <p:graphicFrame>
        <p:nvGraphicFramePr>
          <p:cNvPr id="69673" name="Object 41"/>
          <p:cNvGraphicFramePr/>
          <p:nvPr/>
        </p:nvGraphicFramePr>
        <p:xfrm>
          <a:off x="971550" y="4292600"/>
          <a:ext cx="6310313" cy="1347788"/>
        </p:xfrm>
        <a:graphic>
          <a:graphicData uri="http://schemas.openxmlformats.org/presentationml/2006/ole">
            <mc:AlternateContent xmlns:mc="http://schemas.openxmlformats.org/markup-compatibility/2006">
              <mc:Choice xmlns:v="urn:schemas-microsoft-com:vml" Requires="v">
                <p:oleObj spid="_x0000_s3354" name="" r:id="rId1" imgW="2729230" imgH="584200" progId="Equation.3">
                  <p:embed/>
                </p:oleObj>
              </mc:Choice>
              <mc:Fallback>
                <p:oleObj name="" r:id="rId1" imgW="2729230" imgH="584200" progId="Equation.3">
                  <p:embed/>
                  <p:pic>
                    <p:nvPicPr>
                      <p:cNvPr id="0" name="图片 3353"/>
                      <p:cNvPicPr/>
                      <p:nvPr/>
                    </p:nvPicPr>
                    <p:blipFill>
                      <a:blip r:embed="rId2">
                        <a:clrChange>
                          <a:clrFrom>
                            <a:srgbClr val="000000"/>
                          </a:clrFrom>
                          <a:clrTo>
                            <a:srgbClr val="FFFFFF"/>
                          </a:clrTo>
                        </a:clrChange>
                      </a:blip>
                      <a:stretch>
                        <a:fillRect/>
                      </a:stretch>
                    </p:blipFill>
                    <p:spPr>
                      <a:xfrm>
                        <a:off x="971550" y="4292600"/>
                        <a:ext cx="6310313" cy="1347788"/>
                      </a:xfrm>
                      <a:prstGeom prst="rect">
                        <a:avLst/>
                      </a:prstGeom>
                      <a:noFill/>
                      <a:ln w="38100">
                        <a:noFill/>
                        <a:miter/>
                      </a:ln>
                    </p:spPr>
                  </p:pic>
                </p:oleObj>
              </mc:Fallback>
            </mc:AlternateContent>
          </a:graphicData>
        </a:graphic>
      </p:graphicFrame>
      <p:graphicFrame>
        <p:nvGraphicFramePr>
          <p:cNvPr id="69674" name="Object 42"/>
          <p:cNvGraphicFramePr/>
          <p:nvPr/>
        </p:nvGraphicFramePr>
        <p:xfrm>
          <a:off x="971550" y="2205038"/>
          <a:ext cx="2982913" cy="1958975"/>
        </p:xfrm>
        <a:graphic>
          <a:graphicData uri="http://schemas.openxmlformats.org/presentationml/2006/ole">
            <mc:AlternateContent xmlns:mc="http://schemas.openxmlformats.org/markup-compatibility/2006">
              <mc:Choice xmlns:v="urn:schemas-microsoft-com:vml" Requires="v">
                <p:oleObj spid="_x0000_s3355" name="" r:id="rId3" imgW="1257300" imgH="825500" progId="Equation.3">
                  <p:embed/>
                </p:oleObj>
              </mc:Choice>
              <mc:Fallback>
                <p:oleObj name="" r:id="rId3" imgW="1257300" imgH="825500" progId="Equation.3">
                  <p:embed/>
                  <p:pic>
                    <p:nvPicPr>
                      <p:cNvPr id="0" name="图片 3354"/>
                      <p:cNvPicPr/>
                      <p:nvPr/>
                    </p:nvPicPr>
                    <p:blipFill>
                      <a:blip r:embed="rId4">
                        <a:clrChange>
                          <a:clrFrom>
                            <a:srgbClr val="000000"/>
                          </a:clrFrom>
                          <a:clrTo>
                            <a:srgbClr val="FFFFFF"/>
                          </a:clrTo>
                        </a:clrChange>
                      </a:blip>
                      <a:stretch>
                        <a:fillRect/>
                      </a:stretch>
                    </p:blipFill>
                    <p:spPr>
                      <a:xfrm>
                        <a:off x="971550" y="2205038"/>
                        <a:ext cx="2982913" cy="1958975"/>
                      </a:xfrm>
                      <a:prstGeom prst="rect">
                        <a:avLst/>
                      </a:prstGeom>
                      <a:noFill/>
                      <a:ln w="38100">
                        <a:noFill/>
                        <a:miter/>
                      </a:ln>
                    </p:spPr>
                  </p:pic>
                </p:oleObj>
              </mc:Fallback>
            </mc:AlternateContent>
          </a:graphicData>
        </a:graphic>
      </p:graphicFrame>
      <p:grpSp>
        <p:nvGrpSpPr>
          <p:cNvPr id="2" name="Group 113"/>
          <p:cNvGrpSpPr/>
          <p:nvPr/>
        </p:nvGrpSpPr>
        <p:grpSpPr>
          <a:xfrm>
            <a:off x="4572000" y="549275"/>
            <a:ext cx="4283075" cy="3629025"/>
            <a:chOff x="2880" y="346"/>
            <a:chExt cx="2698" cy="2286"/>
          </a:xfrm>
        </p:grpSpPr>
        <p:sp>
          <p:nvSpPr>
            <p:cNvPr id="37907" name="Line 63"/>
            <p:cNvSpPr/>
            <p:nvPr/>
          </p:nvSpPr>
          <p:spPr>
            <a:xfrm>
              <a:off x="5102" y="891"/>
              <a:ext cx="0" cy="1315"/>
            </a:xfrm>
            <a:prstGeom prst="line">
              <a:avLst/>
            </a:prstGeom>
            <a:ln w="28575" cap="flat" cmpd="sng">
              <a:solidFill>
                <a:srgbClr val="FFCC00"/>
              </a:solidFill>
              <a:prstDash val="solid"/>
              <a:headEnd type="none" w="med" len="med"/>
              <a:tailEnd type="none" w="med" len="med"/>
            </a:ln>
          </p:spPr>
        </p:sp>
        <p:sp>
          <p:nvSpPr>
            <p:cNvPr id="37908" name="Text Box 64"/>
            <p:cNvSpPr txBox="1"/>
            <p:nvPr/>
          </p:nvSpPr>
          <p:spPr>
            <a:xfrm>
              <a:off x="5057" y="1253"/>
              <a:ext cx="521" cy="327"/>
            </a:xfrm>
            <a:prstGeom prst="rect">
              <a:avLst/>
            </a:prstGeom>
            <a:noFill/>
            <a:ln w="9525">
              <a:noFill/>
            </a:ln>
          </p:spPr>
          <p:txBody>
            <a:bodyPr>
              <a:spAutoFit/>
            </a:bodyPr>
            <a:p>
              <a:pPr>
                <a:spcBef>
                  <a:spcPct val="50000"/>
                </a:spcBef>
                <a:buNone/>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7909" name="Oval 65"/>
            <p:cNvSpPr/>
            <p:nvPr/>
          </p:nvSpPr>
          <p:spPr>
            <a:xfrm>
              <a:off x="3378" y="70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37910" name="Oval 66"/>
            <p:cNvSpPr/>
            <p:nvPr/>
          </p:nvSpPr>
          <p:spPr>
            <a:xfrm>
              <a:off x="3333" y="1390"/>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37911" name="Oval 67"/>
            <p:cNvSpPr/>
            <p:nvPr/>
          </p:nvSpPr>
          <p:spPr>
            <a:xfrm>
              <a:off x="3333" y="2025"/>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37912" name="Line 68"/>
            <p:cNvSpPr/>
            <p:nvPr/>
          </p:nvSpPr>
          <p:spPr>
            <a:xfrm rot="5400000" flipH="1">
              <a:off x="4126" y="-84"/>
              <a:ext cx="0" cy="1951"/>
            </a:xfrm>
            <a:prstGeom prst="line">
              <a:avLst/>
            </a:prstGeom>
            <a:ln w="28575" cap="flat" cmpd="sng">
              <a:solidFill>
                <a:srgbClr val="FFCC00"/>
              </a:solidFill>
              <a:prstDash val="solid"/>
              <a:headEnd type="none" w="med" len="med"/>
              <a:tailEnd type="none" w="med" len="med"/>
            </a:ln>
          </p:spPr>
        </p:sp>
        <p:sp>
          <p:nvSpPr>
            <p:cNvPr id="37913" name="Text Box 69"/>
            <p:cNvSpPr txBox="1"/>
            <p:nvPr/>
          </p:nvSpPr>
          <p:spPr>
            <a:xfrm rot="5400000">
              <a:off x="3774" y="585"/>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7914" name="Text Box 70"/>
            <p:cNvSpPr txBox="1"/>
            <p:nvPr/>
          </p:nvSpPr>
          <p:spPr>
            <a:xfrm>
              <a:off x="3152" y="573"/>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7915" name="Text Box 71"/>
            <p:cNvSpPr txBox="1"/>
            <p:nvPr/>
          </p:nvSpPr>
          <p:spPr>
            <a:xfrm>
              <a:off x="2899" y="1289"/>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7916" name="Line 72"/>
            <p:cNvSpPr/>
            <p:nvPr/>
          </p:nvSpPr>
          <p:spPr>
            <a:xfrm rot="5400000" flipH="1">
              <a:off x="4126" y="595"/>
              <a:ext cx="0" cy="1951"/>
            </a:xfrm>
            <a:prstGeom prst="line">
              <a:avLst/>
            </a:prstGeom>
            <a:ln w="28575" cap="flat" cmpd="sng">
              <a:solidFill>
                <a:srgbClr val="FFCC00"/>
              </a:solidFill>
              <a:prstDash val="solid"/>
              <a:headEnd type="oval" w="med" len="med"/>
              <a:tailEnd type="oval" w="med" len="med"/>
            </a:ln>
          </p:spPr>
        </p:sp>
        <p:sp>
          <p:nvSpPr>
            <p:cNvPr id="37917" name="Text Box 73"/>
            <p:cNvSpPr txBox="1"/>
            <p:nvPr/>
          </p:nvSpPr>
          <p:spPr>
            <a:xfrm rot="5400000">
              <a:off x="3774" y="1266"/>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7918" name="Text Box 74"/>
            <p:cNvSpPr txBox="1"/>
            <p:nvPr/>
          </p:nvSpPr>
          <p:spPr>
            <a:xfrm>
              <a:off x="3152" y="1253"/>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7919" name="Line 75"/>
            <p:cNvSpPr/>
            <p:nvPr/>
          </p:nvSpPr>
          <p:spPr>
            <a:xfrm rot="5400000" flipH="1">
              <a:off x="4126" y="1230"/>
              <a:ext cx="0" cy="1951"/>
            </a:xfrm>
            <a:prstGeom prst="line">
              <a:avLst/>
            </a:prstGeom>
            <a:ln w="28575" cap="flat" cmpd="sng">
              <a:solidFill>
                <a:srgbClr val="FFCC00"/>
              </a:solidFill>
              <a:prstDash val="solid"/>
              <a:headEnd type="none" w="med" len="med"/>
              <a:tailEnd type="none" w="med" len="med"/>
            </a:ln>
          </p:spPr>
        </p:sp>
        <p:sp>
          <p:nvSpPr>
            <p:cNvPr id="37920" name="Text Box 76"/>
            <p:cNvSpPr txBox="1"/>
            <p:nvPr/>
          </p:nvSpPr>
          <p:spPr>
            <a:xfrm rot="5400000">
              <a:off x="3774" y="1901"/>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7921" name="Text Box 77"/>
            <p:cNvSpPr txBox="1"/>
            <p:nvPr/>
          </p:nvSpPr>
          <p:spPr>
            <a:xfrm>
              <a:off x="3152" y="1933"/>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7922" name="Line 78"/>
            <p:cNvSpPr/>
            <p:nvPr/>
          </p:nvSpPr>
          <p:spPr>
            <a:xfrm>
              <a:off x="3151" y="891"/>
              <a:ext cx="0" cy="1312"/>
            </a:xfrm>
            <a:prstGeom prst="line">
              <a:avLst/>
            </a:prstGeom>
            <a:ln w="28575" cap="flat" cmpd="sng">
              <a:solidFill>
                <a:srgbClr val="FFCC00"/>
              </a:solidFill>
              <a:prstDash val="solid"/>
              <a:headEnd type="none" w="med" len="med"/>
              <a:tailEnd type="none" w="med" len="med"/>
            </a:ln>
          </p:spPr>
        </p:sp>
        <p:graphicFrame>
          <p:nvGraphicFramePr>
            <p:cNvPr id="37892" name="Object 79"/>
            <p:cNvGraphicFramePr/>
            <p:nvPr/>
          </p:nvGraphicFramePr>
          <p:xfrm>
            <a:off x="3424" y="346"/>
            <a:ext cx="284" cy="381"/>
          </p:xfrm>
          <a:graphic>
            <a:graphicData uri="http://schemas.openxmlformats.org/presentationml/2006/ole">
              <mc:AlternateContent xmlns:mc="http://schemas.openxmlformats.org/markup-compatibility/2006">
                <mc:Choice xmlns:v="urn:schemas-microsoft-com:vml" Requires="v">
                  <p:oleObj spid="_x0000_s3353" name="" r:id="rId5" imgW="228600" imgH="304800" progId="Equation.3">
                    <p:embed/>
                  </p:oleObj>
                </mc:Choice>
                <mc:Fallback>
                  <p:oleObj name="" r:id="rId5" imgW="228600" imgH="304800" progId="Equation.3">
                    <p:embed/>
                    <p:pic>
                      <p:nvPicPr>
                        <p:cNvPr id="0" name="图片 3352"/>
                        <p:cNvPicPr/>
                        <p:nvPr/>
                      </p:nvPicPr>
                      <p:blipFill>
                        <a:blip r:embed="rId6">
                          <a:clrChange>
                            <a:clrFrom>
                              <a:srgbClr val="000000"/>
                            </a:clrFrom>
                            <a:clrTo>
                              <a:srgbClr val="FFFFFF"/>
                            </a:clrTo>
                          </a:clrChange>
                        </a:blip>
                        <a:stretch>
                          <a:fillRect/>
                        </a:stretch>
                      </p:blipFill>
                      <p:spPr>
                        <a:xfrm>
                          <a:off x="3424" y="346"/>
                          <a:ext cx="284" cy="381"/>
                        </a:xfrm>
                        <a:prstGeom prst="rect">
                          <a:avLst/>
                        </a:prstGeom>
                        <a:noFill/>
                        <a:ln w="38100">
                          <a:noFill/>
                          <a:miter/>
                        </a:ln>
                      </p:spPr>
                    </p:pic>
                  </p:oleObj>
                </mc:Fallback>
              </mc:AlternateContent>
            </a:graphicData>
          </a:graphic>
        </p:graphicFrame>
        <p:graphicFrame>
          <p:nvGraphicFramePr>
            <p:cNvPr id="37893" name="Object 80"/>
            <p:cNvGraphicFramePr/>
            <p:nvPr/>
          </p:nvGraphicFramePr>
          <p:xfrm>
            <a:off x="3469" y="1026"/>
            <a:ext cx="285" cy="397"/>
          </p:xfrm>
          <a:graphic>
            <a:graphicData uri="http://schemas.openxmlformats.org/presentationml/2006/ole">
              <mc:AlternateContent xmlns:mc="http://schemas.openxmlformats.org/markup-compatibility/2006">
                <mc:Choice xmlns:v="urn:schemas-microsoft-com:vml" Requires="v">
                  <p:oleObj spid="_x0000_s3356" name="" r:id="rId7" imgW="228600" imgH="317500" progId="Equation.3">
                    <p:embed/>
                  </p:oleObj>
                </mc:Choice>
                <mc:Fallback>
                  <p:oleObj name="" r:id="rId7" imgW="228600" imgH="317500" progId="Equation.3">
                    <p:embed/>
                    <p:pic>
                      <p:nvPicPr>
                        <p:cNvPr id="0" name="图片 3355"/>
                        <p:cNvPicPr/>
                        <p:nvPr/>
                      </p:nvPicPr>
                      <p:blipFill>
                        <a:blip r:embed="rId8">
                          <a:clrChange>
                            <a:clrFrom>
                              <a:srgbClr val="000000"/>
                            </a:clrFrom>
                            <a:clrTo>
                              <a:srgbClr val="FFFFFF"/>
                            </a:clrTo>
                          </a:clrChange>
                        </a:blip>
                        <a:stretch>
                          <a:fillRect/>
                        </a:stretch>
                      </p:blipFill>
                      <p:spPr>
                        <a:xfrm>
                          <a:off x="3469" y="1026"/>
                          <a:ext cx="285" cy="397"/>
                        </a:xfrm>
                        <a:prstGeom prst="rect">
                          <a:avLst/>
                        </a:prstGeom>
                        <a:noFill/>
                        <a:ln w="38100">
                          <a:noFill/>
                          <a:miter/>
                        </a:ln>
                      </p:spPr>
                    </p:pic>
                  </p:oleObj>
                </mc:Fallback>
              </mc:AlternateContent>
            </a:graphicData>
          </a:graphic>
        </p:graphicFrame>
        <p:graphicFrame>
          <p:nvGraphicFramePr>
            <p:cNvPr id="37894" name="Object 81"/>
            <p:cNvGraphicFramePr/>
            <p:nvPr/>
          </p:nvGraphicFramePr>
          <p:xfrm>
            <a:off x="3502" y="1672"/>
            <a:ext cx="285" cy="397"/>
          </p:xfrm>
          <a:graphic>
            <a:graphicData uri="http://schemas.openxmlformats.org/presentationml/2006/ole">
              <mc:AlternateContent xmlns:mc="http://schemas.openxmlformats.org/markup-compatibility/2006">
                <mc:Choice xmlns:v="urn:schemas-microsoft-com:vml" Requires="v">
                  <p:oleObj spid="_x0000_s3357" name="" r:id="rId9" imgW="228600" imgH="317500" progId="Equation.3">
                    <p:embed/>
                  </p:oleObj>
                </mc:Choice>
                <mc:Fallback>
                  <p:oleObj name="" r:id="rId9" imgW="228600" imgH="317500" progId="Equation.3">
                    <p:embed/>
                    <p:pic>
                      <p:nvPicPr>
                        <p:cNvPr id="0" name="图片 3356"/>
                        <p:cNvPicPr/>
                        <p:nvPr/>
                      </p:nvPicPr>
                      <p:blipFill>
                        <a:blip r:embed="rId10">
                          <a:clrChange>
                            <a:clrFrom>
                              <a:srgbClr val="000000"/>
                            </a:clrFrom>
                            <a:clrTo>
                              <a:srgbClr val="FFFFFF"/>
                            </a:clrTo>
                          </a:clrChange>
                        </a:blip>
                        <a:stretch>
                          <a:fillRect/>
                        </a:stretch>
                      </p:blipFill>
                      <p:spPr>
                        <a:xfrm>
                          <a:off x="3502" y="1672"/>
                          <a:ext cx="285" cy="397"/>
                        </a:xfrm>
                        <a:prstGeom prst="rect">
                          <a:avLst/>
                        </a:prstGeom>
                        <a:noFill/>
                        <a:ln w="38100">
                          <a:noFill/>
                          <a:miter/>
                        </a:ln>
                      </p:spPr>
                    </p:pic>
                  </p:oleObj>
                </mc:Fallback>
              </mc:AlternateContent>
            </a:graphicData>
          </a:graphic>
        </p:graphicFrame>
        <p:sp>
          <p:nvSpPr>
            <p:cNvPr id="37923" name="Rectangle 82"/>
            <p:cNvSpPr/>
            <p:nvPr/>
          </p:nvSpPr>
          <p:spPr>
            <a:xfrm>
              <a:off x="4557" y="213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37924" name="Rectangle 83"/>
            <p:cNvSpPr/>
            <p:nvPr/>
          </p:nvSpPr>
          <p:spPr>
            <a:xfrm>
              <a:off x="4557" y="1508"/>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37925" name="Rectangle 84"/>
            <p:cNvSpPr/>
            <p:nvPr/>
          </p:nvSpPr>
          <p:spPr>
            <a:xfrm>
              <a:off x="4512" y="827"/>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37926" name="Line 85"/>
            <p:cNvSpPr/>
            <p:nvPr/>
          </p:nvSpPr>
          <p:spPr>
            <a:xfrm>
              <a:off x="5375" y="1571"/>
              <a:ext cx="0" cy="1021"/>
            </a:xfrm>
            <a:prstGeom prst="line">
              <a:avLst/>
            </a:prstGeom>
            <a:ln w="28575" cap="flat" cmpd="sng">
              <a:solidFill>
                <a:srgbClr val="FFCC00"/>
              </a:solidFill>
              <a:prstDash val="solid"/>
              <a:headEnd type="none" w="med" len="med"/>
              <a:tailEnd type="none" w="med" len="med"/>
            </a:ln>
          </p:spPr>
        </p:sp>
        <p:sp>
          <p:nvSpPr>
            <p:cNvPr id="37927" name="Line 86"/>
            <p:cNvSpPr/>
            <p:nvPr/>
          </p:nvSpPr>
          <p:spPr>
            <a:xfrm>
              <a:off x="5102" y="1571"/>
              <a:ext cx="273" cy="0"/>
            </a:xfrm>
            <a:prstGeom prst="line">
              <a:avLst/>
            </a:prstGeom>
            <a:ln w="28575" cap="flat" cmpd="sng">
              <a:solidFill>
                <a:srgbClr val="FFCC00"/>
              </a:solidFill>
              <a:prstDash val="solid"/>
              <a:headEnd type="none" w="med" len="med"/>
              <a:tailEnd type="none" w="med" len="med"/>
            </a:ln>
          </p:spPr>
        </p:sp>
        <p:sp>
          <p:nvSpPr>
            <p:cNvPr id="37928" name="Line 87"/>
            <p:cNvSpPr/>
            <p:nvPr/>
          </p:nvSpPr>
          <p:spPr>
            <a:xfrm>
              <a:off x="2880" y="2569"/>
              <a:ext cx="2485" cy="0"/>
            </a:xfrm>
            <a:prstGeom prst="line">
              <a:avLst/>
            </a:prstGeom>
            <a:ln w="28575" cap="flat" cmpd="sng">
              <a:solidFill>
                <a:srgbClr val="FFCC00"/>
              </a:solidFill>
              <a:prstDash val="solid"/>
              <a:headEnd type="none" w="med" len="med"/>
              <a:tailEnd type="none" w="med" len="med"/>
            </a:ln>
          </p:spPr>
        </p:sp>
        <p:sp>
          <p:nvSpPr>
            <p:cNvPr id="37929" name="Text Box 88"/>
            <p:cNvSpPr txBox="1"/>
            <p:nvPr/>
          </p:nvSpPr>
          <p:spPr>
            <a:xfrm>
              <a:off x="3968" y="2170"/>
              <a:ext cx="352" cy="327"/>
            </a:xfrm>
            <a:prstGeom prst="rect">
              <a:avLst/>
            </a:prstGeom>
            <a:noFill/>
            <a:ln w="38100">
              <a:noFill/>
            </a:ln>
          </p:spPr>
          <p:txBody>
            <a:bodyPr>
              <a:spAutoFit/>
            </a:bodyPr>
            <a:p>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N</a:t>
              </a:r>
              <a:endParaRPr lang="en-US" altLang="zh-CN" sz="2800" b="0" i="1" dirty="0">
                <a:solidFill>
                  <a:schemeClr val="bg1"/>
                </a:solidFill>
                <a:latin typeface="Times New Roman" panose="02020603050405020304" pitchFamily="18" charset="0"/>
                <a:ea typeface="宋体" panose="02010600030101010101" pitchFamily="2" charset="-122"/>
              </a:endParaRPr>
            </a:p>
          </p:txBody>
        </p:sp>
        <p:sp>
          <p:nvSpPr>
            <p:cNvPr id="37930" name="Text Box 89"/>
            <p:cNvSpPr txBox="1"/>
            <p:nvPr/>
          </p:nvSpPr>
          <p:spPr>
            <a:xfrm>
              <a:off x="4513" y="482"/>
              <a:ext cx="308" cy="327"/>
            </a:xfrm>
            <a:prstGeom prst="rect">
              <a:avLst/>
            </a:prstGeom>
            <a:noFill/>
            <a:ln w="38100">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7931" name="Text Box 90"/>
            <p:cNvSpPr txBox="1"/>
            <p:nvPr/>
          </p:nvSpPr>
          <p:spPr>
            <a:xfrm>
              <a:off x="4558" y="1181"/>
              <a:ext cx="317" cy="327"/>
            </a:xfrm>
            <a:prstGeom prst="rect">
              <a:avLst/>
            </a:prstGeom>
            <a:noFill/>
            <a:ln w="38100">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7932" name="Text Box 91"/>
            <p:cNvSpPr txBox="1"/>
            <p:nvPr/>
          </p:nvSpPr>
          <p:spPr>
            <a:xfrm>
              <a:off x="4558" y="1798"/>
              <a:ext cx="308" cy="327"/>
            </a:xfrm>
            <a:prstGeom prst="rect">
              <a:avLst/>
            </a:prstGeom>
            <a:noFill/>
            <a:ln w="38100">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7933" name="Rectangle 92"/>
            <p:cNvSpPr/>
            <p:nvPr/>
          </p:nvSpPr>
          <p:spPr>
            <a:xfrm>
              <a:off x="3968" y="2496"/>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37934" name="Line 93"/>
            <p:cNvSpPr/>
            <p:nvPr/>
          </p:nvSpPr>
          <p:spPr>
            <a:xfrm>
              <a:off x="2880" y="1571"/>
              <a:ext cx="273" cy="0"/>
            </a:xfrm>
            <a:prstGeom prst="line">
              <a:avLst/>
            </a:prstGeom>
            <a:ln w="28575" cap="flat" cmpd="sng">
              <a:solidFill>
                <a:srgbClr val="FFCC00"/>
              </a:solidFill>
              <a:prstDash val="solid"/>
              <a:headEnd type="none" w="med" len="med"/>
              <a:tailEnd type="none" w="med" len="med"/>
            </a:ln>
          </p:spPr>
        </p:sp>
        <p:sp>
          <p:nvSpPr>
            <p:cNvPr id="37935" name="Line 94"/>
            <p:cNvSpPr/>
            <p:nvPr/>
          </p:nvSpPr>
          <p:spPr>
            <a:xfrm>
              <a:off x="2880" y="1571"/>
              <a:ext cx="0" cy="1021"/>
            </a:xfrm>
            <a:prstGeom prst="line">
              <a:avLst/>
            </a:prstGeom>
            <a:ln w="28575" cap="flat" cmpd="sng">
              <a:solidFill>
                <a:srgbClr val="FFCC00"/>
              </a:solidFill>
              <a:prstDash val="solid"/>
              <a:headEnd type="none" w="med" len="med"/>
              <a:tailEnd type="none" w="med" len="med"/>
            </a:ln>
          </p:spPr>
        </p:sp>
      </p:grpSp>
      <p:grpSp>
        <p:nvGrpSpPr>
          <p:cNvPr id="37898" name="Group 104"/>
          <p:cNvGrpSpPr/>
          <p:nvPr/>
        </p:nvGrpSpPr>
        <p:grpSpPr>
          <a:xfrm>
            <a:off x="8316913" y="6445250"/>
            <a:ext cx="792162" cy="366713"/>
            <a:chOff x="5193" y="4020"/>
            <a:chExt cx="499" cy="231"/>
          </a:xfrm>
        </p:grpSpPr>
        <p:pic>
          <p:nvPicPr>
            <p:cNvPr id="37905" name="Picture 105" descr="78900"/>
            <p:cNvPicPr>
              <a:picLocks noChangeAspect="1"/>
            </p:cNvPicPr>
            <p:nvPr/>
          </p:nvPicPr>
          <p:blipFill>
            <a:blip r:embed="rId11"/>
            <a:stretch>
              <a:fillRect/>
            </a:stretch>
          </p:blipFill>
          <p:spPr>
            <a:xfrm>
              <a:off x="5193" y="4066"/>
              <a:ext cx="499" cy="181"/>
            </a:xfrm>
            <a:prstGeom prst="rect">
              <a:avLst/>
            </a:prstGeom>
            <a:noFill/>
            <a:ln w="9525">
              <a:noFill/>
            </a:ln>
          </p:spPr>
        </p:pic>
        <p:sp>
          <p:nvSpPr>
            <p:cNvPr id="37906" name="Text Box 106">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7899" name="Group 107"/>
          <p:cNvGrpSpPr/>
          <p:nvPr/>
        </p:nvGrpSpPr>
        <p:grpSpPr>
          <a:xfrm>
            <a:off x="7451725" y="6445250"/>
            <a:ext cx="792163" cy="366713"/>
            <a:chOff x="5193" y="4020"/>
            <a:chExt cx="499" cy="231"/>
          </a:xfrm>
        </p:grpSpPr>
        <p:pic>
          <p:nvPicPr>
            <p:cNvPr id="37903" name="Picture 108" descr="78900"/>
            <p:cNvPicPr>
              <a:picLocks noChangeAspect="1"/>
            </p:cNvPicPr>
            <p:nvPr/>
          </p:nvPicPr>
          <p:blipFill>
            <a:blip r:embed="rId11"/>
            <a:stretch>
              <a:fillRect/>
            </a:stretch>
          </p:blipFill>
          <p:spPr>
            <a:xfrm>
              <a:off x="5193" y="4066"/>
              <a:ext cx="499" cy="181"/>
            </a:xfrm>
            <a:prstGeom prst="rect">
              <a:avLst/>
            </a:prstGeom>
            <a:noFill/>
            <a:ln w="9525">
              <a:noFill/>
            </a:ln>
          </p:spPr>
        </p:pic>
        <p:sp>
          <p:nvSpPr>
            <p:cNvPr id="37904" name="Text Box 109">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7900" name="Group 110"/>
          <p:cNvGrpSpPr/>
          <p:nvPr/>
        </p:nvGrpSpPr>
        <p:grpSpPr>
          <a:xfrm>
            <a:off x="6588125" y="6446838"/>
            <a:ext cx="792163" cy="366712"/>
            <a:chOff x="4695" y="4061"/>
            <a:chExt cx="499" cy="231"/>
          </a:xfrm>
        </p:grpSpPr>
        <p:pic>
          <p:nvPicPr>
            <p:cNvPr id="37901" name="Picture 111" descr="78900"/>
            <p:cNvPicPr>
              <a:picLocks noChangeAspect="1"/>
            </p:cNvPicPr>
            <p:nvPr/>
          </p:nvPicPr>
          <p:blipFill>
            <a:blip r:embed="rId11"/>
            <a:stretch>
              <a:fillRect/>
            </a:stretch>
          </p:blipFill>
          <p:spPr>
            <a:xfrm>
              <a:off x="4695" y="4107"/>
              <a:ext cx="499" cy="181"/>
            </a:xfrm>
            <a:prstGeom prst="rect">
              <a:avLst/>
            </a:prstGeom>
            <a:noFill/>
            <a:ln w="9525">
              <a:noFill/>
            </a:ln>
          </p:spPr>
        </p:pic>
        <p:sp>
          <p:nvSpPr>
            <p:cNvPr id="37902" name="Text Box 112">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69672"/>
                                        </p:tgtEl>
                                        <p:attrNameLst>
                                          <p:attrName>style.visibility</p:attrName>
                                        </p:attrNameLst>
                                      </p:cBhvr>
                                      <p:to>
                                        <p:strVal val="visible"/>
                                      </p:to>
                                    </p:set>
                                    <p:anim calcmode="lin" valueType="num">
                                      <p:cBhvr additive="base">
                                        <p:cTn id="12" dur="500" fill="hold"/>
                                        <p:tgtEl>
                                          <p:spTgt spid="69672"/>
                                        </p:tgtEl>
                                        <p:attrNameLst>
                                          <p:attrName>ppt_x</p:attrName>
                                        </p:attrNameLst>
                                      </p:cBhvr>
                                      <p:tavLst>
                                        <p:tav tm="0">
                                          <p:val>
                                            <p:strVal val="0-#ppt_w/2"/>
                                          </p:val>
                                        </p:tav>
                                        <p:tav tm="100000">
                                          <p:val>
                                            <p:strVal val="#ppt_x"/>
                                          </p:val>
                                        </p:tav>
                                      </p:tavLst>
                                    </p:anim>
                                    <p:anim calcmode="lin" valueType="num">
                                      <p:cBhvr additive="base">
                                        <p:cTn id="13" dur="500" fill="hold"/>
                                        <p:tgtEl>
                                          <p:spTgt spid="6967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69634"/>
                                        </p:tgtEl>
                                        <p:attrNameLst>
                                          <p:attrName>style.visibility</p:attrName>
                                        </p:attrNameLst>
                                      </p:cBhvr>
                                      <p:to>
                                        <p:strVal val="visible"/>
                                      </p:to>
                                    </p:set>
                                    <p:anim calcmode="lin" valueType="num">
                                      <p:cBhvr additive="base">
                                        <p:cTn id="18" dur="500" fill="hold"/>
                                        <p:tgtEl>
                                          <p:spTgt spid="69634"/>
                                        </p:tgtEl>
                                        <p:attrNameLst>
                                          <p:attrName>ppt_x</p:attrName>
                                        </p:attrNameLst>
                                      </p:cBhvr>
                                      <p:tavLst>
                                        <p:tav tm="0">
                                          <p:val>
                                            <p:strVal val="0-#ppt_w/2"/>
                                          </p:val>
                                        </p:tav>
                                        <p:tav tm="100000">
                                          <p:val>
                                            <p:strVal val="#ppt_x"/>
                                          </p:val>
                                        </p:tav>
                                      </p:tavLst>
                                    </p:anim>
                                    <p:anim calcmode="lin" valueType="num">
                                      <p:cBhvr additive="base">
                                        <p:cTn id="19" dur="500" fill="hold"/>
                                        <p:tgtEl>
                                          <p:spTgt spid="69634"/>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nodeType="clickEffect">
                                  <p:stCondLst>
                                    <p:cond delay="0"/>
                                  </p:stCondLst>
                                  <p:childTnLst>
                                    <p:set>
                                      <p:cBhvr>
                                        <p:cTn id="23" dur="1" fill="hold">
                                          <p:stCondLst>
                                            <p:cond delay="0"/>
                                          </p:stCondLst>
                                        </p:cTn>
                                        <p:tgtEl>
                                          <p:spTgt spid="69674"/>
                                        </p:tgtEl>
                                        <p:attrNameLst>
                                          <p:attrName>style.visibility</p:attrName>
                                        </p:attrNameLst>
                                      </p:cBhvr>
                                      <p:to>
                                        <p:strVal val="visible"/>
                                      </p:to>
                                    </p:set>
                                    <p:animEffect transition="in" filter="slide(fromBottom)">
                                      <p:cBhvr>
                                        <p:cTn id="24" dur="2000"/>
                                        <p:tgtEl>
                                          <p:spTgt spid="6967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69673"/>
                                        </p:tgtEl>
                                        <p:attrNameLst>
                                          <p:attrName>style.visibility</p:attrName>
                                        </p:attrNameLst>
                                      </p:cBhvr>
                                      <p:to>
                                        <p:strVal val="visible"/>
                                      </p:to>
                                    </p:set>
                                    <p:animEffect transition="in" filter="wipe(left)">
                                      <p:cBhvr>
                                        <p:cTn id="29" dur="2000"/>
                                        <p:tgtEl>
                                          <p:spTgt spid="696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p:bldP spid="6967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Text Box 2"/>
          <p:cNvSpPr txBox="1"/>
          <p:nvPr/>
        </p:nvSpPr>
        <p:spPr>
          <a:xfrm>
            <a:off x="3563938" y="3284538"/>
            <a:ext cx="5541962" cy="519112"/>
          </a:xfrm>
          <a:prstGeom prst="rect">
            <a:avLst/>
          </a:prstGeom>
          <a:noFill/>
          <a:ln w="9525">
            <a:noFill/>
          </a:ln>
        </p:spPr>
        <p:txBody>
          <a:bodyPr wrap="none">
            <a:spAutoFit/>
          </a:bodyPr>
          <a:p>
            <a:r>
              <a:rPr lang="zh-CN" altLang="en-US" sz="2800" dirty="0">
                <a:latin typeface="Times New Roman" panose="02020603050405020304" pitchFamily="18" charset="0"/>
              </a:rPr>
              <a:t>负载中性点与电源中性点不重合。</a:t>
            </a:r>
            <a:endParaRPr lang="zh-CN" altLang="en-US" sz="2800" dirty="0">
              <a:latin typeface="Times New Roman" panose="02020603050405020304" pitchFamily="18" charset="0"/>
            </a:endParaRPr>
          </a:p>
        </p:txBody>
      </p:sp>
      <p:sp>
        <p:nvSpPr>
          <p:cNvPr id="68611" name="Text Box 3"/>
          <p:cNvSpPr txBox="1"/>
          <p:nvPr/>
        </p:nvSpPr>
        <p:spPr>
          <a:xfrm>
            <a:off x="539750" y="4149725"/>
            <a:ext cx="8353425" cy="2143125"/>
          </a:xfrm>
          <a:prstGeom prst="rect">
            <a:avLst/>
          </a:prstGeom>
          <a:noFill/>
          <a:ln w="9525">
            <a:noFill/>
          </a:ln>
        </p:spPr>
        <p:txBody>
          <a:bodyPr>
            <a:spAutoFit/>
          </a:bodyPr>
          <a:p>
            <a:pPr indent="571500">
              <a:lnSpc>
                <a:spcPct val="120000"/>
              </a:lnSpc>
            </a:pPr>
            <a:r>
              <a:rPr lang="en-US" altLang="zh-CN" sz="2800" dirty="0">
                <a:latin typeface="Times New Roman" panose="02020603050405020304" pitchFamily="18" charset="0"/>
              </a:rPr>
              <a:t>           </a:t>
            </a:r>
            <a:r>
              <a:rPr lang="zh-CN" altLang="en-US" sz="2800" dirty="0">
                <a:latin typeface="Times New Roman" panose="02020603050405020304" pitchFamily="18" charset="0"/>
              </a:rPr>
              <a:t>在电源对称情况下，可以根据中性点位移的情况来判断负载端不对称的程度。当中性点位移较大时，会造成负载相电压严重不对称，使负载的工作状态不正常。</a:t>
            </a:r>
            <a:endParaRPr lang="zh-CN" altLang="en-US" sz="2800" dirty="0">
              <a:latin typeface="Times New Roman" panose="02020603050405020304" pitchFamily="18" charset="0"/>
            </a:endParaRPr>
          </a:p>
        </p:txBody>
      </p:sp>
      <p:sp>
        <p:nvSpPr>
          <p:cNvPr id="68612" name="Text Box 4"/>
          <p:cNvSpPr txBox="1"/>
          <p:nvPr/>
        </p:nvSpPr>
        <p:spPr>
          <a:xfrm>
            <a:off x="827088" y="765175"/>
            <a:ext cx="1358900" cy="519113"/>
          </a:xfrm>
          <a:prstGeom prst="rect">
            <a:avLst/>
          </a:prstGeom>
          <a:solidFill>
            <a:schemeClr val="hlink"/>
          </a:solidFill>
          <a:ln w="9525">
            <a:noFill/>
          </a:ln>
        </p:spPr>
        <p:txBody>
          <a:bodyPr>
            <a:spAutoFit/>
          </a:bodyPr>
          <a:p>
            <a:r>
              <a:rPr lang="zh-CN" altLang="en-US" sz="2800" dirty="0">
                <a:solidFill>
                  <a:schemeClr val="bg1"/>
                </a:solidFill>
                <a:latin typeface="Times New Roman" panose="02020603050405020304" pitchFamily="18" charset="0"/>
              </a:rPr>
              <a:t>相量图</a:t>
            </a:r>
            <a:endParaRPr lang="zh-CN" altLang="en-US" sz="2800" dirty="0">
              <a:solidFill>
                <a:schemeClr val="bg1"/>
              </a:solidFill>
              <a:latin typeface="Times New Roman" panose="02020603050405020304" pitchFamily="18" charset="0"/>
            </a:endParaRPr>
          </a:p>
        </p:txBody>
      </p:sp>
      <p:grpSp>
        <p:nvGrpSpPr>
          <p:cNvPr id="2" name="Group 5"/>
          <p:cNvGrpSpPr/>
          <p:nvPr/>
        </p:nvGrpSpPr>
        <p:grpSpPr>
          <a:xfrm>
            <a:off x="3121025" y="765175"/>
            <a:ext cx="2701925" cy="2417763"/>
            <a:chOff x="1323" y="794"/>
            <a:chExt cx="1702" cy="1523"/>
          </a:xfrm>
        </p:grpSpPr>
        <p:graphicFrame>
          <p:nvGraphicFramePr>
            <p:cNvPr id="38918" name="Object 6"/>
            <p:cNvGraphicFramePr/>
            <p:nvPr/>
          </p:nvGraphicFramePr>
          <p:xfrm>
            <a:off x="2691" y="1491"/>
            <a:ext cx="334" cy="399"/>
          </p:xfrm>
          <a:graphic>
            <a:graphicData uri="http://schemas.openxmlformats.org/presentationml/2006/ole">
              <mc:AlternateContent xmlns:mc="http://schemas.openxmlformats.org/markup-compatibility/2006">
                <mc:Choice xmlns:v="urn:schemas-microsoft-com:vml" Requires="v">
                  <p:oleObj spid="_x0000_s3363" name="" r:id="rId1" imgW="304800" imgH="317500" progId="Equation.3">
                    <p:embed/>
                  </p:oleObj>
                </mc:Choice>
                <mc:Fallback>
                  <p:oleObj name="" r:id="rId1" imgW="304800" imgH="317500" progId="Equation.3">
                    <p:embed/>
                    <p:pic>
                      <p:nvPicPr>
                        <p:cNvPr id="0" name="图片 3362"/>
                        <p:cNvPicPr/>
                        <p:nvPr/>
                      </p:nvPicPr>
                      <p:blipFill>
                        <a:blip r:embed="rId2">
                          <a:clrChange>
                            <a:clrFrom>
                              <a:srgbClr val="000000"/>
                            </a:clrFrom>
                            <a:clrTo>
                              <a:srgbClr val="FFFFFF"/>
                            </a:clrTo>
                          </a:clrChange>
                        </a:blip>
                        <a:stretch>
                          <a:fillRect/>
                        </a:stretch>
                      </p:blipFill>
                      <p:spPr>
                        <a:xfrm>
                          <a:off x="2691" y="1491"/>
                          <a:ext cx="334" cy="399"/>
                        </a:xfrm>
                        <a:prstGeom prst="rect">
                          <a:avLst/>
                        </a:prstGeom>
                        <a:noFill/>
                        <a:ln w="38100">
                          <a:noFill/>
                          <a:miter/>
                        </a:ln>
                      </p:spPr>
                    </p:pic>
                  </p:oleObj>
                </mc:Fallback>
              </mc:AlternateContent>
            </a:graphicData>
          </a:graphic>
        </p:graphicFrame>
        <p:graphicFrame>
          <p:nvGraphicFramePr>
            <p:cNvPr id="38919" name="Object 7"/>
            <p:cNvGraphicFramePr/>
            <p:nvPr/>
          </p:nvGraphicFramePr>
          <p:xfrm>
            <a:off x="1323" y="1838"/>
            <a:ext cx="322" cy="399"/>
          </p:xfrm>
          <a:graphic>
            <a:graphicData uri="http://schemas.openxmlformats.org/presentationml/2006/ole">
              <mc:AlternateContent xmlns:mc="http://schemas.openxmlformats.org/markup-compatibility/2006">
                <mc:Choice xmlns:v="urn:schemas-microsoft-com:vml" Requires="v">
                  <p:oleObj spid="_x0000_s3362" name="" r:id="rId3" imgW="292100" imgH="317500" progId="Equation.3">
                    <p:embed/>
                  </p:oleObj>
                </mc:Choice>
                <mc:Fallback>
                  <p:oleObj name="" r:id="rId3" imgW="292100" imgH="317500" progId="Equation.3">
                    <p:embed/>
                    <p:pic>
                      <p:nvPicPr>
                        <p:cNvPr id="0" name="图片 3361"/>
                        <p:cNvPicPr/>
                        <p:nvPr/>
                      </p:nvPicPr>
                      <p:blipFill>
                        <a:blip r:embed="rId4">
                          <a:clrChange>
                            <a:clrFrom>
                              <a:srgbClr val="000000"/>
                            </a:clrFrom>
                            <a:clrTo>
                              <a:srgbClr val="FFFFFF"/>
                            </a:clrTo>
                          </a:clrChange>
                        </a:blip>
                        <a:stretch>
                          <a:fillRect/>
                        </a:stretch>
                      </p:blipFill>
                      <p:spPr>
                        <a:xfrm>
                          <a:off x="1323" y="1838"/>
                          <a:ext cx="322" cy="399"/>
                        </a:xfrm>
                        <a:prstGeom prst="rect">
                          <a:avLst/>
                        </a:prstGeom>
                        <a:noFill/>
                        <a:ln w="38100">
                          <a:noFill/>
                          <a:miter/>
                        </a:ln>
                      </p:spPr>
                    </p:pic>
                  </p:oleObj>
                </mc:Fallback>
              </mc:AlternateContent>
            </a:graphicData>
          </a:graphic>
        </p:graphicFrame>
        <p:graphicFrame>
          <p:nvGraphicFramePr>
            <p:cNvPr id="38920" name="Object 8"/>
            <p:cNvGraphicFramePr/>
            <p:nvPr/>
          </p:nvGraphicFramePr>
          <p:xfrm>
            <a:off x="1426" y="817"/>
            <a:ext cx="320" cy="399"/>
          </p:xfrm>
          <a:graphic>
            <a:graphicData uri="http://schemas.openxmlformats.org/presentationml/2006/ole">
              <mc:AlternateContent xmlns:mc="http://schemas.openxmlformats.org/markup-compatibility/2006">
                <mc:Choice xmlns:v="urn:schemas-microsoft-com:vml" Requires="v">
                  <p:oleObj spid="_x0000_s3364" name="" r:id="rId5" imgW="292100" imgH="317500" progId="Equation.3">
                    <p:embed/>
                  </p:oleObj>
                </mc:Choice>
                <mc:Fallback>
                  <p:oleObj name="" r:id="rId5" imgW="292100" imgH="317500" progId="Equation.3">
                    <p:embed/>
                    <p:pic>
                      <p:nvPicPr>
                        <p:cNvPr id="0" name="图片 3363"/>
                        <p:cNvPicPr/>
                        <p:nvPr/>
                      </p:nvPicPr>
                      <p:blipFill>
                        <a:blip r:embed="rId6">
                          <a:clrChange>
                            <a:clrFrom>
                              <a:srgbClr val="000000"/>
                            </a:clrFrom>
                            <a:clrTo>
                              <a:srgbClr val="FFFFFF"/>
                            </a:clrTo>
                          </a:clrChange>
                        </a:blip>
                        <a:stretch>
                          <a:fillRect/>
                        </a:stretch>
                      </p:blipFill>
                      <p:spPr>
                        <a:xfrm>
                          <a:off x="1426" y="817"/>
                          <a:ext cx="320" cy="399"/>
                        </a:xfrm>
                        <a:prstGeom prst="rect">
                          <a:avLst/>
                        </a:prstGeom>
                        <a:noFill/>
                        <a:ln w="38100">
                          <a:noFill/>
                          <a:miter/>
                        </a:ln>
                      </p:spPr>
                    </p:pic>
                  </p:oleObj>
                </mc:Fallback>
              </mc:AlternateContent>
            </a:graphicData>
          </a:graphic>
        </p:graphicFrame>
        <p:sp>
          <p:nvSpPr>
            <p:cNvPr id="38948" name="Text Box 9"/>
            <p:cNvSpPr txBox="1"/>
            <p:nvPr/>
          </p:nvSpPr>
          <p:spPr>
            <a:xfrm>
              <a:off x="1759" y="1412"/>
              <a:ext cx="241" cy="288"/>
            </a:xfrm>
            <a:prstGeom prst="rect">
              <a:avLst/>
            </a:prstGeom>
            <a:noFill/>
            <a:ln w="28575">
              <a:noFill/>
            </a:ln>
          </p:spPr>
          <p:txBody>
            <a:bodyPr>
              <a:spAutoFit/>
            </a:bodyPr>
            <a:p>
              <a:pPr>
                <a:spcBef>
                  <a:spcPct val="50000"/>
                </a:spcBef>
              </a:pPr>
              <a:r>
                <a:rPr lang="en-US" altLang="zh-CN" sz="2400" b="0" dirty="0">
                  <a:solidFill>
                    <a:schemeClr val="bg1"/>
                  </a:solidFill>
                  <a:latin typeface="Times New Roman" panose="02020603050405020304" pitchFamily="18" charset="0"/>
                  <a:ea typeface="宋体" panose="02010600030101010101" pitchFamily="2" charset="-122"/>
                </a:rPr>
                <a:t>N</a:t>
              </a:r>
              <a:endParaRPr lang="en-US" altLang="zh-CN" sz="2400" b="0" dirty="0">
                <a:solidFill>
                  <a:schemeClr val="bg1"/>
                </a:solidFill>
                <a:latin typeface="Times New Roman" panose="02020603050405020304" pitchFamily="18" charset="0"/>
                <a:ea typeface="宋体" panose="02010600030101010101" pitchFamily="2" charset="-122"/>
              </a:endParaRPr>
            </a:p>
          </p:txBody>
        </p:sp>
        <p:sp>
          <p:nvSpPr>
            <p:cNvPr id="38949" name="Line 10"/>
            <p:cNvSpPr/>
            <p:nvPr/>
          </p:nvSpPr>
          <p:spPr>
            <a:xfrm>
              <a:off x="2032" y="1560"/>
              <a:ext cx="896" cy="0"/>
            </a:xfrm>
            <a:prstGeom prst="line">
              <a:avLst/>
            </a:prstGeom>
            <a:ln w="28575" cap="flat" cmpd="sng">
              <a:solidFill>
                <a:srgbClr val="00FFFF"/>
              </a:solidFill>
              <a:prstDash val="solid"/>
              <a:headEnd type="none" w="med" len="med"/>
              <a:tailEnd type="triangle" w="med" len="med"/>
            </a:ln>
          </p:spPr>
        </p:sp>
        <p:sp>
          <p:nvSpPr>
            <p:cNvPr id="38950" name="Line 11"/>
            <p:cNvSpPr/>
            <p:nvPr/>
          </p:nvSpPr>
          <p:spPr>
            <a:xfrm rot="-7200000">
              <a:off x="1419" y="1202"/>
              <a:ext cx="817" cy="0"/>
            </a:xfrm>
            <a:prstGeom prst="line">
              <a:avLst/>
            </a:prstGeom>
            <a:ln w="28575" cap="flat" cmpd="sng">
              <a:solidFill>
                <a:srgbClr val="00FFFF"/>
              </a:solidFill>
              <a:prstDash val="solid"/>
              <a:headEnd type="none" w="med" len="med"/>
              <a:tailEnd type="triangle" w="med" len="med"/>
            </a:ln>
          </p:spPr>
        </p:sp>
        <p:sp>
          <p:nvSpPr>
            <p:cNvPr id="38951" name="Line 12"/>
            <p:cNvSpPr/>
            <p:nvPr/>
          </p:nvSpPr>
          <p:spPr>
            <a:xfrm rot="7200000">
              <a:off x="1420" y="1909"/>
              <a:ext cx="816" cy="0"/>
            </a:xfrm>
            <a:prstGeom prst="line">
              <a:avLst/>
            </a:prstGeom>
            <a:ln w="28575" cap="flat" cmpd="sng">
              <a:solidFill>
                <a:srgbClr val="00FFFF"/>
              </a:solidFill>
              <a:prstDash val="solid"/>
              <a:headEnd type="none" w="med" len="med"/>
              <a:tailEnd type="triangle" w="med" len="med"/>
            </a:ln>
          </p:spPr>
        </p:sp>
      </p:grpSp>
      <p:grpSp>
        <p:nvGrpSpPr>
          <p:cNvPr id="3" name="Group 13"/>
          <p:cNvGrpSpPr/>
          <p:nvPr/>
        </p:nvGrpSpPr>
        <p:grpSpPr>
          <a:xfrm>
            <a:off x="4049713" y="1146175"/>
            <a:ext cx="1330325" cy="687388"/>
            <a:chOff x="1908" y="1034"/>
            <a:chExt cx="838" cy="433"/>
          </a:xfrm>
        </p:grpSpPr>
        <p:graphicFrame>
          <p:nvGraphicFramePr>
            <p:cNvPr id="38917" name="Object 14"/>
            <p:cNvGraphicFramePr/>
            <p:nvPr/>
          </p:nvGraphicFramePr>
          <p:xfrm>
            <a:off x="1908" y="1045"/>
            <a:ext cx="368" cy="404"/>
          </p:xfrm>
          <a:graphic>
            <a:graphicData uri="http://schemas.openxmlformats.org/presentationml/2006/ole">
              <mc:AlternateContent xmlns:mc="http://schemas.openxmlformats.org/markup-compatibility/2006">
                <mc:Choice xmlns:v="urn:schemas-microsoft-com:vml" Requires="v">
                  <p:oleObj spid="_x0000_s3359" name="" r:id="rId7" imgW="330200" imgH="317500" progId="Equation.3">
                    <p:embed/>
                  </p:oleObj>
                </mc:Choice>
                <mc:Fallback>
                  <p:oleObj name="" r:id="rId7" imgW="330200" imgH="317500" progId="Equation.3">
                    <p:embed/>
                    <p:pic>
                      <p:nvPicPr>
                        <p:cNvPr id="0" name="图片 3358"/>
                        <p:cNvPicPr/>
                        <p:nvPr/>
                      </p:nvPicPr>
                      <p:blipFill>
                        <a:blip r:embed="rId8">
                          <a:clrChange>
                            <a:clrFrom>
                              <a:srgbClr val="000000"/>
                            </a:clrFrom>
                            <a:clrTo>
                              <a:srgbClr val="FF3300"/>
                            </a:clrTo>
                          </a:clrChange>
                        </a:blip>
                        <a:stretch>
                          <a:fillRect/>
                        </a:stretch>
                      </p:blipFill>
                      <p:spPr>
                        <a:xfrm>
                          <a:off x="1908" y="1045"/>
                          <a:ext cx="368" cy="404"/>
                        </a:xfrm>
                        <a:prstGeom prst="rect">
                          <a:avLst/>
                        </a:prstGeom>
                        <a:noFill/>
                        <a:ln w="38100">
                          <a:noFill/>
                          <a:miter/>
                        </a:ln>
                      </p:spPr>
                    </p:pic>
                  </p:oleObj>
                </mc:Fallback>
              </mc:AlternateContent>
            </a:graphicData>
          </a:graphic>
        </p:graphicFrame>
        <p:sp>
          <p:nvSpPr>
            <p:cNvPr id="38946" name="Line 15"/>
            <p:cNvSpPr/>
            <p:nvPr/>
          </p:nvSpPr>
          <p:spPr>
            <a:xfrm rot="-7089965">
              <a:off x="2194" y="1224"/>
              <a:ext cx="55" cy="431"/>
            </a:xfrm>
            <a:prstGeom prst="line">
              <a:avLst/>
            </a:prstGeom>
            <a:ln w="28575" cap="flat" cmpd="sng">
              <a:solidFill>
                <a:srgbClr val="FF3300"/>
              </a:solidFill>
              <a:prstDash val="solid"/>
              <a:headEnd type="none" w="med" len="med"/>
              <a:tailEnd type="triangle" w="med" len="med"/>
            </a:ln>
          </p:spPr>
        </p:sp>
        <p:sp>
          <p:nvSpPr>
            <p:cNvPr id="38947" name="Text Box 16"/>
            <p:cNvSpPr txBox="1"/>
            <p:nvPr/>
          </p:nvSpPr>
          <p:spPr>
            <a:xfrm>
              <a:off x="2297" y="1034"/>
              <a:ext cx="449" cy="288"/>
            </a:xfrm>
            <a:prstGeom prst="rect">
              <a:avLst/>
            </a:prstGeom>
            <a:noFill/>
            <a:ln w="9525">
              <a:noFill/>
            </a:ln>
          </p:spPr>
          <p:txBody>
            <a:bodyPr>
              <a:spAutoFit/>
            </a:bodyPr>
            <a:p>
              <a:pPr>
                <a:spcBef>
                  <a:spcPct val="50000"/>
                </a:spcBef>
              </a:pPr>
              <a:r>
                <a:rPr lang="en-US" altLang="zh-CN" sz="2400" b="0" dirty="0">
                  <a:solidFill>
                    <a:schemeClr val="bg1"/>
                  </a:solidFill>
                  <a:latin typeface="Times New Roman" panose="02020603050405020304" pitchFamily="18" charset="0"/>
                  <a:ea typeface="宋体" panose="02010600030101010101" pitchFamily="2" charset="-122"/>
                </a:rPr>
                <a:t>N'</a:t>
              </a:r>
              <a:endParaRPr lang="en-US" altLang="zh-CN" sz="2400" b="0" dirty="0">
                <a:solidFill>
                  <a:schemeClr val="bg1"/>
                </a:solidFill>
                <a:latin typeface="Times New Roman" panose="02020603050405020304" pitchFamily="18" charset="0"/>
                <a:ea typeface="宋体" panose="02010600030101010101" pitchFamily="2" charset="-122"/>
              </a:endParaRPr>
            </a:p>
          </p:txBody>
        </p:sp>
      </p:grpSp>
      <p:grpSp>
        <p:nvGrpSpPr>
          <p:cNvPr id="4" name="Group 17"/>
          <p:cNvGrpSpPr/>
          <p:nvPr/>
        </p:nvGrpSpPr>
        <p:grpSpPr>
          <a:xfrm>
            <a:off x="5049838" y="1273175"/>
            <a:ext cx="852487" cy="901700"/>
            <a:chOff x="2538" y="1114"/>
            <a:chExt cx="537" cy="568"/>
          </a:xfrm>
        </p:grpSpPr>
        <p:sp>
          <p:nvSpPr>
            <p:cNvPr id="38945" name="Line 18"/>
            <p:cNvSpPr/>
            <p:nvPr/>
          </p:nvSpPr>
          <p:spPr>
            <a:xfrm rot="-2663683">
              <a:off x="2538" y="1180"/>
              <a:ext cx="208" cy="502"/>
            </a:xfrm>
            <a:prstGeom prst="line">
              <a:avLst/>
            </a:prstGeom>
            <a:ln w="28575" cap="flat" cmpd="sng">
              <a:solidFill>
                <a:srgbClr val="FFFF00"/>
              </a:solidFill>
              <a:prstDash val="solid"/>
              <a:headEnd type="none" w="med" len="med"/>
              <a:tailEnd type="triangle" w="med" len="med"/>
            </a:ln>
          </p:spPr>
        </p:sp>
        <p:graphicFrame>
          <p:nvGraphicFramePr>
            <p:cNvPr id="38916" name="Object 19"/>
            <p:cNvGraphicFramePr/>
            <p:nvPr/>
          </p:nvGraphicFramePr>
          <p:xfrm>
            <a:off x="2725" y="1114"/>
            <a:ext cx="350" cy="399"/>
          </p:xfrm>
          <a:graphic>
            <a:graphicData uri="http://schemas.openxmlformats.org/presentationml/2006/ole">
              <mc:AlternateContent xmlns:mc="http://schemas.openxmlformats.org/markup-compatibility/2006">
                <mc:Choice xmlns:v="urn:schemas-microsoft-com:vml" Requires="v">
                  <p:oleObj spid="_x0000_s3358" name="" r:id="rId9" imgW="317500" imgH="317500" progId="Equation.3">
                    <p:embed/>
                  </p:oleObj>
                </mc:Choice>
                <mc:Fallback>
                  <p:oleObj name="" r:id="rId9" imgW="317500" imgH="317500" progId="Equation.3">
                    <p:embed/>
                    <p:pic>
                      <p:nvPicPr>
                        <p:cNvPr id="0" name="图片 3357"/>
                        <p:cNvPicPr/>
                        <p:nvPr/>
                      </p:nvPicPr>
                      <p:blipFill>
                        <a:blip r:embed="rId10">
                          <a:clrChange>
                            <a:clrFrom>
                              <a:srgbClr val="000000"/>
                            </a:clrFrom>
                            <a:clrTo>
                              <a:srgbClr val="FFFF00"/>
                            </a:clrTo>
                          </a:clrChange>
                        </a:blip>
                        <a:stretch>
                          <a:fillRect/>
                        </a:stretch>
                      </p:blipFill>
                      <p:spPr>
                        <a:xfrm>
                          <a:off x="2725" y="1114"/>
                          <a:ext cx="350" cy="399"/>
                        </a:xfrm>
                        <a:prstGeom prst="rect">
                          <a:avLst/>
                        </a:prstGeom>
                        <a:noFill/>
                        <a:ln w="38100">
                          <a:noFill/>
                          <a:miter/>
                        </a:ln>
                      </p:spPr>
                    </p:pic>
                  </p:oleObj>
                </mc:Fallback>
              </mc:AlternateContent>
            </a:graphicData>
          </a:graphic>
        </p:graphicFrame>
      </p:grpSp>
      <p:grpSp>
        <p:nvGrpSpPr>
          <p:cNvPr id="5" name="Group 20"/>
          <p:cNvGrpSpPr/>
          <p:nvPr/>
        </p:nvGrpSpPr>
        <p:grpSpPr>
          <a:xfrm>
            <a:off x="3824288" y="1422400"/>
            <a:ext cx="554037" cy="1870075"/>
            <a:chOff x="1766" y="1208"/>
            <a:chExt cx="349" cy="1178"/>
          </a:xfrm>
        </p:grpSpPr>
        <p:sp>
          <p:nvSpPr>
            <p:cNvPr id="38944" name="Line 21"/>
            <p:cNvSpPr/>
            <p:nvPr/>
          </p:nvSpPr>
          <p:spPr>
            <a:xfrm rot="7305563">
              <a:off x="1422" y="1717"/>
              <a:ext cx="1178" cy="159"/>
            </a:xfrm>
            <a:prstGeom prst="line">
              <a:avLst/>
            </a:prstGeom>
            <a:ln w="28575" cap="flat" cmpd="sng">
              <a:solidFill>
                <a:srgbClr val="FFFF00"/>
              </a:solidFill>
              <a:prstDash val="solid"/>
              <a:headEnd type="none" w="med" len="med"/>
              <a:tailEnd type="triangle" w="med" len="med"/>
            </a:ln>
          </p:spPr>
        </p:sp>
        <p:graphicFrame>
          <p:nvGraphicFramePr>
            <p:cNvPr id="38915" name="Object 22"/>
            <p:cNvGraphicFramePr/>
            <p:nvPr/>
          </p:nvGraphicFramePr>
          <p:xfrm>
            <a:off x="1766" y="1986"/>
            <a:ext cx="349" cy="399"/>
          </p:xfrm>
          <a:graphic>
            <a:graphicData uri="http://schemas.openxmlformats.org/presentationml/2006/ole">
              <mc:AlternateContent xmlns:mc="http://schemas.openxmlformats.org/markup-compatibility/2006">
                <mc:Choice xmlns:v="urn:schemas-microsoft-com:vml" Requires="v">
                  <p:oleObj spid="_x0000_s3360" name="" r:id="rId11" imgW="317500" imgH="317500" progId="Equation.3">
                    <p:embed/>
                  </p:oleObj>
                </mc:Choice>
                <mc:Fallback>
                  <p:oleObj name="" r:id="rId11" imgW="317500" imgH="317500" progId="Equation.3">
                    <p:embed/>
                    <p:pic>
                      <p:nvPicPr>
                        <p:cNvPr id="0" name="图片 3359"/>
                        <p:cNvPicPr/>
                        <p:nvPr/>
                      </p:nvPicPr>
                      <p:blipFill>
                        <a:blip r:embed="rId12">
                          <a:clrChange>
                            <a:clrFrom>
                              <a:srgbClr val="000000"/>
                            </a:clrFrom>
                            <a:clrTo>
                              <a:srgbClr val="FFFF00"/>
                            </a:clrTo>
                          </a:clrChange>
                        </a:blip>
                        <a:stretch>
                          <a:fillRect/>
                        </a:stretch>
                      </p:blipFill>
                      <p:spPr>
                        <a:xfrm>
                          <a:off x="1766" y="1986"/>
                          <a:ext cx="349" cy="399"/>
                        </a:xfrm>
                        <a:prstGeom prst="rect">
                          <a:avLst/>
                        </a:prstGeom>
                        <a:noFill/>
                        <a:ln w="38100">
                          <a:noFill/>
                          <a:miter/>
                        </a:ln>
                      </p:spPr>
                    </p:pic>
                  </p:oleObj>
                </mc:Fallback>
              </mc:AlternateContent>
            </a:graphicData>
          </a:graphic>
        </p:graphicFrame>
      </p:grpSp>
      <p:grpSp>
        <p:nvGrpSpPr>
          <p:cNvPr id="6" name="Group 23"/>
          <p:cNvGrpSpPr/>
          <p:nvPr/>
        </p:nvGrpSpPr>
        <p:grpSpPr>
          <a:xfrm>
            <a:off x="3875088" y="495300"/>
            <a:ext cx="676275" cy="1322388"/>
            <a:chOff x="1798" y="624"/>
            <a:chExt cx="426" cy="833"/>
          </a:xfrm>
        </p:grpSpPr>
        <p:sp>
          <p:nvSpPr>
            <p:cNvPr id="38943" name="Line 24"/>
            <p:cNvSpPr/>
            <p:nvPr/>
          </p:nvSpPr>
          <p:spPr>
            <a:xfrm rot="-7130728" flipV="1">
              <a:off x="1648" y="881"/>
              <a:ext cx="733" cy="418"/>
            </a:xfrm>
            <a:prstGeom prst="line">
              <a:avLst/>
            </a:prstGeom>
            <a:ln w="28575" cap="flat" cmpd="sng">
              <a:solidFill>
                <a:srgbClr val="FFFF00"/>
              </a:solidFill>
              <a:prstDash val="solid"/>
              <a:headEnd type="none" w="med" len="med"/>
              <a:tailEnd type="triangle" w="med" len="med"/>
            </a:ln>
          </p:spPr>
        </p:sp>
        <p:graphicFrame>
          <p:nvGraphicFramePr>
            <p:cNvPr id="38914" name="Object 25"/>
            <p:cNvGraphicFramePr/>
            <p:nvPr/>
          </p:nvGraphicFramePr>
          <p:xfrm>
            <a:off x="1798" y="624"/>
            <a:ext cx="348" cy="383"/>
          </p:xfrm>
          <a:graphic>
            <a:graphicData uri="http://schemas.openxmlformats.org/presentationml/2006/ole">
              <mc:AlternateContent xmlns:mc="http://schemas.openxmlformats.org/markup-compatibility/2006">
                <mc:Choice xmlns:v="urn:schemas-microsoft-com:vml" Requires="v">
                  <p:oleObj spid="_x0000_s3361" name="" r:id="rId13" imgW="317500" imgH="304800" progId="Equation.3">
                    <p:embed/>
                  </p:oleObj>
                </mc:Choice>
                <mc:Fallback>
                  <p:oleObj name="" r:id="rId13" imgW="317500" imgH="304800" progId="Equation.3">
                    <p:embed/>
                    <p:pic>
                      <p:nvPicPr>
                        <p:cNvPr id="0" name="图片 3360"/>
                        <p:cNvPicPr/>
                        <p:nvPr/>
                      </p:nvPicPr>
                      <p:blipFill>
                        <a:blip r:embed="rId14">
                          <a:clrChange>
                            <a:clrFrom>
                              <a:srgbClr val="000000"/>
                            </a:clrFrom>
                            <a:clrTo>
                              <a:srgbClr val="FFFF00"/>
                            </a:clrTo>
                          </a:clrChange>
                        </a:blip>
                        <a:stretch>
                          <a:fillRect/>
                        </a:stretch>
                      </p:blipFill>
                      <p:spPr>
                        <a:xfrm>
                          <a:off x="1798" y="624"/>
                          <a:ext cx="348" cy="383"/>
                        </a:xfrm>
                        <a:prstGeom prst="rect">
                          <a:avLst/>
                        </a:prstGeom>
                        <a:noFill/>
                        <a:ln w="38100">
                          <a:noFill/>
                          <a:miter/>
                        </a:ln>
                      </p:spPr>
                    </p:pic>
                  </p:oleObj>
                </mc:Fallback>
              </mc:AlternateContent>
            </a:graphicData>
          </a:graphic>
        </p:graphicFrame>
      </p:grpSp>
      <p:sp>
        <p:nvSpPr>
          <p:cNvPr id="68636" name="Rectangle 28"/>
          <p:cNvSpPr/>
          <p:nvPr/>
        </p:nvSpPr>
        <p:spPr>
          <a:xfrm>
            <a:off x="611188" y="3284538"/>
            <a:ext cx="2008187" cy="557212"/>
          </a:xfrm>
          <a:prstGeom prst="rect">
            <a:avLst/>
          </a:prstGeom>
          <a:noFill/>
          <a:ln w="38100" cap="flat" cmpd="sng">
            <a:solidFill>
              <a:srgbClr val="00FFFF"/>
            </a:solidFill>
            <a:prstDash val="solid"/>
            <a:miter/>
            <a:headEnd type="none" w="med" len="med"/>
            <a:tailEnd type="none" w="med" len="med"/>
          </a:ln>
        </p:spPr>
        <p:txBody>
          <a:bodyPr wrap="none">
            <a:spAutoFit/>
          </a:bodyPr>
          <a:p>
            <a:r>
              <a:rPr lang="zh-CN" altLang="en-US" sz="2800" dirty="0">
                <a:latin typeface="楷体_GB2312" pitchFamily="49" charset="-122"/>
              </a:rPr>
              <a:t>中性点位移</a:t>
            </a:r>
            <a:endParaRPr lang="zh-CN" altLang="en-US" sz="2800" dirty="0">
              <a:latin typeface="楷体_GB2312" pitchFamily="49" charset="-122"/>
            </a:endParaRPr>
          </a:p>
        </p:txBody>
      </p:sp>
      <p:sp>
        <p:nvSpPr>
          <p:cNvPr id="68637" name="Line 29"/>
          <p:cNvSpPr/>
          <p:nvPr/>
        </p:nvSpPr>
        <p:spPr>
          <a:xfrm>
            <a:off x="2987675" y="3573463"/>
            <a:ext cx="647700" cy="0"/>
          </a:xfrm>
          <a:prstGeom prst="line">
            <a:avLst/>
          </a:prstGeom>
          <a:ln w="76200" cap="flat" cmpd="sng">
            <a:solidFill>
              <a:srgbClr val="3399FF"/>
            </a:solidFill>
            <a:prstDash val="solid"/>
            <a:headEnd type="none" w="med" len="med"/>
            <a:tailEnd type="triangle" w="med" len="med"/>
          </a:ln>
        </p:spPr>
      </p:sp>
      <p:grpSp>
        <p:nvGrpSpPr>
          <p:cNvPr id="7" name="Group 43"/>
          <p:cNvGrpSpPr/>
          <p:nvPr/>
        </p:nvGrpSpPr>
        <p:grpSpPr>
          <a:xfrm>
            <a:off x="468313" y="4005263"/>
            <a:ext cx="1644650" cy="850900"/>
            <a:chOff x="385" y="3022"/>
            <a:chExt cx="1036" cy="536"/>
          </a:xfrm>
        </p:grpSpPr>
        <p:pic>
          <p:nvPicPr>
            <p:cNvPr id="38941" name="Picture 44" descr="123"/>
            <p:cNvPicPr>
              <a:picLocks noChangeAspect="1"/>
            </p:cNvPicPr>
            <p:nvPr/>
          </p:nvPicPr>
          <p:blipFill>
            <a:blip r:embed="rId15"/>
            <a:stretch>
              <a:fillRect/>
            </a:stretch>
          </p:blipFill>
          <p:spPr>
            <a:xfrm>
              <a:off x="385" y="3022"/>
              <a:ext cx="590" cy="536"/>
            </a:xfrm>
            <a:prstGeom prst="rect">
              <a:avLst/>
            </a:prstGeom>
            <a:noFill/>
            <a:ln w="9525">
              <a:noFill/>
            </a:ln>
          </p:spPr>
        </p:pic>
        <p:sp>
          <p:nvSpPr>
            <p:cNvPr id="38942" name="Text Box 45"/>
            <p:cNvSpPr txBox="1"/>
            <p:nvPr/>
          </p:nvSpPr>
          <p:spPr>
            <a:xfrm>
              <a:off x="793" y="3125"/>
              <a:ext cx="628" cy="365"/>
            </a:xfrm>
            <a:prstGeom prst="rect">
              <a:avLst/>
            </a:prstGeom>
            <a:noFill/>
            <a:ln w="9525">
              <a:noFill/>
            </a:ln>
          </p:spPr>
          <p:txBody>
            <a:bodyPr wrap="none">
              <a:spAutoFit/>
            </a:bodyPr>
            <a:p>
              <a:r>
                <a:rPr lang="zh-CN" altLang="en-US" b="0" dirty="0">
                  <a:solidFill>
                    <a:srgbClr val="CC6600"/>
                  </a:solidFill>
                  <a:latin typeface="Arial" panose="020B0604020202020204" pitchFamily="34" charset="0"/>
                  <a:ea typeface="华文行楷" panose="02010800040101010101" pitchFamily="2" charset="-122"/>
                </a:rPr>
                <a:t>注意</a:t>
              </a:r>
              <a:endParaRPr lang="zh-CN" altLang="en-US" b="0" dirty="0">
                <a:solidFill>
                  <a:srgbClr val="CC6600"/>
                </a:solidFill>
                <a:latin typeface="Arial" panose="020B0604020202020204" pitchFamily="34" charset="0"/>
                <a:ea typeface="华文行楷" panose="02010800040101010101" pitchFamily="2" charset="-122"/>
              </a:endParaRPr>
            </a:p>
          </p:txBody>
        </p:sp>
      </p:grpSp>
      <p:grpSp>
        <p:nvGrpSpPr>
          <p:cNvPr id="38932" name="Group 55"/>
          <p:cNvGrpSpPr/>
          <p:nvPr/>
        </p:nvGrpSpPr>
        <p:grpSpPr>
          <a:xfrm>
            <a:off x="8316913" y="6445250"/>
            <a:ext cx="792162" cy="366713"/>
            <a:chOff x="5193" y="4020"/>
            <a:chExt cx="499" cy="231"/>
          </a:xfrm>
        </p:grpSpPr>
        <p:pic>
          <p:nvPicPr>
            <p:cNvPr id="38939" name="Picture 56" descr="78900"/>
            <p:cNvPicPr>
              <a:picLocks noChangeAspect="1"/>
            </p:cNvPicPr>
            <p:nvPr/>
          </p:nvPicPr>
          <p:blipFill>
            <a:blip r:embed="rId16"/>
            <a:stretch>
              <a:fillRect/>
            </a:stretch>
          </p:blipFill>
          <p:spPr>
            <a:xfrm>
              <a:off x="5193" y="4066"/>
              <a:ext cx="499" cy="181"/>
            </a:xfrm>
            <a:prstGeom prst="rect">
              <a:avLst/>
            </a:prstGeom>
            <a:noFill/>
            <a:ln w="9525">
              <a:noFill/>
            </a:ln>
          </p:spPr>
        </p:pic>
        <p:sp>
          <p:nvSpPr>
            <p:cNvPr id="38940" name="Text Box 57">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8933" name="Group 58"/>
          <p:cNvGrpSpPr/>
          <p:nvPr/>
        </p:nvGrpSpPr>
        <p:grpSpPr>
          <a:xfrm>
            <a:off x="7451725" y="6445250"/>
            <a:ext cx="792163" cy="366713"/>
            <a:chOff x="5193" y="4020"/>
            <a:chExt cx="499" cy="231"/>
          </a:xfrm>
        </p:grpSpPr>
        <p:pic>
          <p:nvPicPr>
            <p:cNvPr id="38937" name="Picture 59" descr="78900"/>
            <p:cNvPicPr>
              <a:picLocks noChangeAspect="1"/>
            </p:cNvPicPr>
            <p:nvPr/>
          </p:nvPicPr>
          <p:blipFill>
            <a:blip r:embed="rId16"/>
            <a:stretch>
              <a:fillRect/>
            </a:stretch>
          </p:blipFill>
          <p:spPr>
            <a:xfrm>
              <a:off x="5193" y="4066"/>
              <a:ext cx="499" cy="181"/>
            </a:xfrm>
            <a:prstGeom prst="rect">
              <a:avLst/>
            </a:prstGeom>
            <a:noFill/>
            <a:ln w="9525">
              <a:noFill/>
            </a:ln>
          </p:spPr>
        </p:pic>
        <p:sp>
          <p:nvSpPr>
            <p:cNvPr id="38938" name="Text Box 60">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8934" name="Group 61"/>
          <p:cNvGrpSpPr/>
          <p:nvPr/>
        </p:nvGrpSpPr>
        <p:grpSpPr>
          <a:xfrm>
            <a:off x="6588125" y="6446838"/>
            <a:ext cx="792163" cy="366712"/>
            <a:chOff x="4695" y="4061"/>
            <a:chExt cx="499" cy="231"/>
          </a:xfrm>
        </p:grpSpPr>
        <p:pic>
          <p:nvPicPr>
            <p:cNvPr id="38935" name="Picture 62" descr="78900"/>
            <p:cNvPicPr>
              <a:picLocks noChangeAspect="1"/>
            </p:cNvPicPr>
            <p:nvPr/>
          </p:nvPicPr>
          <p:blipFill>
            <a:blip r:embed="rId16"/>
            <a:stretch>
              <a:fillRect/>
            </a:stretch>
          </p:blipFill>
          <p:spPr>
            <a:xfrm>
              <a:off x="4695" y="4107"/>
              <a:ext cx="499" cy="181"/>
            </a:xfrm>
            <a:prstGeom prst="rect">
              <a:avLst/>
            </a:prstGeom>
            <a:noFill/>
            <a:ln w="9525">
              <a:noFill/>
            </a:ln>
          </p:spPr>
        </p:pic>
        <p:sp>
          <p:nvSpPr>
            <p:cNvPr id="38936" name="Text Box 63">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68612"/>
                                        </p:tgtEl>
                                        <p:attrNameLst>
                                          <p:attrName>style.visibility</p:attrName>
                                        </p:attrNameLst>
                                      </p:cBhvr>
                                      <p:to>
                                        <p:strVal val="visible"/>
                                      </p:to>
                                    </p:set>
                                    <p:anim calcmode="lin" valueType="num">
                                      <p:cBhvr additive="base">
                                        <p:cTn id="7" dur="500" fill="hold"/>
                                        <p:tgtEl>
                                          <p:spTgt spid="68612"/>
                                        </p:tgtEl>
                                        <p:attrNameLst>
                                          <p:attrName>ppt_x</p:attrName>
                                        </p:attrNameLst>
                                      </p:cBhvr>
                                      <p:tavLst>
                                        <p:tav tm="0">
                                          <p:val>
                                            <p:strVal val="0-#ppt_w/2"/>
                                          </p:val>
                                        </p:tav>
                                        <p:tav tm="100000">
                                          <p:val>
                                            <p:strVal val="#ppt_x"/>
                                          </p:val>
                                        </p:tav>
                                      </p:tavLst>
                                    </p:anim>
                                    <p:anim calcmode="lin" valueType="num">
                                      <p:cBhvr additive="base">
                                        <p:cTn id="8" dur="500" fill="hold"/>
                                        <p:tgtEl>
                                          <p:spTgt spid="6861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dissolv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dissolve">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dissolve">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dissolve">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dissolve">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68636"/>
                                        </p:tgtEl>
                                        <p:attrNameLst>
                                          <p:attrName>style.visibility</p:attrName>
                                        </p:attrNameLst>
                                      </p:cBhvr>
                                      <p:to>
                                        <p:strVal val="visible"/>
                                      </p:to>
                                    </p:set>
                                    <p:anim calcmode="lin" valueType="num">
                                      <p:cBhvr additive="base">
                                        <p:cTn id="38" dur="500" fill="hold"/>
                                        <p:tgtEl>
                                          <p:spTgt spid="68636"/>
                                        </p:tgtEl>
                                        <p:attrNameLst>
                                          <p:attrName>ppt_x</p:attrName>
                                        </p:attrNameLst>
                                      </p:cBhvr>
                                      <p:tavLst>
                                        <p:tav tm="0">
                                          <p:val>
                                            <p:strVal val="0-#ppt_w/2"/>
                                          </p:val>
                                        </p:tav>
                                        <p:tav tm="100000">
                                          <p:val>
                                            <p:strVal val="#ppt_x"/>
                                          </p:val>
                                        </p:tav>
                                      </p:tavLst>
                                    </p:anim>
                                    <p:anim calcmode="lin" valueType="num">
                                      <p:cBhvr additive="base">
                                        <p:cTn id="39" dur="500" fill="hold"/>
                                        <p:tgtEl>
                                          <p:spTgt spid="68636"/>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12" presetClass="entr" presetSubtype="8" fill="hold" nodeType="clickEffect">
                                  <p:stCondLst>
                                    <p:cond delay="0"/>
                                  </p:stCondLst>
                                  <p:childTnLst>
                                    <p:set>
                                      <p:cBhvr>
                                        <p:cTn id="43" dur="1" fill="hold">
                                          <p:stCondLst>
                                            <p:cond delay="0"/>
                                          </p:stCondLst>
                                        </p:cTn>
                                        <p:tgtEl>
                                          <p:spTgt spid="68637"/>
                                        </p:tgtEl>
                                        <p:attrNameLst>
                                          <p:attrName>style.visibility</p:attrName>
                                        </p:attrNameLst>
                                      </p:cBhvr>
                                      <p:to>
                                        <p:strVal val="visible"/>
                                      </p:to>
                                    </p:set>
                                    <p:animEffect transition="in" filter="slide(fromLeft)">
                                      <p:cBhvr>
                                        <p:cTn id="44" dur="500"/>
                                        <p:tgtEl>
                                          <p:spTgt spid="68637"/>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68610"/>
                                        </p:tgtEl>
                                        <p:attrNameLst>
                                          <p:attrName>style.visibility</p:attrName>
                                        </p:attrNameLst>
                                      </p:cBhvr>
                                      <p:to>
                                        <p:strVal val="visible"/>
                                      </p:to>
                                    </p:set>
                                    <p:animEffect transition="in" filter="wipe(left)">
                                      <p:cBhvr>
                                        <p:cTn id="48" dur="2000"/>
                                        <p:tgtEl>
                                          <p:spTgt spid="68610"/>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blinds(horizontal)">
                                      <p:cBhvr>
                                        <p:cTn id="53" dur="500"/>
                                        <p:tgtEl>
                                          <p:spTgt spid="7"/>
                                        </p:tgtEl>
                                      </p:cBhvr>
                                    </p:animEffect>
                                  </p:childTnLst>
                                </p:cTn>
                              </p:par>
                            </p:childTnLst>
                          </p:cTn>
                        </p:par>
                        <p:par>
                          <p:cTn id="54" fill="hold">
                            <p:stCondLst>
                              <p:cond delay="500"/>
                            </p:stCondLst>
                            <p:childTnLst>
                              <p:par>
                                <p:cTn id="55" presetID="22" presetClass="entr" presetSubtype="1" fill="hold" grpId="0" nodeType="afterEffect">
                                  <p:stCondLst>
                                    <p:cond delay="0"/>
                                  </p:stCondLst>
                                  <p:childTnLst>
                                    <p:set>
                                      <p:cBhvr>
                                        <p:cTn id="56" dur="1" fill="hold">
                                          <p:stCondLst>
                                            <p:cond delay="0"/>
                                          </p:stCondLst>
                                        </p:cTn>
                                        <p:tgtEl>
                                          <p:spTgt spid="68611"/>
                                        </p:tgtEl>
                                        <p:attrNameLst>
                                          <p:attrName>style.visibility</p:attrName>
                                        </p:attrNameLst>
                                      </p:cBhvr>
                                      <p:to>
                                        <p:strVal val="visible"/>
                                      </p:to>
                                    </p:set>
                                    <p:animEffect transition="in" filter="wipe(up)">
                                      <p:cBhvr>
                                        <p:cTn id="57" dur="2000"/>
                                        <p:tgtEl>
                                          <p:spTgt spid="68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0" grpId="0"/>
      <p:bldP spid="68611" grpId="0"/>
      <p:bldP spid="68612" grpId="0" animBg="1"/>
      <p:bldP spid="6863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Text Box 2"/>
          <p:cNvSpPr txBox="1"/>
          <p:nvPr/>
        </p:nvSpPr>
        <p:spPr>
          <a:xfrm>
            <a:off x="395288" y="498475"/>
            <a:ext cx="1584325" cy="579438"/>
          </a:xfrm>
          <a:prstGeom prst="rect">
            <a:avLst/>
          </a:prstGeom>
          <a:noFill/>
          <a:ln w="9525">
            <a:noFill/>
          </a:ln>
        </p:spPr>
        <p:txBody>
          <a:bodyPr>
            <a:spAutoFit/>
          </a:bodyPr>
          <a:p>
            <a:r>
              <a:rPr lang="zh-CN" altLang="en-US" dirty="0">
                <a:solidFill>
                  <a:schemeClr val="bg1"/>
                </a:solidFill>
                <a:latin typeface="Times New Roman" panose="02020603050405020304" pitchFamily="18" charset="0"/>
                <a:ea typeface="宋体" panose="02010600030101010101" pitchFamily="2" charset="-122"/>
              </a:rPr>
              <a:t>例</a:t>
            </a:r>
            <a:r>
              <a:rPr lang="en-US" altLang="zh-CN" b="0" dirty="0">
                <a:solidFill>
                  <a:schemeClr val="bg1"/>
                </a:solidFill>
                <a:latin typeface="Times New Roman" panose="02020603050405020304" pitchFamily="18" charset="0"/>
                <a:ea typeface="宋体" panose="02010600030101010101" pitchFamily="2" charset="-122"/>
              </a:rPr>
              <a:t>4-1</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7587" name="Text Box 3"/>
          <p:cNvSpPr txBox="1"/>
          <p:nvPr/>
        </p:nvSpPr>
        <p:spPr>
          <a:xfrm>
            <a:off x="395288" y="981075"/>
            <a:ext cx="8040687" cy="519113"/>
          </a:xfrm>
          <a:prstGeom prst="rect">
            <a:avLst/>
          </a:prstGeom>
          <a:noFill/>
          <a:ln w="9525">
            <a:noFill/>
          </a:ln>
        </p:spPr>
        <p:txBody>
          <a:bodyPr wrap="none">
            <a:spAutoFit/>
          </a:bodyPr>
          <a:p>
            <a:r>
              <a:rPr lang="en-US" altLang="zh-CN" sz="2800" b="0" dirty="0">
                <a:latin typeface="楷体_GB2312" pitchFamily="49" charset="-122"/>
              </a:rPr>
              <a:t>(1)</a:t>
            </a:r>
            <a:r>
              <a:rPr lang="en-US" altLang="zh-CN" sz="2800" dirty="0">
                <a:latin typeface="楷体_GB2312" pitchFamily="49" charset="-122"/>
              </a:rPr>
              <a:t> </a:t>
            </a:r>
            <a:r>
              <a:rPr lang="zh-CN" altLang="en-US" sz="2800" dirty="0">
                <a:latin typeface="楷体_GB2312" pitchFamily="49" charset="-122"/>
              </a:rPr>
              <a:t>正常情况下，三相四线制，中线阻抗约为零。</a:t>
            </a:r>
            <a:endParaRPr lang="zh-CN" altLang="en-US" sz="2800" dirty="0">
              <a:latin typeface="楷体_GB2312" pitchFamily="49" charset="-122"/>
            </a:endParaRPr>
          </a:p>
        </p:txBody>
      </p:sp>
      <p:sp>
        <p:nvSpPr>
          <p:cNvPr id="67588" name="Text Box 4"/>
          <p:cNvSpPr txBox="1"/>
          <p:nvPr/>
        </p:nvSpPr>
        <p:spPr>
          <a:xfrm>
            <a:off x="5795963" y="1989138"/>
            <a:ext cx="2736850" cy="946150"/>
          </a:xfrm>
          <a:prstGeom prst="rect">
            <a:avLst/>
          </a:prstGeom>
          <a:solidFill>
            <a:schemeClr val="hlink"/>
          </a:solidFill>
          <a:ln w="9525">
            <a:noFill/>
          </a:ln>
        </p:spPr>
        <p:txBody>
          <a:bodyPr>
            <a:spAutoFit/>
          </a:bodyPr>
          <a:p>
            <a:pPr algn="just"/>
            <a:r>
              <a:rPr lang="zh-CN" altLang="en-US" sz="2800" dirty="0">
                <a:latin typeface="Times New Roman" panose="02020603050405020304" pitchFamily="18" charset="0"/>
              </a:rPr>
              <a:t>每相负载的工作情况相对独立。</a:t>
            </a:r>
            <a:endParaRPr lang="zh-CN" altLang="en-US" sz="2800" dirty="0">
              <a:latin typeface="Times New Roman" panose="02020603050405020304" pitchFamily="18" charset="0"/>
            </a:endParaRPr>
          </a:p>
        </p:txBody>
      </p:sp>
      <p:sp>
        <p:nvSpPr>
          <p:cNvPr id="67589" name="Text Box 5"/>
          <p:cNvSpPr txBox="1"/>
          <p:nvPr/>
        </p:nvSpPr>
        <p:spPr>
          <a:xfrm>
            <a:off x="539750" y="3738563"/>
            <a:ext cx="7229475" cy="519112"/>
          </a:xfrm>
          <a:prstGeom prst="rect">
            <a:avLst/>
          </a:prstGeom>
          <a:noFill/>
          <a:ln w="9525">
            <a:noFill/>
          </a:ln>
        </p:spPr>
        <p:txBody>
          <a:bodyPr wrap="none">
            <a:spAutoFit/>
          </a:bodyPr>
          <a:p>
            <a:r>
              <a:rPr lang="en-US" altLang="zh-CN" sz="2800" b="0" dirty="0">
                <a:latin typeface="楷体_GB2312" pitchFamily="49" charset="-122"/>
              </a:rPr>
              <a:t>(2)</a:t>
            </a:r>
            <a:r>
              <a:rPr lang="en-US" altLang="zh-CN" sz="2800" dirty="0">
                <a:latin typeface="楷体_GB2312" pitchFamily="49" charset="-122"/>
              </a:rPr>
              <a:t> </a:t>
            </a:r>
            <a:r>
              <a:rPr lang="zh-CN" altLang="en-US" sz="2800" dirty="0">
                <a:latin typeface="楷体_GB2312" pitchFamily="49" charset="-122"/>
              </a:rPr>
              <a:t>若三相三线制</a:t>
            </a:r>
            <a:r>
              <a:rPr lang="en-US" altLang="zh-CN" sz="2800" dirty="0">
                <a:latin typeface="楷体_GB2312" pitchFamily="49" charset="-122"/>
              </a:rPr>
              <a:t>, </a:t>
            </a:r>
            <a:r>
              <a:rPr lang="zh-CN" altLang="en-US" sz="2800" dirty="0">
                <a:latin typeface="楷体_GB2312" pitchFamily="49" charset="-122"/>
              </a:rPr>
              <a:t>设</a:t>
            </a:r>
            <a:r>
              <a:rPr lang="en-US" altLang="zh-CN" sz="2800" b="0" dirty="0">
                <a:solidFill>
                  <a:schemeClr val="bg1"/>
                </a:solidFill>
                <a:latin typeface="Times New Roman" panose="02020603050405020304" pitchFamily="18" charset="0"/>
              </a:rPr>
              <a:t>A</a:t>
            </a:r>
            <a:r>
              <a:rPr lang="zh-CN" altLang="en-US" sz="2800" dirty="0">
                <a:latin typeface="楷体_GB2312" pitchFamily="49" charset="-122"/>
              </a:rPr>
              <a:t>相断路</a:t>
            </a:r>
            <a:r>
              <a:rPr lang="en-US" altLang="zh-CN" sz="2800" dirty="0">
                <a:latin typeface="楷体_GB2312" pitchFamily="49" charset="-122"/>
              </a:rPr>
              <a:t>(</a:t>
            </a:r>
            <a:r>
              <a:rPr lang="zh-CN" altLang="en-US" sz="2800" dirty="0">
                <a:latin typeface="楷体_GB2312" pitchFamily="49" charset="-122"/>
              </a:rPr>
              <a:t>三相不对称</a:t>
            </a:r>
            <a:r>
              <a:rPr lang="en-US" altLang="zh-CN" sz="2800" dirty="0">
                <a:latin typeface="楷体_GB2312" pitchFamily="49" charset="-122"/>
              </a:rPr>
              <a:t>)</a:t>
            </a:r>
            <a:endParaRPr lang="en-US" altLang="zh-CN" sz="2800" dirty="0">
              <a:latin typeface="楷体_GB2312" pitchFamily="49" charset="-122"/>
            </a:endParaRPr>
          </a:p>
        </p:txBody>
      </p:sp>
      <p:sp>
        <p:nvSpPr>
          <p:cNvPr id="67590" name="Text Box 6"/>
          <p:cNvSpPr txBox="1"/>
          <p:nvPr/>
        </p:nvSpPr>
        <p:spPr>
          <a:xfrm>
            <a:off x="5651500" y="5229225"/>
            <a:ext cx="2951163" cy="946150"/>
          </a:xfrm>
          <a:prstGeom prst="rect">
            <a:avLst/>
          </a:prstGeom>
          <a:solidFill>
            <a:schemeClr val="hlink"/>
          </a:solidFill>
          <a:ln w="9525">
            <a:noFill/>
          </a:ln>
        </p:spPr>
        <p:txBody>
          <a:bodyPr>
            <a:spAutoFit/>
          </a:bodyPr>
          <a:p>
            <a:r>
              <a:rPr lang="zh-CN" altLang="en-US" sz="2800" dirty="0">
                <a:latin typeface="Times New Roman" panose="02020603050405020304" pitchFamily="18" charset="0"/>
              </a:rPr>
              <a:t>白炽灯电压低，灯光昏暗。</a:t>
            </a:r>
            <a:endParaRPr lang="zh-CN" altLang="en-US" sz="2800" dirty="0">
              <a:latin typeface="Times New Roman" panose="02020603050405020304" pitchFamily="18" charset="0"/>
            </a:endParaRPr>
          </a:p>
        </p:txBody>
      </p:sp>
      <p:grpSp>
        <p:nvGrpSpPr>
          <p:cNvPr id="2" name="Group 173"/>
          <p:cNvGrpSpPr/>
          <p:nvPr/>
        </p:nvGrpSpPr>
        <p:grpSpPr>
          <a:xfrm>
            <a:off x="1403350" y="4076700"/>
            <a:ext cx="3657600" cy="2290763"/>
            <a:chOff x="930" y="2672"/>
            <a:chExt cx="2304" cy="1443"/>
          </a:xfrm>
        </p:grpSpPr>
        <p:sp>
          <p:nvSpPr>
            <p:cNvPr id="40000" name="Line 53"/>
            <p:cNvSpPr/>
            <p:nvPr/>
          </p:nvSpPr>
          <p:spPr>
            <a:xfrm>
              <a:off x="2682" y="2872"/>
              <a:ext cx="0" cy="576"/>
            </a:xfrm>
            <a:prstGeom prst="line">
              <a:avLst/>
            </a:prstGeom>
            <a:ln w="28575" cap="flat" cmpd="sng">
              <a:solidFill>
                <a:srgbClr val="FFCC00"/>
              </a:solidFill>
              <a:prstDash val="solid"/>
              <a:headEnd type="none" w="med" len="med"/>
              <a:tailEnd type="oval" w="med" len="med"/>
            </a:ln>
          </p:spPr>
        </p:sp>
        <p:cxnSp>
          <p:nvCxnSpPr>
            <p:cNvPr id="40001" name="AutoShape 54"/>
            <p:cNvCxnSpPr>
              <a:stCxn id="40000" idx="1"/>
            </p:cNvCxnSpPr>
            <p:nvPr/>
          </p:nvCxnSpPr>
          <p:spPr>
            <a:xfrm>
              <a:off x="2682" y="3457"/>
              <a:ext cx="552" cy="283"/>
            </a:xfrm>
            <a:prstGeom prst="straightConnector1">
              <a:avLst/>
            </a:prstGeom>
            <a:ln w="28575" cap="flat" cmpd="sng">
              <a:solidFill>
                <a:srgbClr val="FFCC00"/>
              </a:solidFill>
              <a:prstDash val="solid"/>
              <a:headEnd type="none" w="med" len="med"/>
              <a:tailEnd type="none" w="med" len="med"/>
            </a:ln>
          </p:spPr>
        </p:cxnSp>
        <p:cxnSp>
          <p:nvCxnSpPr>
            <p:cNvPr id="40002" name="AutoShape 55"/>
            <p:cNvCxnSpPr>
              <a:endCxn id="40000" idx="1"/>
            </p:cNvCxnSpPr>
            <p:nvPr/>
          </p:nvCxnSpPr>
          <p:spPr>
            <a:xfrm flipV="1">
              <a:off x="2130" y="3457"/>
              <a:ext cx="552" cy="283"/>
            </a:xfrm>
            <a:prstGeom prst="straightConnector1">
              <a:avLst/>
            </a:prstGeom>
            <a:ln w="28575" cap="flat" cmpd="sng">
              <a:solidFill>
                <a:srgbClr val="FFCC00"/>
              </a:solidFill>
              <a:prstDash val="solid"/>
              <a:headEnd type="none" w="med" len="med"/>
              <a:tailEnd type="none" w="med" len="med"/>
            </a:ln>
          </p:spPr>
        </p:cxnSp>
        <p:sp>
          <p:nvSpPr>
            <p:cNvPr id="40003" name="Line 56"/>
            <p:cNvSpPr/>
            <p:nvPr/>
          </p:nvSpPr>
          <p:spPr>
            <a:xfrm flipH="1">
              <a:off x="1821" y="2872"/>
              <a:ext cx="861" cy="0"/>
            </a:xfrm>
            <a:prstGeom prst="line">
              <a:avLst/>
            </a:prstGeom>
            <a:ln w="28575" cap="flat" cmpd="sng">
              <a:solidFill>
                <a:srgbClr val="FFCC00"/>
              </a:solidFill>
              <a:prstDash val="solid"/>
              <a:headEnd type="none" w="med" len="med"/>
              <a:tailEnd type="none" w="med" len="med"/>
            </a:ln>
          </p:spPr>
        </p:sp>
        <p:sp>
          <p:nvSpPr>
            <p:cNvPr id="40004" name="Line 57"/>
            <p:cNvSpPr/>
            <p:nvPr/>
          </p:nvSpPr>
          <p:spPr>
            <a:xfrm flipH="1">
              <a:off x="1218" y="2872"/>
              <a:ext cx="384" cy="0"/>
            </a:xfrm>
            <a:prstGeom prst="line">
              <a:avLst/>
            </a:prstGeom>
            <a:ln w="28575" cap="flat" cmpd="sng">
              <a:solidFill>
                <a:srgbClr val="FFCC00"/>
              </a:solidFill>
              <a:prstDash val="solid"/>
              <a:headEnd type="none" w="med" len="med"/>
              <a:tailEnd type="none" w="med" len="med"/>
            </a:ln>
          </p:spPr>
        </p:sp>
        <p:sp>
          <p:nvSpPr>
            <p:cNvPr id="40005" name="Text Box 58"/>
            <p:cNvSpPr txBox="1"/>
            <p:nvPr/>
          </p:nvSpPr>
          <p:spPr>
            <a:xfrm>
              <a:off x="945" y="2672"/>
              <a:ext cx="27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0006" name="Text Box 59"/>
            <p:cNvSpPr txBox="1"/>
            <p:nvPr/>
          </p:nvSpPr>
          <p:spPr>
            <a:xfrm>
              <a:off x="930" y="3560"/>
              <a:ext cx="265"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0007" name="Text Box 60"/>
            <p:cNvSpPr txBox="1"/>
            <p:nvPr/>
          </p:nvSpPr>
          <p:spPr>
            <a:xfrm>
              <a:off x="936" y="3788"/>
              <a:ext cx="265"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0008" name="Line 61"/>
            <p:cNvSpPr/>
            <p:nvPr/>
          </p:nvSpPr>
          <p:spPr>
            <a:xfrm flipH="1">
              <a:off x="1218" y="3976"/>
              <a:ext cx="2016" cy="0"/>
            </a:xfrm>
            <a:prstGeom prst="line">
              <a:avLst/>
            </a:prstGeom>
            <a:ln w="28575" cap="flat" cmpd="sng">
              <a:solidFill>
                <a:srgbClr val="FFCC00"/>
              </a:solidFill>
              <a:prstDash val="solid"/>
              <a:headEnd type="none" w="med" len="med"/>
              <a:tailEnd type="none" w="med" len="med"/>
            </a:ln>
          </p:spPr>
        </p:sp>
        <p:sp>
          <p:nvSpPr>
            <p:cNvPr id="40009" name="Line 62"/>
            <p:cNvSpPr/>
            <p:nvPr/>
          </p:nvSpPr>
          <p:spPr>
            <a:xfrm>
              <a:off x="3234" y="3736"/>
              <a:ext cx="0" cy="240"/>
            </a:xfrm>
            <a:prstGeom prst="line">
              <a:avLst/>
            </a:prstGeom>
            <a:ln w="28575" cap="flat" cmpd="sng">
              <a:solidFill>
                <a:srgbClr val="FFCC00"/>
              </a:solidFill>
              <a:prstDash val="solid"/>
              <a:headEnd type="none" w="med" len="med"/>
              <a:tailEnd type="none" w="med" len="med"/>
            </a:ln>
          </p:spPr>
        </p:sp>
        <p:sp>
          <p:nvSpPr>
            <p:cNvPr id="40010" name="Line 63"/>
            <p:cNvSpPr/>
            <p:nvPr/>
          </p:nvSpPr>
          <p:spPr>
            <a:xfrm flipH="1">
              <a:off x="1218" y="3734"/>
              <a:ext cx="912" cy="3"/>
            </a:xfrm>
            <a:prstGeom prst="line">
              <a:avLst/>
            </a:prstGeom>
            <a:ln w="28575" cap="flat" cmpd="sng">
              <a:solidFill>
                <a:srgbClr val="FFCC00"/>
              </a:solidFill>
              <a:prstDash val="solid"/>
              <a:headEnd type="none" w="med" len="med"/>
              <a:tailEnd type="none" w="med" len="med"/>
            </a:ln>
          </p:spPr>
        </p:sp>
        <p:grpSp>
          <p:nvGrpSpPr>
            <p:cNvPr id="40011" name="Group 64"/>
            <p:cNvGrpSpPr/>
            <p:nvPr/>
          </p:nvGrpSpPr>
          <p:grpSpPr>
            <a:xfrm>
              <a:off x="2564" y="3020"/>
              <a:ext cx="227" cy="227"/>
              <a:chOff x="2363" y="1120"/>
              <a:chExt cx="277" cy="272"/>
            </a:xfrm>
          </p:grpSpPr>
          <p:sp>
            <p:nvSpPr>
              <p:cNvPr id="67649" name="Oval 65"/>
              <p:cNvSpPr>
                <a:spLocks noChangeArrowheads="1"/>
              </p:cNvSpPr>
              <p:nvPr/>
            </p:nvSpPr>
            <p:spPr bwMode="auto">
              <a:xfrm>
                <a:off x="2368" y="1120"/>
                <a:ext cx="272" cy="272"/>
              </a:xfrm>
              <a:prstGeom prst="ellipse">
                <a:avLst/>
              </a:prstGeom>
              <a:gradFill rotWithShape="1">
                <a:gsLst>
                  <a:gs pos="0">
                    <a:schemeClr val="hlink"/>
                  </a:gs>
                  <a:gs pos="100000">
                    <a:schemeClr val="hlink">
                      <a:gamma/>
                      <a:shade val="46275"/>
                      <a:invGamma/>
                    </a:schemeClr>
                  </a:gs>
                </a:gsLst>
                <a:path path="shape">
                  <a:fillToRect l="50000" t="50000" r="50000" b="50000"/>
                </a:path>
              </a:gradFill>
              <a:ln w="38100">
                <a:solidFill>
                  <a:srgbClr val="FF9900"/>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1" i="0" u="none" strike="noStrike" kern="1200" cap="none" spc="0" normalizeH="0" baseline="0" noProof="0">
                  <a:ln>
                    <a:noFill/>
                  </a:ln>
                  <a:solidFill>
                    <a:srgbClr val="FFFF00"/>
                  </a:solidFill>
                  <a:effectLst/>
                  <a:uLnTx/>
                  <a:uFillTx/>
                  <a:latin typeface="Arial" panose="020B0604020202020204" pitchFamily="34" charset="0"/>
                  <a:ea typeface="楷体_GB2312" pitchFamily="49" charset="-122"/>
                  <a:cs typeface="+mn-cs"/>
                </a:endParaRPr>
              </a:p>
            </p:txBody>
          </p:sp>
          <p:sp>
            <p:nvSpPr>
              <p:cNvPr id="40027" name="Line 66"/>
              <p:cNvSpPr/>
              <p:nvPr/>
            </p:nvSpPr>
            <p:spPr>
              <a:xfrm rot="2700000">
                <a:off x="2500" y="1121"/>
                <a:ext cx="0" cy="274"/>
              </a:xfrm>
              <a:prstGeom prst="line">
                <a:avLst/>
              </a:prstGeom>
              <a:ln w="38100" cap="flat" cmpd="sng">
                <a:solidFill>
                  <a:srgbClr val="FF9900"/>
                </a:solidFill>
                <a:prstDash val="solid"/>
                <a:headEnd type="none" w="med" len="med"/>
                <a:tailEnd type="none" w="med" len="med"/>
              </a:ln>
            </p:spPr>
          </p:sp>
          <p:sp>
            <p:nvSpPr>
              <p:cNvPr id="40028" name="Line 67"/>
              <p:cNvSpPr/>
              <p:nvPr/>
            </p:nvSpPr>
            <p:spPr>
              <a:xfrm rot="8100000">
                <a:off x="2499" y="1128"/>
                <a:ext cx="0" cy="264"/>
              </a:xfrm>
              <a:prstGeom prst="line">
                <a:avLst/>
              </a:prstGeom>
              <a:ln w="38100" cap="flat" cmpd="sng">
                <a:solidFill>
                  <a:srgbClr val="FF9900"/>
                </a:solidFill>
                <a:prstDash val="solid"/>
                <a:headEnd type="none" w="med" len="med"/>
                <a:tailEnd type="none" w="med" len="med"/>
              </a:ln>
            </p:spPr>
          </p:sp>
        </p:grpSp>
        <p:grpSp>
          <p:nvGrpSpPr>
            <p:cNvPr id="40012" name="Group 68"/>
            <p:cNvGrpSpPr/>
            <p:nvPr/>
          </p:nvGrpSpPr>
          <p:grpSpPr>
            <a:xfrm>
              <a:off x="2842" y="3471"/>
              <a:ext cx="227" cy="227"/>
              <a:chOff x="2363" y="1120"/>
              <a:chExt cx="277" cy="272"/>
            </a:xfrm>
          </p:grpSpPr>
          <p:sp>
            <p:nvSpPr>
              <p:cNvPr id="67653" name="Oval 69"/>
              <p:cNvSpPr>
                <a:spLocks noChangeArrowheads="1"/>
              </p:cNvSpPr>
              <p:nvPr/>
            </p:nvSpPr>
            <p:spPr bwMode="auto">
              <a:xfrm>
                <a:off x="2368" y="1120"/>
                <a:ext cx="272" cy="272"/>
              </a:xfrm>
              <a:prstGeom prst="ellipse">
                <a:avLst/>
              </a:prstGeom>
              <a:gradFill rotWithShape="1">
                <a:gsLst>
                  <a:gs pos="0">
                    <a:schemeClr val="hlink"/>
                  </a:gs>
                  <a:gs pos="100000">
                    <a:schemeClr val="hlink">
                      <a:gamma/>
                      <a:shade val="46275"/>
                      <a:invGamma/>
                    </a:schemeClr>
                  </a:gs>
                </a:gsLst>
                <a:path path="shape">
                  <a:fillToRect l="50000" t="50000" r="50000" b="50000"/>
                </a:path>
              </a:gradFill>
              <a:ln w="38100">
                <a:solidFill>
                  <a:srgbClr val="FF9900"/>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1" i="0" u="none" strike="noStrike" kern="1200" cap="none" spc="0" normalizeH="0" baseline="0" noProof="0">
                  <a:ln>
                    <a:noFill/>
                  </a:ln>
                  <a:solidFill>
                    <a:srgbClr val="FFFF00"/>
                  </a:solidFill>
                  <a:effectLst/>
                  <a:uLnTx/>
                  <a:uFillTx/>
                  <a:latin typeface="Arial" panose="020B0604020202020204" pitchFamily="34" charset="0"/>
                  <a:ea typeface="楷体_GB2312" pitchFamily="49" charset="-122"/>
                  <a:cs typeface="+mn-cs"/>
                </a:endParaRPr>
              </a:p>
            </p:txBody>
          </p:sp>
          <p:sp>
            <p:nvSpPr>
              <p:cNvPr id="40024" name="Line 70"/>
              <p:cNvSpPr/>
              <p:nvPr/>
            </p:nvSpPr>
            <p:spPr>
              <a:xfrm rot="2700000">
                <a:off x="2500" y="1121"/>
                <a:ext cx="0" cy="274"/>
              </a:xfrm>
              <a:prstGeom prst="line">
                <a:avLst/>
              </a:prstGeom>
              <a:ln w="38100" cap="flat" cmpd="sng">
                <a:solidFill>
                  <a:srgbClr val="FF9900"/>
                </a:solidFill>
                <a:prstDash val="solid"/>
                <a:headEnd type="none" w="med" len="med"/>
                <a:tailEnd type="none" w="med" len="med"/>
              </a:ln>
            </p:spPr>
          </p:sp>
          <p:sp>
            <p:nvSpPr>
              <p:cNvPr id="40025" name="Line 71"/>
              <p:cNvSpPr/>
              <p:nvPr/>
            </p:nvSpPr>
            <p:spPr>
              <a:xfrm rot="8100000">
                <a:off x="2499" y="1128"/>
                <a:ext cx="0" cy="264"/>
              </a:xfrm>
              <a:prstGeom prst="line">
                <a:avLst/>
              </a:prstGeom>
              <a:ln w="38100" cap="flat" cmpd="sng">
                <a:solidFill>
                  <a:srgbClr val="FF9900"/>
                </a:solidFill>
                <a:prstDash val="solid"/>
                <a:headEnd type="none" w="med" len="med"/>
                <a:tailEnd type="none" w="med" len="med"/>
              </a:ln>
            </p:spPr>
          </p:sp>
        </p:grpSp>
        <p:grpSp>
          <p:nvGrpSpPr>
            <p:cNvPr id="40013" name="Group 72"/>
            <p:cNvGrpSpPr/>
            <p:nvPr/>
          </p:nvGrpSpPr>
          <p:grpSpPr>
            <a:xfrm>
              <a:off x="2258" y="3493"/>
              <a:ext cx="227" cy="227"/>
              <a:chOff x="2363" y="1120"/>
              <a:chExt cx="277" cy="272"/>
            </a:xfrm>
          </p:grpSpPr>
          <p:sp>
            <p:nvSpPr>
              <p:cNvPr id="67657" name="Oval 73"/>
              <p:cNvSpPr>
                <a:spLocks noChangeArrowheads="1"/>
              </p:cNvSpPr>
              <p:nvPr/>
            </p:nvSpPr>
            <p:spPr bwMode="auto">
              <a:xfrm>
                <a:off x="2368" y="1120"/>
                <a:ext cx="272" cy="272"/>
              </a:xfrm>
              <a:prstGeom prst="ellipse">
                <a:avLst/>
              </a:prstGeom>
              <a:gradFill rotWithShape="1">
                <a:gsLst>
                  <a:gs pos="0">
                    <a:schemeClr val="hlink"/>
                  </a:gs>
                  <a:gs pos="100000">
                    <a:schemeClr val="hlink">
                      <a:gamma/>
                      <a:shade val="46275"/>
                      <a:invGamma/>
                    </a:schemeClr>
                  </a:gs>
                </a:gsLst>
                <a:path path="shape">
                  <a:fillToRect l="50000" t="50000" r="50000" b="50000"/>
                </a:path>
              </a:gradFill>
              <a:ln w="38100">
                <a:solidFill>
                  <a:srgbClr val="FF9900"/>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1" i="0" u="none" strike="noStrike" kern="1200" cap="none" spc="0" normalizeH="0" baseline="0" noProof="0">
                  <a:ln>
                    <a:noFill/>
                  </a:ln>
                  <a:solidFill>
                    <a:srgbClr val="FFFF00"/>
                  </a:solidFill>
                  <a:effectLst/>
                  <a:uLnTx/>
                  <a:uFillTx/>
                  <a:latin typeface="Arial" panose="020B0604020202020204" pitchFamily="34" charset="0"/>
                  <a:ea typeface="楷体_GB2312" pitchFamily="49" charset="-122"/>
                  <a:cs typeface="+mn-cs"/>
                </a:endParaRPr>
              </a:p>
            </p:txBody>
          </p:sp>
          <p:sp>
            <p:nvSpPr>
              <p:cNvPr id="40021" name="Line 74"/>
              <p:cNvSpPr/>
              <p:nvPr/>
            </p:nvSpPr>
            <p:spPr>
              <a:xfrm rot="2700000">
                <a:off x="2500" y="1121"/>
                <a:ext cx="0" cy="274"/>
              </a:xfrm>
              <a:prstGeom prst="line">
                <a:avLst/>
              </a:prstGeom>
              <a:ln w="38100" cap="flat" cmpd="sng">
                <a:solidFill>
                  <a:srgbClr val="FF9900"/>
                </a:solidFill>
                <a:prstDash val="solid"/>
                <a:headEnd type="none" w="med" len="med"/>
                <a:tailEnd type="none" w="med" len="med"/>
              </a:ln>
            </p:spPr>
          </p:sp>
          <p:sp>
            <p:nvSpPr>
              <p:cNvPr id="40022" name="Line 75"/>
              <p:cNvSpPr/>
              <p:nvPr/>
            </p:nvSpPr>
            <p:spPr>
              <a:xfrm rot="8100000">
                <a:off x="2499" y="1128"/>
                <a:ext cx="0" cy="264"/>
              </a:xfrm>
              <a:prstGeom prst="line">
                <a:avLst/>
              </a:prstGeom>
              <a:ln w="38100" cap="flat" cmpd="sng">
                <a:solidFill>
                  <a:srgbClr val="FF9900"/>
                </a:solidFill>
                <a:prstDash val="solid"/>
                <a:headEnd type="none" w="med" len="med"/>
                <a:tailEnd type="none" w="med" len="med"/>
              </a:ln>
            </p:spPr>
          </p:sp>
        </p:grpSp>
        <p:sp>
          <p:nvSpPr>
            <p:cNvPr id="40014" name="Line 77"/>
            <p:cNvSpPr/>
            <p:nvPr/>
          </p:nvSpPr>
          <p:spPr>
            <a:xfrm rot="-268981" flipH="1">
              <a:off x="1574" y="2873"/>
              <a:ext cx="224" cy="121"/>
            </a:xfrm>
            <a:prstGeom prst="line">
              <a:avLst/>
            </a:prstGeom>
            <a:ln w="28575" cap="flat" cmpd="sng">
              <a:solidFill>
                <a:srgbClr val="FFCC00"/>
              </a:solidFill>
              <a:prstDash val="solid"/>
              <a:headEnd type="none" w="med" len="med"/>
              <a:tailEnd type="none" w="med" len="med"/>
            </a:ln>
          </p:spPr>
        </p:sp>
        <p:sp>
          <p:nvSpPr>
            <p:cNvPr id="40015" name="Oval 78"/>
            <p:cNvSpPr/>
            <p:nvPr/>
          </p:nvSpPr>
          <p:spPr>
            <a:xfrm rot="-268981">
              <a:off x="1782" y="2840"/>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0016" name="Oval 79"/>
            <p:cNvSpPr/>
            <p:nvPr/>
          </p:nvSpPr>
          <p:spPr>
            <a:xfrm>
              <a:off x="1177" y="2842"/>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0017" name="Oval 80"/>
            <p:cNvSpPr/>
            <p:nvPr/>
          </p:nvSpPr>
          <p:spPr>
            <a:xfrm>
              <a:off x="1167" y="3713"/>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0018" name="Oval 81"/>
            <p:cNvSpPr/>
            <p:nvPr/>
          </p:nvSpPr>
          <p:spPr>
            <a:xfrm>
              <a:off x="1165" y="3950"/>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0019" name="Text Box 82"/>
            <p:cNvSpPr txBox="1"/>
            <p:nvPr/>
          </p:nvSpPr>
          <p:spPr>
            <a:xfrm>
              <a:off x="2677" y="3194"/>
              <a:ext cx="31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grpSp>
      <p:sp>
        <p:nvSpPr>
          <p:cNvPr id="67669" name="Text Box 85"/>
          <p:cNvSpPr txBox="1"/>
          <p:nvPr/>
        </p:nvSpPr>
        <p:spPr>
          <a:xfrm>
            <a:off x="1619250" y="476250"/>
            <a:ext cx="3313113" cy="519113"/>
          </a:xfrm>
          <a:prstGeom prst="rect">
            <a:avLst/>
          </a:prstGeom>
          <a:noFill/>
          <a:ln w="9525">
            <a:noFill/>
          </a:ln>
        </p:spPr>
        <p:txBody>
          <a:bodyPr>
            <a:spAutoFit/>
          </a:bodyPr>
          <a:p>
            <a:pPr>
              <a:spcBef>
                <a:spcPct val="50000"/>
              </a:spcBef>
            </a:pPr>
            <a:r>
              <a:rPr lang="zh-CN" altLang="en-US" sz="2800" dirty="0">
                <a:latin typeface="Arial" panose="020B0604020202020204" pitchFamily="34" charset="0"/>
              </a:rPr>
              <a:t>讨论照明电路。</a:t>
            </a:r>
            <a:endParaRPr lang="zh-CN" altLang="en-US" sz="2800" dirty="0">
              <a:latin typeface="Arial" panose="020B0604020202020204" pitchFamily="34" charset="0"/>
            </a:endParaRPr>
          </a:p>
        </p:txBody>
      </p:sp>
      <p:graphicFrame>
        <p:nvGraphicFramePr>
          <p:cNvPr id="67670" name="Object 86"/>
          <p:cNvGraphicFramePr/>
          <p:nvPr/>
        </p:nvGraphicFramePr>
        <p:xfrm>
          <a:off x="5076825" y="4365625"/>
          <a:ext cx="3373438" cy="573088"/>
        </p:xfrm>
        <a:graphic>
          <a:graphicData uri="http://schemas.openxmlformats.org/presentationml/2006/ole">
            <mc:AlternateContent xmlns:mc="http://schemas.openxmlformats.org/markup-compatibility/2006">
              <mc:Choice xmlns:v="urn:schemas-microsoft-com:vml" Requires="v">
                <p:oleObj spid="_x0000_s3365" name="" r:id="rId1" imgW="1421765" imgH="241300" progId="Equation.3">
                  <p:embed/>
                </p:oleObj>
              </mc:Choice>
              <mc:Fallback>
                <p:oleObj name="" r:id="rId1" imgW="1421765" imgH="241300" progId="Equation.3">
                  <p:embed/>
                  <p:pic>
                    <p:nvPicPr>
                      <p:cNvPr id="0" name="图片 3364"/>
                      <p:cNvPicPr/>
                      <p:nvPr/>
                    </p:nvPicPr>
                    <p:blipFill>
                      <a:blip r:embed="rId2">
                        <a:clrChange>
                          <a:clrFrom>
                            <a:srgbClr val="000000"/>
                          </a:clrFrom>
                          <a:clrTo>
                            <a:srgbClr val="FFFFFF"/>
                          </a:clrTo>
                        </a:clrChange>
                      </a:blip>
                      <a:stretch>
                        <a:fillRect/>
                      </a:stretch>
                    </p:blipFill>
                    <p:spPr>
                      <a:xfrm>
                        <a:off x="5076825" y="4365625"/>
                        <a:ext cx="3373438" cy="573088"/>
                      </a:xfrm>
                      <a:prstGeom prst="rect">
                        <a:avLst/>
                      </a:prstGeom>
                      <a:noFill/>
                      <a:ln w="38100">
                        <a:noFill/>
                        <a:miter/>
                      </a:ln>
                    </p:spPr>
                  </p:pic>
                </p:oleObj>
              </mc:Fallback>
            </mc:AlternateContent>
          </a:graphicData>
        </a:graphic>
      </p:graphicFrame>
      <p:grpSp>
        <p:nvGrpSpPr>
          <p:cNvPr id="39946" name="Group 154"/>
          <p:cNvGrpSpPr/>
          <p:nvPr/>
        </p:nvGrpSpPr>
        <p:grpSpPr>
          <a:xfrm>
            <a:off x="8316913" y="6445250"/>
            <a:ext cx="792162" cy="366713"/>
            <a:chOff x="5193" y="4020"/>
            <a:chExt cx="499" cy="231"/>
          </a:xfrm>
        </p:grpSpPr>
        <p:pic>
          <p:nvPicPr>
            <p:cNvPr id="39998" name="Picture 155"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39999" name="Text Box 156">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9947" name="Group 157"/>
          <p:cNvGrpSpPr/>
          <p:nvPr/>
        </p:nvGrpSpPr>
        <p:grpSpPr>
          <a:xfrm>
            <a:off x="7451725" y="6445250"/>
            <a:ext cx="792163" cy="366713"/>
            <a:chOff x="5193" y="4020"/>
            <a:chExt cx="499" cy="231"/>
          </a:xfrm>
        </p:grpSpPr>
        <p:pic>
          <p:nvPicPr>
            <p:cNvPr id="39996" name="Picture 158"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39997" name="Text Box 159">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39948" name="Group 160"/>
          <p:cNvGrpSpPr/>
          <p:nvPr/>
        </p:nvGrpSpPr>
        <p:grpSpPr>
          <a:xfrm>
            <a:off x="6588125" y="6446838"/>
            <a:ext cx="792163" cy="366712"/>
            <a:chOff x="4695" y="4061"/>
            <a:chExt cx="499" cy="231"/>
          </a:xfrm>
        </p:grpSpPr>
        <p:pic>
          <p:nvPicPr>
            <p:cNvPr id="39994" name="Picture 161" descr="78900"/>
            <p:cNvPicPr>
              <a:picLocks noChangeAspect="1"/>
            </p:cNvPicPr>
            <p:nvPr/>
          </p:nvPicPr>
          <p:blipFill>
            <a:blip r:embed="rId3"/>
            <a:stretch>
              <a:fillRect/>
            </a:stretch>
          </p:blipFill>
          <p:spPr>
            <a:xfrm>
              <a:off x="4695" y="4107"/>
              <a:ext cx="499" cy="181"/>
            </a:xfrm>
            <a:prstGeom prst="rect">
              <a:avLst/>
            </a:prstGeom>
            <a:noFill/>
            <a:ln w="9525">
              <a:noFill/>
            </a:ln>
          </p:spPr>
        </p:pic>
        <p:sp>
          <p:nvSpPr>
            <p:cNvPr id="39995" name="Text Box 162">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9" name="Group 172"/>
          <p:cNvGrpSpPr/>
          <p:nvPr/>
        </p:nvGrpSpPr>
        <p:grpSpPr>
          <a:xfrm>
            <a:off x="1908175" y="1341438"/>
            <a:ext cx="3657600" cy="2290762"/>
            <a:chOff x="1202" y="935"/>
            <a:chExt cx="2304" cy="1443"/>
          </a:xfrm>
        </p:grpSpPr>
        <p:sp>
          <p:nvSpPr>
            <p:cNvPr id="39950" name="Line 101"/>
            <p:cNvSpPr/>
            <p:nvPr/>
          </p:nvSpPr>
          <p:spPr>
            <a:xfrm>
              <a:off x="2954" y="1135"/>
              <a:ext cx="0" cy="576"/>
            </a:xfrm>
            <a:prstGeom prst="line">
              <a:avLst/>
            </a:prstGeom>
            <a:ln w="28575" cap="flat" cmpd="sng">
              <a:solidFill>
                <a:srgbClr val="FFCC00"/>
              </a:solidFill>
              <a:prstDash val="solid"/>
              <a:headEnd type="none" w="med" len="med"/>
              <a:tailEnd type="oval" w="med" len="med"/>
            </a:ln>
          </p:spPr>
        </p:sp>
        <p:cxnSp>
          <p:nvCxnSpPr>
            <p:cNvPr id="39951" name="AutoShape 102"/>
            <p:cNvCxnSpPr>
              <a:stCxn id="39950" idx="1"/>
            </p:cNvCxnSpPr>
            <p:nvPr/>
          </p:nvCxnSpPr>
          <p:spPr>
            <a:xfrm>
              <a:off x="2954" y="1720"/>
              <a:ext cx="552" cy="283"/>
            </a:xfrm>
            <a:prstGeom prst="straightConnector1">
              <a:avLst/>
            </a:prstGeom>
            <a:ln w="28575" cap="flat" cmpd="sng">
              <a:solidFill>
                <a:srgbClr val="FFCC00"/>
              </a:solidFill>
              <a:prstDash val="solid"/>
              <a:headEnd type="none" w="med" len="med"/>
              <a:tailEnd type="none" w="med" len="med"/>
            </a:ln>
          </p:spPr>
        </p:cxnSp>
        <p:cxnSp>
          <p:nvCxnSpPr>
            <p:cNvPr id="39952" name="AutoShape 103"/>
            <p:cNvCxnSpPr>
              <a:endCxn id="39950" idx="1"/>
            </p:cNvCxnSpPr>
            <p:nvPr/>
          </p:nvCxnSpPr>
          <p:spPr>
            <a:xfrm flipV="1">
              <a:off x="2402" y="1720"/>
              <a:ext cx="552" cy="283"/>
            </a:xfrm>
            <a:prstGeom prst="straightConnector1">
              <a:avLst/>
            </a:prstGeom>
            <a:ln w="28575" cap="flat" cmpd="sng">
              <a:solidFill>
                <a:srgbClr val="FFCC00"/>
              </a:solidFill>
              <a:prstDash val="solid"/>
              <a:headEnd type="none" w="med" len="med"/>
              <a:tailEnd type="none" w="med" len="med"/>
            </a:ln>
          </p:spPr>
        </p:cxnSp>
        <p:sp>
          <p:nvSpPr>
            <p:cNvPr id="39953" name="Line 104"/>
            <p:cNvSpPr/>
            <p:nvPr/>
          </p:nvSpPr>
          <p:spPr>
            <a:xfrm flipH="1">
              <a:off x="2093" y="1135"/>
              <a:ext cx="861" cy="0"/>
            </a:xfrm>
            <a:prstGeom prst="line">
              <a:avLst/>
            </a:prstGeom>
            <a:ln w="28575" cap="flat" cmpd="sng">
              <a:solidFill>
                <a:srgbClr val="FFCC00"/>
              </a:solidFill>
              <a:prstDash val="solid"/>
              <a:headEnd type="none" w="med" len="med"/>
              <a:tailEnd type="none" w="med" len="med"/>
            </a:ln>
          </p:spPr>
        </p:sp>
        <p:sp>
          <p:nvSpPr>
            <p:cNvPr id="39954" name="Line 105"/>
            <p:cNvSpPr/>
            <p:nvPr/>
          </p:nvSpPr>
          <p:spPr>
            <a:xfrm flipH="1">
              <a:off x="1490" y="1711"/>
              <a:ext cx="1440" cy="0"/>
            </a:xfrm>
            <a:prstGeom prst="line">
              <a:avLst/>
            </a:prstGeom>
            <a:ln w="28575" cap="flat" cmpd="sng">
              <a:solidFill>
                <a:srgbClr val="FFCC00"/>
              </a:solidFill>
              <a:prstDash val="solid"/>
              <a:headEnd type="none" w="med" len="med"/>
              <a:tailEnd type="none" w="med" len="med"/>
            </a:ln>
          </p:spPr>
        </p:sp>
        <p:sp>
          <p:nvSpPr>
            <p:cNvPr id="39955" name="Line 106"/>
            <p:cNvSpPr/>
            <p:nvPr/>
          </p:nvSpPr>
          <p:spPr>
            <a:xfrm flipH="1">
              <a:off x="1490" y="1135"/>
              <a:ext cx="384" cy="0"/>
            </a:xfrm>
            <a:prstGeom prst="line">
              <a:avLst/>
            </a:prstGeom>
            <a:ln w="28575" cap="flat" cmpd="sng">
              <a:solidFill>
                <a:srgbClr val="FFCC00"/>
              </a:solidFill>
              <a:prstDash val="solid"/>
              <a:headEnd type="none" w="med" len="med"/>
              <a:tailEnd type="none" w="med" len="med"/>
            </a:ln>
          </p:spPr>
        </p:sp>
        <p:sp>
          <p:nvSpPr>
            <p:cNvPr id="39956" name="Text Box 107"/>
            <p:cNvSpPr txBox="1"/>
            <p:nvPr/>
          </p:nvSpPr>
          <p:spPr>
            <a:xfrm>
              <a:off x="1217" y="935"/>
              <a:ext cx="278" cy="327"/>
            </a:xfrm>
            <a:prstGeom prst="rect">
              <a:avLst/>
            </a:prstGeom>
            <a:noFill/>
            <a:ln w="28575">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9957" name="Text Box 108"/>
            <p:cNvSpPr txBox="1"/>
            <p:nvPr/>
          </p:nvSpPr>
          <p:spPr>
            <a:xfrm>
              <a:off x="1202" y="1823"/>
              <a:ext cx="265" cy="327"/>
            </a:xfrm>
            <a:prstGeom prst="rect">
              <a:avLst/>
            </a:prstGeom>
            <a:noFill/>
            <a:ln w="28575">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9958" name="Text Box 109"/>
            <p:cNvSpPr txBox="1"/>
            <p:nvPr/>
          </p:nvSpPr>
          <p:spPr>
            <a:xfrm>
              <a:off x="1208" y="2051"/>
              <a:ext cx="265" cy="327"/>
            </a:xfrm>
            <a:prstGeom prst="rect">
              <a:avLst/>
            </a:prstGeom>
            <a:noFill/>
            <a:ln w="28575">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9959" name="Text Box 110"/>
            <p:cNvSpPr txBox="1"/>
            <p:nvPr/>
          </p:nvSpPr>
          <p:spPr>
            <a:xfrm>
              <a:off x="1208" y="1517"/>
              <a:ext cx="278" cy="327"/>
            </a:xfrm>
            <a:prstGeom prst="rect">
              <a:avLst/>
            </a:prstGeom>
            <a:noFill/>
            <a:ln w="28575">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39960" name="Line 111"/>
            <p:cNvSpPr/>
            <p:nvPr/>
          </p:nvSpPr>
          <p:spPr>
            <a:xfrm flipH="1">
              <a:off x="2111" y="2239"/>
              <a:ext cx="1395" cy="0"/>
            </a:xfrm>
            <a:prstGeom prst="line">
              <a:avLst/>
            </a:prstGeom>
            <a:ln w="28575" cap="flat" cmpd="sng">
              <a:solidFill>
                <a:srgbClr val="FFCC00"/>
              </a:solidFill>
              <a:prstDash val="solid"/>
              <a:headEnd type="none" w="med" len="med"/>
              <a:tailEnd type="none" w="med" len="med"/>
            </a:ln>
          </p:spPr>
        </p:sp>
        <p:sp>
          <p:nvSpPr>
            <p:cNvPr id="39961" name="Line 112"/>
            <p:cNvSpPr/>
            <p:nvPr/>
          </p:nvSpPr>
          <p:spPr>
            <a:xfrm flipH="1">
              <a:off x="1490" y="2239"/>
              <a:ext cx="381" cy="0"/>
            </a:xfrm>
            <a:prstGeom prst="line">
              <a:avLst/>
            </a:prstGeom>
            <a:ln w="28575" cap="flat" cmpd="sng">
              <a:solidFill>
                <a:srgbClr val="FFCC00"/>
              </a:solidFill>
              <a:prstDash val="solid"/>
              <a:headEnd type="none" w="med" len="med"/>
              <a:tailEnd type="none" w="med" len="med"/>
            </a:ln>
          </p:spPr>
        </p:sp>
        <p:sp>
          <p:nvSpPr>
            <p:cNvPr id="39962" name="Line 113"/>
            <p:cNvSpPr/>
            <p:nvPr/>
          </p:nvSpPr>
          <p:spPr>
            <a:xfrm>
              <a:off x="3506" y="1999"/>
              <a:ext cx="0" cy="240"/>
            </a:xfrm>
            <a:prstGeom prst="line">
              <a:avLst/>
            </a:prstGeom>
            <a:ln w="28575" cap="flat" cmpd="sng">
              <a:solidFill>
                <a:srgbClr val="FFCC00"/>
              </a:solidFill>
              <a:prstDash val="solid"/>
              <a:headEnd type="none" w="med" len="med"/>
              <a:tailEnd type="none" w="med" len="med"/>
            </a:ln>
          </p:spPr>
        </p:sp>
        <p:sp>
          <p:nvSpPr>
            <p:cNvPr id="39963" name="Line 114"/>
            <p:cNvSpPr/>
            <p:nvPr/>
          </p:nvSpPr>
          <p:spPr>
            <a:xfrm flipH="1">
              <a:off x="2089" y="1997"/>
              <a:ext cx="313" cy="2"/>
            </a:xfrm>
            <a:prstGeom prst="line">
              <a:avLst/>
            </a:prstGeom>
            <a:ln w="28575" cap="flat" cmpd="sng">
              <a:solidFill>
                <a:srgbClr val="FFCC00"/>
              </a:solidFill>
              <a:prstDash val="solid"/>
              <a:headEnd type="none" w="med" len="med"/>
              <a:tailEnd type="none" w="med" len="med"/>
            </a:ln>
          </p:spPr>
        </p:sp>
        <p:sp>
          <p:nvSpPr>
            <p:cNvPr id="39964" name="Line 115"/>
            <p:cNvSpPr/>
            <p:nvPr/>
          </p:nvSpPr>
          <p:spPr>
            <a:xfrm flipH="1">
              <a:off x="1490" y="2009"/>
              <a:ext cx="381" cy="0"/>
            </a:xfrm>
            <a:prstGeom prst="line">
              <a:avLst/>
            </a:prstGeom>
            <a:ln w="28575" cap="flat" cmpd="sng">
              <a:solidFill>
                <a:srgbClr val="FFCC00"/>
              </a:solidFill>
              <a:prstDash val="solid"/>
              <a:headEnd type="none" w="med" len="med"/>
              <a:tailEnd type="none" w="med" len="med"/>
            </a:ln>
          </p:spPr>
        </p:sp>
        <p:grpSp>
          <p:nvGrpSpPr>
            <p:cNvPr id="39965" name="Group 116"/>
            <p:cNvGrpSpPr/>
            <p:nvPr/>
          </p:nvGrpSpPr>
          <p:grpSpPr>
            <a:xfrm>
              <a:off x="2836" y="1283"/>
              <a:ext cx="227" cy="227"/>
              <a:chOff x="2363" y="1120"/>
              <a:chExt cx="277" cy="272"/>
            </a:xfrm>
          </p:grpSpPr>
          <p:sp>
            <p:nvSpPr>
              <p:cNvPr id="67701" name="Oval 117"/>
              <p:cNvSpPr>
                <a:spLocks noChangeArrowheads="1"/>
              </p:cNvSpPr>
              <p:nvPr/>
            </p:nvSpPr>
            <p:spPr bwMode="auto">
              <a:xfrm>
                <a:off x="2368" y="1120"/>
                <a:ext cx="272" cy="272"/>
              </a:xfrm>
              <a:prstGeom prst="ellipse">
                <a:avLst/>
              </a:prstGeom>
              <a:gradFill rotWithShape="1">
                <a:gsLst>
                  <a:gs pos="0">
                    <a:schemeClr val="hlink"/>
                  </a:gs>
                  <a:gs pos="100000">
                    <a:schemeClr val="hlink">
                      <a:gamma/>
                      <a:shade val="46275"/>
                      <a:invGamma/>
                    </a:schemeClr>
                  </a:gs>
                </a:gsLst>
                <a:path path="shape">
                  <a:fillToRect l="50000" t="50000" r="50000" b="50000"/>
                </a:path>
              </a:gradFill>
              <a:ln w="38100">
                <a:solidFill>
                  <a:srgbClr val="FF9900"/>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1" i="0" u="none" strike="noStrike" kern="1200" cap="none" spc="0" normalizeH="0" baseline="0" noProof="0">
                  <a:ln>
                    <a:noFill/>
                  </a:ln>
                  <a:solidFill>
                    <a:srgbClr val="FFFF00"/>
                  </a:solidFill>
                  <a:effectLst/>
                  <a:uLnTx/>
                  <a:uFillTx/>
                  <a:latin typeface="Arial" panose="020B0604020202020204" pitchFamily="34" charset="0"/>
                  <a:ea typeface="楷体_GB2312" pitchFamily="49" charset="-122"/>
                  <a:cs typeface="+mn-cs"/>
                </a:endParaRPr>
              </a:p>
            </p:txBody>
          </p:sp>
          <p:sp>
            <p:nvSpPr>
              <p:cNvPr id="39992" name="Line 118"/>
              <p:cNvSpPr/>
              <p:nvPr/>
            </p:nvSpPr>
            <p:spPr>
              <a:xfrm rot="2700000">
                <a:off x="2500" y="1121"/>
                <a:ext cx="0" cy="274"/>
              </a:xfrm>
              <a:prstGeom prst="line">
                <a:avLst/>
              </a:prstGeom>
              <a:ln w="38100" cap="flat" cmpd="sng">
                <a:solidFill>
                  <a:srgbClr val="FF9900"/>
                </a:solidFill>
                <a:prstDash val="solid"/>
                <a:headEnd type="none" w="med" len="med"/>
                <a:tailEnd type="none" w="med" len="med"/>
              </a:ln>
            </p:spPr>
          </p:sp>
          <p:sp>
            <p:nvSpPr>
              <p:cNvPr id="39993" name="Line 119"/>
              <p:cNvSpPr/>
              <p:nvPr/>
            </p:nvSpPr>
            <p:spPr>
              <a:xfrm rot="8100000">
                <a:off x="2499" y="1128"/>
                <a:ext cx="0" cy="264"/>
              </a:xfrm>
              <a:prstGeom prst="line">
                <a:avLst/>
              </a:prstGeom>
              <a:ln w="38100" cap="flat" cmpd="sng">
                <a:solidFill>
                  <a:srgbClr val="FF9900"/>
                </a:solidFill>
                <a:prstDash val="solid"/>
                <a:headEnd type="none" w="med" len="med"/>
                <a:tailEnd type="none" w="med" len="med"/>
              </a:ln>
            </p:spPr>
          </p:sp>
        </p:grpSp>
        <p:grpSp>
          <p:nvGrpSpPr>
            <p:cNvPr id="39966" name="Group 120"/>
            <p:cNvGrpSpPr/>
            <p:nvPr/>
          </p:nvGrpSpPr>
          <p:grpSpPr>
            <a:xfrm>
              <a:off x="3114" y="1734"/>
              <a:ext cx="227" cy="227"/>
              <a:chOff x="2363" y="1120"/>
              <a:chExt cx="277" cy="272"/>
            </a:xfrm>
          </p:grpSpPr>
          <p:sp>
            <p:nvSpPr>
              <p:cNvPr id="67705" name="Oval 121"/>
              <p:cNvSpPr>
                <a:spLocks noChangeArrowheads="1"/>
              </p:cNvSpPr>
              <p:nvPr/>
            </p:nvSpPr>
            <p:spPr bwMode="auto">
              <a:xfrm>
                <a:off x="2368" y="1120"/>
                <a:ext cx="272" cy="272"/>
              </a:xfrm>
              <a:prstGeom prst="ellipse">
                <a:avLst/>
              </a:prstGeom>
              <a:gradFill rotWithShape="1">
                <a:gsLst>
                  <a:gs pos="0">
                    <a:schemeClr val="hlink"/>
                  </a:gs>
                  <a:gs pos="100000">
                    <a:schemeClr val="hlink">
                      <a:gamma/>
                      <a:shade val="46275"/>
                      <a:invGamma/>
                    </a:schemeClr>
                  </a:gs>
                </a:gsLst>
                <a:path path="shape">
                  <a:fillToRect l="50000" t="50000" r="50000" b="50000"/>
                </a:path>
              </a:gradFill>
              <a:ln w="38100">
                <a:solidFill>
                  <a:srgbClr val="FF9900"/>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1" i="0" u="none" strike="noStrike" kern="1200" cap="none" spc="0" normalizeH="0" baseline="0" noProof="0">
                  <a:ln>
                    <a:noFill/>
                  </a:ln>
                  <a:solidFill>
                    <a:srgbClr val="FFFF00"/>
                  </a:solidFill>
                  <a:effectLst/>
                  <a:uLnTx/>
                  <a:uFillTx/>
                  <a:latin typeface="Arial" panose="020B0604020202020204" pitchFamily="34" charset="0"/>
                  <a:ea typeface="楷体_GB2312" pitchFamily="49" charset="-122"/>
                  <a:cs typeface="+mn-cs"/>
                </a:endParaRPr>
              </a:p>
            </p:txBody>
          </p:sp>
          <p:sp>
            <p:nvSpPr>
              <p:cNvPr id="39989" name="Line 122"/>
              <p:cNvSpPr/>
              <p:nvPr/>
            </p:nvSpPr>
            <p:spPr>
              <a:xfrm rot="2700000">
                <a:off x="2500" y="1121"/>
                <a:ext cx="0" cy="274"/>
              </a:xfrm>
              <a:prstGeom prst="line">
                <a:avLst/>
              </a:prstGeom>
              <a:ln w="38100" cap="flat" cmpd="sng">
                <a:solidFill>
                  <a:srgbClr val="FF9900"/>
                </a:solidFill>
                <a:prstDash val="solid"/>
                <a:headEnd type="none" w="med" len="med"/>
                <a:tailEnd type="none" w="med" len="med"/>
              </a:ln>
            </p:spPr>
          </p:sp>
          <p:sp>
            <p:nvSpPr>
              <p:cNvPr id="39990" name="Line 123"/>
              <p:cNvSpPr/>
              <p:nvPr/>
            </p:nvSpPr>
            <p:spPr>
              <a:xfrm rot="8100000">
                <a:off x="2499" y="1128"/>
                <a:ext cx="0" cy="264"/>
              </a:xfrm>
              <a:prstGeom prst="line">
                <a:avLst/>
              </a:prstGeom>
              <a:ln w="38100" cap="flat" cmpd="sng">
                <a:solidFill>
                  <a:srgbClr val="FF9900"/>
                </a:solidFill>
                <a:prstDash val="solid"/>
                <a:headEnd type="none" w="med" len="med"/>
                <a:tailEnd type="none" w="med" len="med"/>
              </a:ln>
            </p:spPr>
          </p:sp>
        </p:grpSp>
        <p:grpSp>
          <p:nvGrpSpPr>
            <p:cNvPr id="39967" name="Group 124"/>
            <p:cNvGrpSpPr/>
            <p:nvPr/>
          </p:nvGrpSpPr>
          <p:grpSpPr>
            <a:xfrm>
              <a:off x="2530" y="1756"/>
              <a:ext cx="227" cy="227"/>
              <a:chOff x="2363" y="1120"/>
              <a:chExt cx="277" cy="272"/>
            </a:xfrm>
          </p:grpSpPr>
          <p:sp>
            <p:nvSpPr>
              <p:cNvPr id="67709" name="Oval 125"/>
              <p:cNvSpPr>
                <a:spLocks noChangeArrowheads="1"/>
              </p:cNvSpPr>
              <p:nvPr/>
            </p:nvSpPr>
            <p:spPr bwMode="auto">
              <a:xfrm>
                <a:off x="2368" y="1120"/>
                <a:ext cx="272" cy="272"/>
              </a:xfrm>
              <a:prstGeom prst="ellipse">
                <a:avLst/>
              </a:prstGeom>
              <a:gradFill rotWithShape="1">
                <a:gsLst>
                  <a:gs pos="0">
                    <a:schemeClr val="hlink"/>
                  </a:gs>
                  <a:gs pos="100000">
                    <a:schemeClr val="hlink">
                      <a:gamma/>
                      <a:shade val="46275"/>
                      <a:invGamma/>
                    </a:schemeClr>
                  </a:gs>
                </a:gsLst>
                <a:path path="shape">
                  <a:fillToRect l="50000" t="50000" r="50000" b="50000"/>
                </a:path>
              </a:gradFill>
              <a:ln w="38100">
                <a:solidFill>
                  <a:srgbClr val="FF9900"/>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1" i="0" u="none" strike="noStrike" kern="1200" cap="none" spc="0" normalizeH="0" baseline="0" noProof="0">
                  <a:ln>
                    <a:noFill/>
                  </a:ln>
                  <a:solidFill>
                    <a:srgbClr val="FFFF00"/>
                  </a:solidFill>
                  <a:effectLst/>
                  <a:uLnTx/>
                  <a:uFillTx/>
                  <a:latin typeface="Arial" panose="020B0604020202020204" pitchFamily="34" charset="0"/>
                  <a:ea typeface="楷体_GB2312" pitchFamily="49" charset="-122"/>
                  <a:cs typeface="+mn-cs"/>
                </a:endParaRPr>
              </a:p>
            </p:txBody>
          </p:sp>
          <p:sp>
            <p:nvSpPr>
              <p:cNvPr id="39986" name="Line 126"/>
              <p:cNvSpPr/>
              <p:nvPr/>
            </p:nvSpPr>
            <p:spPr>
              <a:xfrm rot="2700000">
                <a:off x="2500" y="1121"/>
                <a:ext cx="0" cy="274"/>
              </a:xfrm>
              <a:prstGeom prst="line">
                <a:avLst/>
              </a:prstGeom>
              <a:ln w="38100" cap="flat" cmpd="sng">
                <a:solidFill>
                  <a:srgbClr val="FF9900"/>
                </a:solidFill>
                <a:prstDash val="solid"/>
                <a:headEnd type="none" w="med" len="med"/>
                <a:tailEnd type="none" w="med" len="med"/>
              </a:ln>
            </p:spPr>
          </p:sp>
          <p:sp>
            <p:nvSpPr>
              <p:cNvPr id="39987" name="Line 127"/>
              <p:cNvSpPr/>
              <p:nvPr/>
            </p:nvSpPr>
            <p:spPr>
              <a:xfrm rot="8100000">
                <a:off x="2499" y="1128"/>
                <a:ext cx="0" cy="264"/>
              </a:xfrm>
              <a:prstGeom prst="line">
                <a:avLst/>
              </a:prstGeom>
              <a:ln w="38100" cap="flat" cmpd="sng">
                <a:solidFill>
                  <a:srgbClr val="FF9900"/>
                </a:solidFill>
                <a:prstDash val="solid"/>
                <a:headEnd type="none" w="med" len="med"/>
                <a:tailEnd type="none" w="med" len="med"/>
              </a:ln>
            </p:spPr>
          </p:sp>
        </p:grpSp>
        <p:grpSp>
          <p:nvGrpSpPr>
            <p:cNvPr id="39968" name="Group 163"/>
            <p:cNvGrpSpPr/>
            <p:nvPr/>
          </p:nvGrpSpPr>
          <p:grpSpPr>
            <a:xfrm>
              <a:off x="1882" y="1026"/>
              <a:ext cx="214" cy="227"/>
              <a:chOff x="1882" y="1026"/>
              <a:chExt cx="214" cy="227"/>
            </a:xfrm>
          </p:grpSpPr>
          <p:sp>
            <p:nvSpPr>
              <p:cNvPr id="39982" name="Line 129"/>
              <p:cNvSpPr/>
              <p:nvPr/>
            </p:nvSpPr>
            <p:spPr>
              <a:xfrm flipH="1">
                <a:off x="1882" y="1117"/>
                <a:ext cx="181" cy="136"/>
              </a:xfrm>
              <a:prstGeom prst="line">
                <a:avLst/>
              </a:prstGeom>
              <a:ln w="28575" cap="flat" cmpd="sng">
                <a:solidFill>
                  <a:srgbClr val="FFCC00"/>
                </a:solidFill>
                <a:prstDash val="solid"/>
                <a:headEnd type="none" w="med" len="med"/>
                <a:tailEnd type="none" w="med" len="med"/>
              </a:ln>
            </p:spPr>
          </p:sp>
          <p:sp>
            <p:nvSpPr>
              <p:cNvPr id="39983" name="Oval 130"/>
              <p:cNvSpPr/>
              <p:nvPr/>
            </p:nvSpPr>
            <p:spPr>
              <a:xfrm>
                <a:off x="2051" y="1111"/>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9984" name="Arc 131"/>
              <p:cNvSpPr/>
              <p:nvPr/>
            </p:nvSpPr>
            <p:spPr>
              <a:xfrm rot="-6138705" flipH="1">
                <a:off x="1906" y="1060"/>
                <a:ext cx="201" cy="132"/>
              </a:xfrm>
              <a:custGeom>
                <a:avLst/>
                <a:gdLst>
                  <a:gd name="txL" fmla="*/ 0 w 21600"/>
                  <a:gd name="txT" fmla="*/ 0 h 21600"/>
                  <a:gd name="txR" fmla="*/ 21600 w 21600"/>
                  <a:gd name="txB" fmla="*/ 21600 h 21600"/>
                </a:gdLst>
                <a:ahLst/>
                <a:cxnLst>
                  <a:cxn ang="0">
                    <a:pos x="0" y="0"/>
                  </a:cxn>
                  <a:cxn ang="0">
                    <a:pos x="2" y="1"/>
                  </a:cxn>
                  <a:cxn ang="0">
                    <a:pos x="0" y="1"/>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28575" cap="flat" cmpd="sng">
                <a:solidFill>
                  <a:srgbClr val="FF3300"/>
                </a:solidFill>
                <a:prstDash val="solid"/>
                <a:round/>
                <a:headEnd type="triangle" w="med" len="med"/>
                <a:tailEnd type="none" w="med" len="med"/>
              </a:ln>
            </p:spPr>
            <p:txBody>
              <a:bodyPr wrap="none" anchor="ctr" anchorCtr="0"/>
              <a:p>
                <a:endParaRPr lang="zh-CN" altLang="en-US" dirty="0">
                  <a:latin typeface="Arial" panose="020B0604020202020204" pitchFamily="34" charset="0"/>
                </a:endParaRPr>
              </a:p>
            </p:txBody>
          </p:sp>
        </p:grpSp>
        <p:sp>
          <p:nvSpPr>
            <p:cNvPr id="39969" name="Oval 140"/>
            <p:cNvSpPr/>
            <p:nvPr/>
          </p:nvSpPr>
          <p:spPr>
            <a:xfrm>
              <a:off x="1449" y="1105"/>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9970" name="Oval 141"/>
            <p:cNvSpPr/>
            <p:nvPr/>
          </p:nvSpPr>
          <p:spPr>
            <a:xfrm>
              <a:off x="1449" y="1678"/>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9971" name="Oval 142"/>
            <p:cNvSpPr/>
            <p:nvPr/>
          </p:nvSpPr>
          <p:spPr>
            <a:xfrm>
              <a:off x="1439" y="1976"/>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9972" name="Oval 143"/>
            <p:cNvSpPr/>
            <p:nvPr/>
          </p:nvSpPr>
          <p:spPr>
            <a:xfrm>
              <a:off x="1437" y="2213"/>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9973" name="Text Box 144"/>
            <p:cNvSpPr txBox="1"/>
            <p:nvPr/>
          </p:nvSpPr>
          <p:spPr>
            <a:xfrm>
              <a:off x="2949" y="1457"/>
              <a:ext cx="318" cy="327"/>
            </a:xfrm>
            <a:prstGeom prst="rect">
              <a:avLst/>
            </a:prstGeom>
            <a:noFill/>
            <a:ln w="28575">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grpSp>
          <p:nvGrpSpPr>
            <p:cNvPr id="39974" name="Group 164"/>
            <p:cNvGrpSpPr/>
            <p:nvPr/>
          </p:nvGrpSpPr>
          <p:grpSpPr>
            <a:xfrm>
              <a:off x="1900" y="2142"/>
              <a:ext cx="214" cy="227"/>
              <a:chOff x="1882" y="1026"/>
              <a:chExt cx="214" cy="227"/>
            </a:xfrm>
          </p:grpSpPr>
          <p:sp>
            <p:nvSpPr>
              <p:cNvPr id="39979" name="Line 165"/>
              <p:cNvSpPr/>
              <p:nvPr/>
            </p:nvSpPr>
            <p:spPr>
              <a:xfrm flipH="1">
                <a:off x="1882" y="1117"/>
                <a:ext cx="181" cy="136"/>
              </a:xfrm>
              <a:prstGeom prst="line">
                <a:avLst/>
              </a:prstGeom>
              <a:ln w="28575" cap="flat" cmpd="sng">
                <a:solidFill>
                  <a:srgbClr val="FFCC00"/>
                </a:solidFill>
                <a:prstDash val="solid"/>
                <a:headEnd type="none" w="med" len="med"/>
                <a:tailEnd type="none" w="med" len="med"/>
              </a:ln>
            </p:spPr>
          </p:sp>
          <p:sp>
            <p:nvSpPr>
              <p:cNvPr id="39980" name="Oval 166"/>
              <p:cNvSpPr/>
              <p:nvPr/>
            </p:nvSpPr>
            <p:spPr>
              <a:xfrm>
                <a:off x="2051" y="1111"/>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9981" name="Arc 167"/>
              <p:cNvSpPr/>
              <p:nvPr/>
            </p:nvSpPr>
            <p:spPr>
              <a:xfrm rot="-6138705" flipH="1">
                <a:off x="1906" y="1060"/>
                <a:ext cx="201" cy="132"/>
              </a:xfrm>
              <a:custGeom>
                <a:avLst/>
                <a:gdLst>
                  <a:gd name="txL" fmla="*/ 0 w 21600"/>
                  <a:gd name="txT" fmla="*/ 0 h 21600"/>
                  <a:gd name="txR" fmla="*/ 21600 w 21600"/>
                  <a:gd name="txB" fmla="*/ 21600 h 21600"/>
                </a:gdLst>
                <a:ahLst/>
                <a:cxnLst>
                  <a:cxn ang="0">
                    <a:pos x="0" y="0"/>
                  </a:cxn>
                  <a:cxn ang="0">
                    <a:pos x="2" y="1"/>
                  </a:cxn>
                  <a:cxn ang="0">
                    <a:pos x="0" y="1"/>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28575" cap="flat" cmpd="sng">
                <a:solidFill>
                  <a:srgbClr val="FF3300"/>
                </a:solidFill>
                <a:prstDash val="solid"/>
                <a:round/>
                <a:headEnd type="triangle" w="med" len="med"/>
                <a:tailEnd type="none" w="med" len="med"/>
              </a:ln>
            </p:spPr>
            <p:txBody>
              <a:bodyPr wrap="none" anchor="ctr" anchorCtr="0"/>
              <a:p>
                <a:endParaRPr lang="zh-CN" altLang="en-US" dirty="0">
                  <a:latin typeface="Arial" panose="020B0604020202020204" pitchFamily="34" charset="0"/>
                </a:endParaRPr>
              </a:p>
            </p:txBody>
          </p:sp>
        </p:grpSp>
        <p:grpSp>
          <p:nvGrpSpPr>
            <p:cNvPr id="39975" name="Group 168"/>
            <p:cNvGrpSpPr/>
            <p:nvPr/>
          </p:nvGrpSpPr>
          <p:grpSpPr>
            <a:xfrm>
              <a:off x="1882" y="1897"/>
              <a:ext cx="214" cy="227"/>
              <a:chOff x="1882" y="1026"/>
              <a:chExt cx="214" cy="227"/>
            </a:xfrm>
          </p:grpSpPr>
          <p:sp>
            <p:nvSpPr>
              <p:cNvPr id="39976" name="Line 169"/>
              <p:cNvSpPr/>
              <p:nvPr/>
            </p:nvSpPr>
            <p:spPr>
              <a:xfrm flipH="1">
                <a:off x="1882" y="1117"/>
                <a:ext cx="181" cy="136"/>
              </a:xfrm>
              <a:prstGeom prst="line">
                <a:avLst/>
              </a:prstGeom>
              <a:ln w="28575" cap="flat" cmpd="sng">
                <a:solidFill>
                  <a:srgbClr val="FFCC00"/>
                </a:solidFill>
                <a:prstDash val="solid"/>
                <a:headEnd type="none" w="med" len="med"/>
                <a:tailEnd type="none" w="med" len="med"/>
              </a:ln>
            </p:spPr>
          </p:sp>
          <p:sp>
            <p:nvSpPr>
              <p:cNvPr id="39977" name="Oval 170"/>
              <p:cNvSpPr/>
              <p:nvPr/>
            </p:nvSpPr>
            <p:spPr>
              <a:xfrm>
                <a:off x="2051" y="1111"/>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9978" name="Arc 171"/>
              <p:cNvSpPr/>
              <p:nvPr/>
            </p:nvSpPr>
            <p:spPr>
              <a:xfrm rot="-6138705" flipH="1">
                <a:off x="1906" y="1060"/>
                <a:ext cx="201" cy="132"/>
              </a:xfrm>
              <a:custGeom>
                <a:avLst/>
                <a:gdLst>
                  <a:gd name="txL" fmla="*/ 0 w 21600"/>
                  <a:gd name="txT" fmla="*/ 0 h 21600"/>
                  <a:gd name="txR" fmla="*/ 21600 w 21600"/>
                  <a:gd name="txB" fmla="*/ 21600 h 21600"/>
                </a:gdLst>
                <a:ahLst/>
                <a:cxnLst>
                  <a:cxn ang="0">
                    <a:pos x="0" y="0"/>
                  </a:cxn>
                  <a:cxn ang="0">
                    <a:pos x="2" y="1"/>
                  </a:cxn>
                  <a:cxn ang="0">
                    <a:pos x="0" y="1"/>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28575" cap="flat" cmpd="sng">
                <a:solidFill>
                  <a:srgbClr val="FF3300"/>
                </a:solidFill>
                <a:prstDash val="solid"/>
                <a:round/>
                <a:headEnd type="triangle" w="med" len="med"/>
                <a:tailEnd type="none" w="med" len="med"/>
              </a:ln>
            </p:spPr>
            <p:txBody>
              <a:bodyPr wrap="none" anchor="ctr" anchorCtr="0"/>
              <a:p>
                <a:endParaRPr lang="zh-CN" altLang="en-US" dirty="0">
                  <a:latin typeface="Arial" panose="020B0604020202020204" pitchFamily="34"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67586"/>
                                        </p:tgtEl>
                                        <p:attrNameLst>
                                          <p:attrName>style.visibility</p:attrName>
                                        </p:attrNameLst>
                                      </p:cBhvr>
                                      <p:to>
                                        <p:strVal val="visible"/>
                                      </p:to>
                                    </p:set>
                                    <p:anim calcmode="lin" valueType="num">
                                      <p:cBhvr>
                                        <p:cTn id="7" dur="1000" fill="hold"/>
                                        <p:tgtEl>
                                          <p:spTgt spid="67586"/>
                                        </p:tgtEl>
                                        <p:attrNameLst>
                                          <p:attrName>ppt_w</p:attrName>
                                        </p:attrNameLst>
                                      </p:cBhvr>
                                      <p:tavLst>
                                        <p:tav tm="0">
                                          <p:val>
                                            <p:fltVal val="0.000000"/>
                                          </p:val>
                                        </p:tav>
                                        <p:tav tm="100000">
                                          <p:val>
                                            <p:strVal val="#ppt_w"/>
                                          </p:val>
                                        </p:tav>
                                      </p:tavLst>
                                    </p:anim>
                                    <p:anim calcmode="lin" valueType="num">
                                      <p:cBhvr>
                                        <p:cTn id="8" dur="1000" fill="hold"/>
                                        <p:tgtEl>
                                          <p:spTgt spid="67586"/>
                                        </p:tgtEl>
                                        <p:attrNameLst>
                                          <p:attrName>ppt_h</p:attrName>
                                        </p:attrNameLst>
                                      </p:cBhvr>
                                      <p:tavLst>
                                        <p:tav tm="0">
                                          <p:val>
                                            <p:fltVal val="0.000000"/>
                                          </p:val>
                                        </p:tav>
                                        <p:tav tm="100000">
                                          <p:val>
                                            <p:strVal val="#ppt_h"/>
                                          </p:val>
                                        </p:tav>
                                      </p:tavLst>
                                    </p:anim>
                                    <p:anim calcmode="lin" valueType="num">
                                      <p:cBhvr>
                                        <p:cTn id="9" dur="1000" fill="hold"/>
                                        <p:tgtEl>
                                          <p:spTgt spid="67586"/>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67586"/>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12" presetClass="entr" presetSubtype="2" fill="hold" grpId="0" nodeType="afterEffect">
                                  <p:stCondLst>
                                    <p:cond delay="0"/>
                                  </p:stCondLst>
                                  <p:childTnLst>
                                    <p:set>
                                      <p:cBhvr>
                                        <p:cTn id="13" dur="1" fill="hold">
                                          <p:stCondLst>
                                            <p:cond delay="0"/>
                                          </p:stCondLst>
                                        </p:cTn>
                                        <p:tgtEl>
                                          <p:spTgt spid="67669"/>
                                        </p:tgtEl>
                                        <p:attrNameLst>
                                          <p:attrName>style.visibility</p:attrName>
                                        </p:attrNameLst>
                                      </p:cBhvr>
                                      <p:to>
                                        <p:strVal val="visible"/>
                                      </p:to>
                                    </p:set>
                                    <p:animEffect transition="in" filter="slide(fromRight)">
                                      <p:cBhvr>
                                        <p:cTn id="14" dur="500"/>
                                        <p:tgtEl>
                                          <p:spTgt spid="67669"/>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67587"/>
                                        </p:tgtEl>
                                        <p:attrNameLst>
                                          <p:attrName>style.visibility</p:attrName>
                                        </p:attrNameLst>
                                      </p:cBhvr>
                                      <p:to>
                                        <p:strVal val="visible"/>
                                      </p:to>
                                    </p:set>
                                    <p:animEffect transition="in" filter="wipe(left)">
                                      <p:cBhvr>
                                        <p:cTn id="19" dur="2000"/>
                                        <p:tgtEl>
                                          <p:spTgt spid="67587"/>
                                        </p:tgtEl>
                                      </p:cBhvr>
                                    </p:animEffect>
                                  </p:childTnLst>
                                </p:cTn>
                              </p:par>
                            </p:childTnLst>
                          </p:cTn>
                        </p:par>
                        <p:par>
                          <p:cTn id="20" fill="hold">
                            <p:stCondLst>
                              <p:cond delay="2000"/>
                            </p:stCondLst>
                            <p:childTnLst>
                              <p:par>
                                <p:cTn id="21" presetID="3" presetClass="entr" presetSubtype="10"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blinds(horizontal)">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67588"/>
                                        </p:tgtEl>
                                        <p:attrNameLst>
                                          <p:attrName>style.visibility</p:attrName>
                                        </p:attrNameLst>
                                      </p:cBhvr>
                                      <p:to>
                                        <p:strVal val="visible"/>
                                      </p:to>
                                    </p:set>
                                    <p:anim calcmode="lin" valueType="num">
                                      <p:cBhvr additive="base">
                                        <p:cTn id="28" dur="500" fill="hold"/>
                                        <p:tgtEl>
                                          <p:spTgt spid="67588"/>
                                        </p:tgtEl>
                                        <p:attrNameLst>
                                          <p:attrName>ppt_x</p:attrName>
                                        </p:attrNameLst>
                                      </p:cBhvr>
                                      <p:tavLst>
                                        <p:tav tm="0">
                                          <p:val>
                                            <p:strVal val="1+#ppt_w/2"/>
                                          </p:val>
                                        </p:tav>
                                        <p:tav tm="100000">
                                          <p:val>
                                            <p:strVal val="#ppt_x"/>
                                          </p:val>
                                        </p:tav>
                                      </p:tavLst>
                                    </p:anim>
                                    <p:anim calcmode="lin" valueType="num">
                                      <p:cBhvr additive="base">
                                        <p:cTn id="29" dur="500" fill="hold"/>
                                        <p:tgtEl>
                                          <p:spTgt spid="67588"/>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67589"/>
                                        </p:tgtEl>
                                        <p:attrNameLst>
                                          <p:attrName>style.visibility</p:attrName>
                                        </p:attrNameLst>
                                      </p:cBhvr>
                                      <p:to>
                                        <p:strVal val="visible"/>
                                      </p:to>
                                    </p:set>
                                    <p:animEffect transition="in" filter="wipe(left)">
                                      <p:cBhvr>
                                        <p:cTn id="34" dur="2000"/>
                                        <p:tgtEl>
                                          <p:spTgt spid="67589"/>
                                        </p:tgtEl>
                                      </p:cBhvr>
                                    </p:animEffect>
                                  </p:childTnLst>
                                </p:cTn>
                              </p:par>
                            </p:childTnLst>
                          </p:cTn>
                        </p:par>
                        <p:par>
                          <p:cTn id="35" fill="hold">
                            <p:stCondLst>
                              <p:cond delay="2000"/>
                            </p:stCondLst>
                            <p:childTnLst>
                              <p:par>
                                <p:cTn id="36" presetID="3" presetClass="entr" presetSubtype="10" fill="hold" nodeType="after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blinds(horizontal)">
                                      <p:cBhvr>
                                        <p:cTn id="38" dur="500"/>
                                        <p:tgtEl>
                                          <p:spTgt spid="2"/>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2" fill="hold" nodeType="clickEffect">
                                  <p:stCondLst>
                                    <p:cond delay="0"/>
                                  </p:stCondLst>
                                  <p:childTnLst>
                                    <p:set>
                                      <p:cBhvr>
                                        <p:cTn id="42" dur="1" fill="hold">
                                          <p:stCondLst>
                                            <p:cond delay="0"/>
                                          </p:stCondLst>
                                        </p:cTn>
                                        <p:tgtEl>
                                          <p:spTgt spid="67670"/>
                                        </p:tgtEl>
                                        <p:attrNameLst>
                                          <p:attrName>style.visibility</p:attrName>
                                        </p:attrNameLst>
                                      </p:cBhvr>
                                      <p:to>
                                        <p:strVal val="visible"/>
                                      </p:to>
                                    </p:set>
                                    <p:animEffect transition="in" filter="slide(fromRight)">
                                      <p:cBhvr>
                                        <p:cTn id="43" dur="2000"/>
                                        <p:tgtEl>
                                          <p:spTgt spid="67670"/>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2" fill="hold" grpId="0" nodeType="clickEffect">
                                  <p:stCondLst>
                                    <p:cond delay="0"/>
                                  </p:stCondLst>
                                  <p:childTnLst>
                                    <p:set>
                                      <p:cBhvr>
                                        <p:cTn id="47" dur="1" fill="hold">
                                          <p:stCondLst>
                                            <p:cond delay="0"/>
                                          </p:stCondLst>
                                        </p:cTn>
                                        <p:tgtEl>
                                          <p:spTgt spid="67590"/>
                                        </p:tgtEl>
                                        <p:attrNameLst>
                                          <p:attrName>style.visibility</p:attrName>
                                        </p:attrNameLst>
                                      </p:cBhvr>
                                      <p:to>
                                        <p:strVal val="visible"/>
                                      </p:to>
                                    </p:set>
                                    <p:anim calcmode="lin" valueType="num">
                                      <p:cBhvr additive="base">
                                        <p:cTn id="48" dur="500" fill="hold"/>
                                        <p:tgtEl>
                                          <p:spTgt spid="67590"/>
                                        </p:tgtEl>
                                        <p:attrNameLst>
                                          <p:attrName>ppt_x</p:attrName>
                                        </p:attrNameLst>
                                      </p:cBhvr>
                                      <p:tavLst>
                                        <p:tav tm="0">
                                          <p:val>
                                            <p:strVal val="1+#ppt_w/2"/>
                                          </p:val>
                                        </p:tav>
                                        <p:tav tm="100000">
                                          <p:val>
                                            <p:strVal val="#ppt_x"/>
                                          </p:val>
                                        </p:tav>
                                      </p:tavLst>
                                    </p:anim>
                                    <p:anim calcmode="lin" valueType="num">
                                      <p:cBhvr additive="base">
                                        <p:cTn id="49" dur="500" fill="hold"/>
                                        <p:tgtEl>
                                          <p:spTgt spid="675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p:bldP spid="67587" grpId="0"/>
      <p:bldP spid="67588" grpId="0" animBg="1"/>
      <p:bldP spid="67589" grpId="0"/>
      <p:bldP spid="67590" grpId="0" animBg="1"/>
      <p:bldP spid="6766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Text Box 2"/>
          <p:cNvSpPr txBox="1"/>
          <p:nvPr/>
        </p:nvSpPr>
        <p:spPr>
          <a:xfrm>
            <a:off x="684213" y="476250"/>
            <a:ext cx="2447925" cy="519113"/>
          </a:xfrm>
          <a:prstGeom prst="rect">
            <a:avLst/>
          </a:prstGeom>
          <a:noFill/>
          <a:ln w="9525">
            <a:noFill/>
          </a:ln>
        </p:spPr>
        <p:txBody>
          <a:bodyPr>
            <a:spAutoFit/>
          </a:bodyPr>
          <a:p>
            <a:r>
              <a:rPr lang="en-US" altLang="zh-CN" sz="2800" b="0" dirty="0">
                <a:latin typeface="仿宋_GB2312" pitchFamily="49" charset="-122"/>
                <a:ea typeface="仿宋_GB2312" pitchFamily="49" charset="-122"/>
              </a:rPr>
              <a:t>(3) </a:t>
            </a:r>
            <a:r>
              <a:rPr lang="en-US" altLang="zh-CN" sz="2800" b="0" dirty="0">
                <a:latin typeface="Times New Roman" panose="02020603050405020304" pitchFamily="18" charset="0"/>
                <a:ea typeface="仿宋_GB2312" pitchFamily="49" charset="-122"/>
              </a:rPr>
              <a:t>A</a:t>
            </a:r>
            <a:r>
              <a:rPr lang="zh-CN" altLang="zh-CN" sz="2800" dirty="0">
                <a:latin typeface="楷体_GB2312" pitchFamily="49" charset="-122"/>
              </a:rPr>
              <a:t>相短路</a:t>
            </a:r>
            <a:endParaRPr lang="zh-CN" altLang="en-US" sz="2800" dirty="0">
              <a:latin typeface="楷体_GB2312" pitchFamily="49" charset="-122"/>
            </a:endParaRPr>
          </a:p>
        </p:txBody>
      </p:sp>
      <p:sp>
        <p:nvSpPr>
          <p:cNvPr id="66563" name="Rectangle 3"/>
          <p:cNvSpPr/>
          <p:nvPr/>
        </p:nvSpPr>
        <p:spPr>
          <a:xfrm>
            <a:off x="539750" y="1608138"/>
            <a:ext cx="4248150" cy="946150"/>
          </a:xfrm>
          <a:prstGeom prst="rect">
            <a:avLst/>
          </a:prstGeom>
          <a:solidFill>
            <a:schemeClr val="hlink"/>
          </a:solidFill>
          <a:ln w="9525">
            <a:noFill/>
          </a:ln>
        </p:spPr>
        <p:txBody>
          <a:bodyPr>
            <a:spAutoFit/>
          </a:bodyPr>
          <a:p>
            <a:r>
              <a:rPr lang="zh-CN" altLang="zh-CN" sz="2800" dirty="0">
                <a:latin typeface="Times New Roman" panose="02020603050405020304" pitchFamily="18" charset="0"/>
              </a:rPr>
              <a:t>超过灯的额定电压，白炽灯可能烧坏。</a:t>
            </a:r>
            <a:endParaRPr lang="zh-CN" altLang="en-US" sz="2800" dirty="0">
              <a:latin typeface="Times New Roman" panose="02020603050405020304" pitchFamily="18" charset="0"/>
            </a:endParaRPr>
          </a:p>
        </p:txBody>
      </p:sp>
      <p:graphicFrame>
        <p:nvGraphicFramePr>
          <p:cNvPr id="66596" name="Object 36"/>
          <p:cNvGraphicFramePr/>
          <p:nvPr/>
        </p:nvGraphicFramePr>
        <p:xfrm>
          <a:off x="611188" y="958850"/>
          <a:ext cx="3944937" cy="573088"/>
        </p:xfrm>
        <a:graphic>
          <a:graphicData uri="http://schemas.openxmlformats.org/presentationml/2006/ole">
            <mc:AlternateContent xmlns:mc="http://schemas.openxmlformats.org/markup-compatibility/2006">
              <mc:Choice xmlns:v="urn:schemas-microsoft-com:vml" Requires="v">
                <p:oleObj spid="_x0000_s3366" name="" r:id="rId1" imgW="1663065" imgH="241300" progId="Equation.3">
                  <p:embed/>
                </p:oleObj>
              </mc:Choice>
              <mc:Fallback>
                <p:oleObj name="" r:id="rId1" imgW="1663065" imgH="241300" progId="Equation.3">
                  <p:embed/>
                  <p:pic>
                    <p:nvPicPr>
                      <p:cNvPr id="0" name="图片 3365"/>
                      <p:cNvPicPr/>
                      <p:nvPr/>
                    </p:nvPicPr>
                    <p:blipFill>
                      <a:blip r:embed="rId2">
                        <a:clrChange>
                          <a:clrFrom>
                            <a:srgbClr val="000000"/>
                          </a:clrFrom>
                          <a:clrTo>
                            <a:srgbClr val="FFFFFF"/>
                          </a:clrTo>
                        </a:clrChange>
                      </a:blip>
                      <a:stretch>
                        <a:fillRect/>
                      </a:stretch>
                    </p:blipFill>
                    <p:spPr>
                      <a:xfrm>
                        <a:off x="611188" y="958850"/>
                        <a:ext cx="3944937" cy="573088"/>
                      </a:xfrm>
                      <a:prstGeom prst="rect">
                        <a:avLst/>
                      </a:prstGeom>
                      <a:noFill/>
                      <a:ln w="38100">
                        <a:noFill/>
                        <a:miter/>
                      </a:ln>
                    </p:spPr>
                  </p:pic>
                </p:oleObj>
              </mc:Fallback>
            </mc:AlternateContent>
          </a:graphicData>
        </a:graphic>
      </p:graphicFrame>
      <p:sp>
        <p:nvSpPr>
          <p:cNvPr id="66599" name="Text Box 39"/>
          <p:cNvSpPr txBox="1"/>
          <p:nvPr/>
        </p:nvSpPr>
        <p:spPr>
          <a:xfrm>
            <a:off x="611188" y="2616200"/>
            <a:ext cx="3600450" cy="519113"/>
          </a:xfrm>
          <a:prstGeom prst="rect">
            <a:avLst/>
          </a:prstGeom>
          <a:noFill/>
          <a:ln w="9525">
            <a:noFill/>
          </a:ln>
        </p:spPr>
        <p:txBody>
          <a:bodyPr>
            <a:spAutoFit/>
          </a:bodyPr>
          <a:p>
            <a:pPr>
              <a:spcBef>
                <a:spcPct val="50000"/>
              </a:spcBef>
            </a:pPr>
            <a:r>
              <a:rPr lang="zh-CN" altLang="en-US" sz="2800" dirty="0">
                <a:latin typeface="Arial" panose="020B0604020202020204" pitchFamily="34" charset="0"/>
              </a:rPr>
              <a:t>计算短路电流：</a:t>
            </a:r>
            <a:endParaRPr lang="zh-CN" altLang="en-US" sz="2800" dirty="0">
              <a:latin typeface="Arial" panose="020B0604020202020204" pitchFamily="34" charset="0"/>
            </a:endParaRPr>
          </a:p>
        </p:txBody>
      </p:sp>
      <p:grpSp>
        <p:nvGrpSpPr>
          <p:cNvPr id="2" name="Group 130"/>
          <p:cNvGrpSpPr/>
          <p:nvPr/>
        </p:nvGrpSpPr>
        <p:grpSpPr>
          <a:xfrm>
            <a:off x="4932363" y="476250"/>
            <a:ext cx="3424237" cy="2290763"/>
            <a:chOff x="3107" y="210"/>
            <a:chExt cx="2157" cy="1443"/>
          </a:xfrm>
        </p:grpSpPr>
        <p:sp>
          <p:nvSpPr>
            <p:cNvPr id="40997" name="Line 7"/>
            <p:cNvSpPr/>
            <p:nvPr/>
          </p:nvSpPr>
          <p:spPr>
            <a:xfrm>
              <a:off x="4712" y="410"/>
              <a:ext cx="0" cy="576"/>
            </a:xfrm>
            <a:prstGeom prst="line">
              <a:avLst/>
            </a:prstGeom>
            <a:ln w="28575" cap="flat" cmpd="sng">
              <a:solidFill>
                <a:srgbClr val="FFCC00"/>
              </a:solidFill>
              <a:prstDash val="solid"/>
              <a:headEnd type="none" w="med" len="med"/>
              <a:tailEnd type="oval" w="med" len="med"/>
            </a:ln>
          </p:spPr>
        </p:sp>
        <p:cxnSp>
          <p:nvCxnSpPr>
            <p:cNvPr id="40998" name="AutoShape 8"/>
            <p:cNvCxnSpPr>
              <a:stCxn id="40997" idx="1"/>
            </p:cNvCxnSpPr>
            <p:nvPr/>
          </p:nvCxnSpPr>
          <p:spPr>
            <a:xfrm>
              <a:off x="4712" y="995"/>
              <a:ext cx="552" cy="283"/>
            </a:xfrm>
            <a:prstGeom prst="straightConnector1">
              <a:avLst/>
            </a:prstGeom>
            <a:ln w="28575" cap="flat" cmpd="sng">
              <a:solidFill>
                <a:srgbClr val="FFCC00"/>
              </a:solidFill>
              <a:prstDash val="solid"/>
              <a:headEnd type="none" w="med" len="med"/>
              <a:tailEnd type="none" w="med" len="med"/>
            </a:ln>
          </p:spPr>
        </p:cxnSp>
        <p:cxnSp>
          <p:nvCxnSpPr>
            <p:cNvPr id="40999" name="AutoShape 9"/>
            <p:cNvCxnSpPr>
              <a:endCxn id="40997" idx="1"/>
            </p:cNvCxnSpPr>
            <p:nvPr/>
          </p:nvCxnSpPr>
          <p:spPr>
            <a:xfrm flipV="1">
              <a:off x="4160" y="995"/>
              <a:ext cx="552" cy="283"/>
            </a:xfrm>
            <a:prstGeom prst="straightConnector1">
              <a:avLst/>
            </a:prstGeom>
            <a:ln w="28575" cap="flat" cmpd="sng">
              <a:solidFill>
                <a:srgbClr val="FFCC00"/>
              </a:solidFill>
              <a:prstDash val="solid"/>
              <a:headEnd type="none" w="med" len="med"/>
              <a:tailEnd type="none" w="med" len="med"/>
            </a:ln>
          </p:spPr>
        </p:cxnSp>
        <p:sp>
          <p:nvSpPr>
            <p:cNvPr id="41000" name="Line 10"/>
            <p:cNvSpPr/>
            <p:nvPr/>
          </p:nvSpPr>
          <p:spPr>
            <a:xfrm flipH="1">
              <a:off x="3402" y="410"/>
              <a:ext cx="1310" cy="0"/>
            </a:xfrm>
            <a:prstGeom prst="line">
              <a:avLst/>
            </a:prstGeom>
            <a:ln w="28575" cap="flat" cmpd="sng">
              <a:solidFill>
                <a:srgbClr val="FFCC00"/>
              </a:solidFill>
              <a:prstDash val="solid"/>
              <a:headEnd type="none" w="med" len="med"/>
              <a:tailEnd type="none" w="med" len="med"/>
            </a:ln>
          </p:spPr>
        </p:sp>
        <p:sp>
          <p:nvSpPr>
            <p:cNvPr id="41001" name="Text Box 11"/>
            <p:cNvSpPr txBox="1"/>
            <p:nvPr/>
          </p:nvSpPr>
          <p:spPr>
            <a:xfrm>
              <a:off x="3107" y="210"/>
              <a:ext cx="27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1002" name="Text Box 12"/>
            <p:cNvSpPr txBox="1"/>
            <p:nvPr/>
          </p:nvSpPr>
          <p:spPr>
            <a:xfrm>
              <a:off x="3140" y="1092"/>
              <a:ext cx="265"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1003" name="Text Box 13"/>
            <p:cNvSpPr txBox="1"/>
            <p:nvPr/>
          </p:nvSpPr>
          <p:spPr>
            <a:xfrm>
              <a:off x="3140" y="1326"/>
              <a:ext cx="265"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1004" name="Line 14"/>
            <p:cNvSpPr/>
            <p:nvPr/>
          </p:nvSpPr>
          <p:spPr>
            <a:xfrm flipH="1">
              <a:off x="3396" y="1514"/>
              <a:ext cx="1868" cy="0"/>
            </a:xfrm>
            <a:prstGeom prst="line">
              <a:avLst/>
            </a:prstGeom>
            <a:ln w="28575" cap="flat" cmpd="sng">
              <a:solidFill>
                <a:srgbClr val="FFCC00"/>
              </a:solidFill>
              <a:prstDash val="solid"/>
              <a:headEnd type="none" w="med" len="med"/>
              <a:tailEnd type="none" w="med" len="med"/>
            </a:ln>
          </p:spPr>
        </p:sp>
        <p:sp>
          <p:nvSpPr>
            <p:cNvPr id="41005" name="Line 15"/>
            <p:cNvSpPr/>
            <p:nvPr/>
          </p:nvSpPr>
          <p:spPr>
            <a:xfrm>
              <a:off x="5264" y="1274"/>
              <a:ext cx="0" cy="240"/>
            </a:xfrm>
            <a:prstGeom prst="line">
              <a:avLst/>
            </a:prstGeom>
            <a:ln w="28575" cap="flat" cmpd="sng">
              <a:solidFill>
                <a:srgbClr val="FFCC00"/>
              </a:solidFill>
              <a:prstDash val="solid"/>
              <a:headEnd type="none" w="med" len="med"/>
              <a:tailEnd type="none" w="med" len="med"/>
            </a:ln>
          </p:spPr>
        </p:sp>
        <p:sp>
          <p:nvSpPr>
            <p:cNvPr id="41006" name="Line 16"/>
            <p:cNvSpPr/>
            <p:nvPr/>
          </p:nvSpPr>
          <p:spPr>
            <a:xfrm flipH="1">
              <a:off x="3396" y="1272"/>
              <a:ext cx="764" cy="3"/>
            </a:xfrm>
            <a:prstGeom prst="line">
              <a:avLst/>
            </a:prstGeom>
            <a:ln w="28575" cap="flat" cmpd="sng">
              <a:solidFill>
                <a:srgbClr val="FFCC00"/>
              </a:solidFill>
              <a:prstDash val="solid"/>
              <a:headEnd type="none" w="med" len="med"/>
              <a:tailEnd type="none" w="med" len="med"/>
            </a:ln>
          </p:spPr>
        </p:sp>
        <p:grpSp>
          <p:nvGrpSpPr>
            <p:cNvPr id="41007" name="Group 17"/>
            <p:cNvGrpSpPr/>
            <p:nvPr/>
          </p:nvGrpSpPr>
          <p:grpSpPr>
            <a:xfrm>
              <a:off x="4594" y="558"/>
              <a:ext cx="227" cy="227"/>
              <a:chOff x="2363" y="1120"/>
              <a:chExt cx="277" cy="272"/>
            </a:xfrm>
          </p:grpSpPr>
          <p:sp>
            <p:nvSpPr>
              <p:cNvPr id="66578" name="Oval 18"/>
              <p:cNvSpPr>
                <a:spLocks noChangeArrowheads="1"/>
              </p:cNvSpPr>
              <p:nvPr/>
            </p:nvSpPr>
            <p:spPr bwMode="auto">
              <a:xfrm>
                <a:off x="2368" y="1120"/>
                <a:ext cx="272" cy="272"/>
              </a:xfrm>
              <a:prstGeom prst="ellipse">
                <a:avLst/>
              </a:prstGeom>
              <a:gradFill rotWithShape="1">
                <a:gsLst>
                  <a:gs pos="0">
                    <a:schemeClr val="hlink"/>
                  </a:gs>
                  <a:gs pos="100000">
                    <a:schemeClr val="hlink">
                      <a:gamma/>
                      <a:shade val="46275"/>
                      <a:invGamma/>
                    </a:schemeClr>
                  </a:gs>
                </a:gsLst>
                <a:path path="shape">
                  <a:fillToRect l="50000" t="50000" r="50000" b="50000"/>
                </a:path>
              </a:gradFill>
              <a:ln w="38100">
                <a:solidFill>
                  <a:srgbClr val="FF9900"/>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1" i="0" u="none" strike="noStrike" kern="1200" cap="none" spc="0" normalizeH="0" baseline="0" noProof="0">
                  <a:ln>
                    <a:noFill/>
                  </a:ln>
                  <a:solidFill>
                    <a:srgbClr val="FFFF00"/>
                  </a:solidFill>
                  <a:effectLst/>
                  <a:uLnTx/>
                  <a:uFillTx/>
                  <a:latin typeface="Arial" panose="020B0604020202020204" pitchFamily="34" charset="0"/>
                  <a:ea typeface="楷体_GB2312" pitchFamily="49" charset="-122"/>
                  <a:cs typeface="+mn-cs"/>
                </a:endParaRPr>
              </a:p>
            </p:txBody>
          </p:sp>
          <p:sp>
            <p:nvSpPr>
              <p:cNvPr id="41025" name="Line 19"/>
              <p:cNvSpPr/>
              <p:nvPr/>
            </p:nvSpPr>
            <p:spPr>
              <a:xfrm rot="2700000">
                <a:off x="2500" y="1121"/>
                <a:ext cx="0" cy="274"/>
              </a:xfrm>
              <a:prstGeom prst="line">
                <a:avLst/>
              </a:prstGeom>
              <a:ln w="38100" cap="flat" cmpd="sng">
                <a:solidFill>
                  <a:srgbClr val="FF9900"/>
                </a:solidFill>
                <a:prstDash val="solid"/>
                <a:headEnd type="none" w="med" len="med"/>
                <a:tailEnd type="none" w="med" len="med"/>
              </a:ln>
            </p:spPr>
          </p:sp>
          <p:sp>
            <p:nvSpPr>
              <p:cNvPr id="41026" name="Line 20"/>
              <p:cNvSpPr/>
              <p:nvPr/>
            </p:nvSpPr>
            <p:spPr>
              <a:xfrm rot="8100000">
                <a:off x="2499" y="1128"/>
                <a:ext cx="0" cy="264"/>
              </a:xfrm>
              <a:prstGeom prst="line">
                <a:avLst/>
              </a:prstGeom>
              <a:ln w="38100" cap="flat" cmpd="sng">
                <a:solidFill>
                  <a:srgbClr val="FF9900"/>
                </a:solidFill>
                <a:prstDash val="solid"/>
                <a:headEnd type="none" w="med" len="med"/>
                <a:tailEnd type="none" w="med" len="med"/>
              </a:ln>
            </p:spPr>
          </p:sp>
        </p:grpSp>
        <p:grpSp>
          <p:nvGrpSpPr>
            <p:cNvPr id="41008" name="Group 21"/>
            <p:cNvGrpSpPr/>
            <p:nvPr/>
          </p:nvGrpSpPr>
          <p:grpSpPr>
            <a:xfrm>
              <a:off x="4872" y="1009"/>
              <a:ext cx="227" cy="227"/>
              <a:chOff x="2363" y="1120"/>
              <a:chExt cx="277" cy="272"/>
            </a:xfrm>
          </p:grpSpPr>
          <p:sp>
            <p:nvSpPr>
              <p:cNvPr id="66582" name="Oval 22"/>
              <p:cNvSpPr>
                <a:spLocks noChangeArrowheads="1"/>
              </p:cNvSpPr>
              <p:nvPr/>
            </p:nvSpPr>
            <p:spPr bwMode="auto">
              <a:xfrm>
                <a:off x="2368" y="1120"/>
                <a:ext cx="272" cy="272"/>
              </a:xfrm>
              <a:prstGeom prst="ellipse">
                <a:avLst/>
              </a:prstGeom>
              <a:gradFill rotWithShape="1">
                <a:gsLst>
                  <a:gs pos="0">
                    <a:schemeClr val="hlink"/>
                  </a:gs>
                  <a:gs pos="100000">
                    <a:schemeClr val="hlink">
                      <a:gamma/>
                      <a:shade val="46275"/>
                      <a:invGamma/>
                    </a:schemeClr>
                  </a:gs>
                </a:gsLst>
                <a:path path="shape">
                  <a:fillToRect l="50000" t="50000" r="50000" b="50000"/>
                </a:path>
              </a:gradFill>
              <a:ln w="38100">
                <a:solidFill>
                  <a:srgbClr val="FF9900"/>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1" i="0" u="none" strike="noStrike" kern="1200" cap="none" spc="0" normalizeH="0" baseline="0" noProof="0">
                  <a:ln>
                    <a:noFill/>
                  </a:ln>
                  <a:solidFill>
                    <a:srgbClr val="FFFF00"/>
                  </a:solidFill>
                  <a:effectLst/>
                  <a:uLnTx/>
                  <a:uFillTx/>
                  <a:latin typeface="Arial" panose="020B0604020202020204" pitchFamily="34" charset="0"/>
                  <a:ea typeface="楷体_GB2312" pitchFamily="49" charset="-122"/>
                  <a:cs typeface="+mn-cs"/>
                </a:endParaRPr>
              </a:p>
            </p:txBody>
          </p:sp>
          <p:sp>
            <p:nvSpPr>
              <p:cNvPr id="41022" name="Line 23"/>
              <p:cNvSpPr/>
              <p:nvPr/>
            </p:nvSpPr>
            <p:spPr>
              <a:xfrm rot="2700000">
                <a:off x="2500" y="1121"/>
                <a:ext cx="0" cy="274"/>
              </a:xfrm>
              <a:prstGeom prst="line">
                <a:avLst/>
              </a:prstGeom>
              <a:ln w="38100" cap="flat" cmpd="sng">
                <a:solidFill>
                  <a:srgbClr val="FF9900"/>
                </a:solidFill>
                <a:prstDash val="solid"/>
                <a:headEnd type="none" w="med" len="med"/>
                <a:tailEnd type="none" w="med" len="med"/>
              </a:ln>
            </p:spPr>
          </p:sp>
          <p:sp>
            <p:nvSpPr>
              <p:cNvPr id="41023" name="Line 24"/>
              <p:cNvSpPr/>
              <p:nvPr/>
            </p:nvSpPr>
            <p:spPr>
              <a:xfrm rot="8100000">
                <a:off x="2499" y="1128"/>
                <a:ext cx="0" cy="264"/>
              </a:xfrm>
              <a:prstGeom prst="line">
                <a:avLst/>
              </a:prstGeom>
              <a:ln w="38100" cap="flat" cmpd="sng">
                <a:solidFill>
                  <a:srgbClr val="FF9900"/>
                </a:solidFill>
                <a:prstDash val="solid"/>
                <a:headEnd type="none" w="med" len="med"/>
                <a:tailEnd type="none" w="med" len="med"/>
              </a:ln>
            </p:spPr>
          </p:sp>
        </p:grpSp>
        <p:grpSp>
          <p:nvGrpSpPr>
            <p:cNvPr id="41009" name="Group 25"/>
            <p:cNvGrpSpPr/>
            <p:nvPr/>
          </p:nvGrpSpPr>
          <p:grpSpPr>
            <a:xfrm>
              <a:off x="4288" y="1031"/>
              <a:ext cx="227" cy="227"/>
              <a:chOff x="2363" y="1120"/>
              <a:chExt cx="277" cy="272"/>
            </a:xfrm>
          </p:grpSpPr>
          <p:sp>
            <p:nvSpPr>
              <p:cNvPr id="66586" name="Oval 26"/>
              <p:cNvSpPr>
                <a:spLocks noChangeArrowheads="1"/>
              </p:cNvSpPr>
              <p:nvPr/>
            </p:nvSpPr>
            <p:spPr bwMode="auto">
              <a:xfrm>
                <a:off x="2368" y="1120"/>
                <a:ext cx="272" cy="272"/>
              </a:xfrm>
              <a:prstGeom prst="ellipse">
                <a:avLst/>
              </a:prstGeom>
              <a:gradFill rotWithShape="1">
                <a:gsLst>
                  <a:gs pos="0">
                    <a:schemeClr val="hlink"/>
                  </a:gs>
                  <a:gs pos="100000">
                    <a:schemeClr val="hlink">
                      <a:gamma/>
                      <a:shade val="46275"/>
                      <a:invGamma/>
                    </a:schemeClr>
                  </a:gs>
                </a:gsLst>
                <a:path path="shape">
                  <a:fillToRect l="50000" t="50000" r="50000" b="50000"/>
                </a:path>
              </a:gradFill>
              <a:ln w="38100">
                <a:solidFill>
                  <a:srgbClr val="FF9900"/>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3200" b="1" i="0" u="none" strike="noStrike" kern="1200" cap="none" spc="0" normalizeH="0" baseline="0" noProof="0">
                  <a:ln>
                    <a:noFill/>
                  </a:ln>
                  <a:solidFill>
                    <a:srgbClr val="FFFF00"/>
                  </a:solidFill>
                  <a:effectLst/>
                  <a:uLnTx/>
                  <a:uFillTx/>
                  <a:latin typeface="Arial" panose="020B0604020202020204" pitchFamily="34" charset="0"/>
                  <a:ea typeface="楷体_GB2312" pitchFamily="49" charset="-122"/>
                  <a:cs typeface="+mn-cs"/>
                </a:endParaRPr>
              </a:p>
            </p:txBody>
          </p:sp>
          <p:sp>
            <p:nvSpPr>
              <p:cNvPr id="41019" name="Line 27"/>
              <p:cNvSpPr/>
              <p:nvPr/>
            </p:nvSpPr>
            <p:spPr>
              <a:xfrm rot="2700000">
                <a:off x="2500" y="1121"/>
                <a:ext cx="0" cy="274"/>
              </a:xfrm>
              <a:prstGeom prst="line">
                <a:avLst/>
              </a:prstGeom>
              <a:ln w="38100" cap="flat" cmpd="sng">
                <a:solidFill>
                  <a:srgbClr val="FF9900"/>
                </a:solidFill>
                <a:prstDash val="solid"/>
                <a:headEnd type="none" w="med" len="med"/>
                <a:tailEnd type="none" w="med" len="med"/>
              </a:ln>
            </p:spPr>
          </p:sp>
          <p:sp>
            <p:nvSpPr>
              <p:cNvPr id="41020" name="Line 28"/>
              <p:cNvSpPr/>
              <p:nvPr/>
            </p:nvSpPr>
            <p:spPr>
              <a:xfrm rot="8100000">
                <a:off x="2499" y="1128"/>
                <a:ext cx="0" cy="264"/>
              </a:xfrm>
              <a:prstGeom prst="line">
                <a:avLst/>
              </a:prstGeom>
              <a:ln w="38100" cap="flat" cmpd="sng">
                <a:solidFill>
                  <a:srgbClr val="FF9900"/>
                </a:solidFill>
                <a:prstDash val="solid"/>
                <a:headEnd type="none" w="med" len="med"/>
                <a:tailEnd type="none" w="med" len="med"/>
              </a:ln>
            </p:spPr>
          </p:sp>
        </p:grpSp>
        <p:sp>
          <p:nvSpPr>
            <p:cNvPr id="41010" name="Oval 29"/>
            <p:cNvSpPr/>
            <p:nvPr/>
          </p:nvSpPr>
          <p:spPr>
            <a:xfrm>
              <a:off x="3351" y="380"/>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1011" name="Oval 30"/>
            <p:cNvSpPr/>
            <p:nvPr/>
          </p:nvSpPr>
          <p:spPr>
            <a:xfrm>
              <a:off x="3351" y="1245"/>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1012" name="Oval 31"/>
            <p:cNvSpPr/>
            <p:nvPr/>
          </p:nvSpPr>
          <p:spPr>
            <a:xfrm>
              <a:off x="3357" y="1488"/>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1013" name="Text Box 32"/>
            <p:cNvSpPr txBox="1"/>
            <p:nvPr/>
          </p:nvSpPr>
          <p:spPr>
            <a:xfrm>
              <a:off x="4707" y="732"/>
              <a:ext cx="31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1014" name="Arc 33"/>
            <p:cNvSpPr/>
            <p:nvPr/>
          </p:nvSpPr>
          <p:spPr>
            <a:xfrm flipH="1">
              <a:off x="4399" y="403"/>
              <a:ext cx="306" cy="583"/>
            </a:xfrm>
            <a:custGeom>
              <a:avLst/>
              <a:gdLst>
                <a:gd name="txL" fmla="*/ 0 w 21600"/>
                <a:gd name="txT" fmla="*/ 0 h 43197"/>
                <a:gd name="txR" fmla="*/ 21600 w 21600"/>
                <a:gd name="txB" fmla="*/ 43197 h 43197"/>
              </a:gdLst>
              <a:ahLst/>
              <a:cxnLst>
                <a:cxn ang="0">
                  <a:pos x="0" y="0"/>
                </a:cxn>
                <a:cxn ang="0">
                  <a:pos x="0" y="8"/>
                </a:cxn>
                <a:cxn ang="0">
                  <a:pos x="0" y="4"/>
                </a:cxn>
              </a:cxnLst>
              <a:rect l="txL" t="txT" r="txR" b="txB"/>
              <a:pathLst>
                <a:path w="21600" h="43197" fill="none">
                  <a:moveTo>
                    <a:pt x="-1" y="0"/>
                  </a:moveTo>
                  <a:cubicBezTo>
                    <a:pt x="11929" y="0"/>
                    <a:pt x="21600" y="9670"/>
                    <a:pt x="21600" y="21600"/>
                  </a:cubicBezTo>
                  <a:cubicBezTo>
                    <a:pt x="21600" y="33390"/>
                    <a:pt x="12144" y="43003"/>
                    <a:pt x="355" y="43197"/>
                  </a:cubicBezTo>
                </a:path>
                <a:path w="21600" h="43197" stroke="0">
                  <a:moveTo>
                    <a:pt x="-1" y="0"/>
                  </a:moveTo>
                  <a:cubicBezTo>
                    <a:pt x="11929" y="0"/>
                    <a:pt x="21600" y="9670"/>
                    <a:pt x="21600" y="21600"/>
                  </a:cubicBezTo>
                  <a:cubicBezTo>
                    <a:pt x="21600" y="33390"/>
                    <a:pt x="12144" y="43003"/>
                    <a:pt x="355" y="43197"/>
                  </a:cubicBezTo>
                  <a:lnTo>
                    <a:pt x="0" y="21600"/>
                  </a:lnTo>
                  <a:close/>
                </a:path>
              </a:pathLst>
            </a:custGeom>
            <a:noFill/>
            <a:ln w="28575" cap="flat" cmpd="sng">
              <a:solidFill>
                <a:srgbClr val="FF33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1015" name="Line 40"/>
            <p:cNvSpPr/>
            <p:nvPr/>
          </p:nvSpPr>
          <p:spPr>
            <a:xfrm>
              <a:off x="4513" y="1516"/>
              <a:ext cx="408" cy="0"/>
            </a:xfrm>
            <a:prstGeom prst="line">
              <a:avLst/>
            </a:prstGeom>
            <a:ln w="28575" cap="flat" cmpd="sng">
              <a:solidFill>
                <a:srgbClr val="00FFFF"/>
              </a:solidFill>
              <a:prstDash val="solid"/>
              <a:headEnd type="none" w="med" len="med"/>
              <a:tailEnd type="triangle" w="med" len="med"/>
            </a:ln>
          </p:spPr>
        </p:sp>
        <p:sp>
          <p:nvSpPr>
            <p:cNvPr id="41016" name="Line 41"/>
            <p:cNvSpPr/>
            <p:nvPr/>
          </p:nvSpPr>
          <p:spPr>
            <a:xfrm>
              <a:off x="3515" y="1271"/>
              <a:ext cx="408" cy="0"/>
            </a:xfrm>
            <a:prstGeom prst="line">
              <a:avLst/>
            </a:prstGeom>
            <a:ln w="28575" cap="flat" cmpd="sng">
              <a:solidFill>
                <a:srgbClr val="00FFFF"/>
              </a:solidFill>
              <a:prstDash val="solid"/>
              <a:headEnd type="none" w="med" len="med"/>
              <a:tailEnd type="triangle" w="med" len="med"/>
            </a:ln>
          </p:spPr>
        </p:sp>
        <p:graphicFrame>
          <p:nvGraphicFramePr>
            <p:cNvPr id="40966" name="Object 42"/>
            <p:cNvGraphicFramePr/>
            <p:nvPr/>
          </p:nvGraphicFramePr>
          <p:xfrm>
            <a:off x="4613" y="1168"/>
            <a:ext cx="247" cy="353"/>
          </p:xfrm>
          <a:graphic>
            <a:graphicData uri="http://schemas.openxmlformats.org/presentationml/2006/ole">
              <mc:AlternateContent xmlns:mc="http://schemas.openxmlformats.org/markup-compatibility/2006">
                <mc:Choice xmlns:v="urn:schemas-microsoft-com:vml" Requires="v">
                  <p:oleObj spid="_x0000_s3368" name="" r:id="rId3" imgW="177800" imgH="253365" progId="Equation.3">
                    <p:embed/>
                  </p:oleObj>
                </mc:Choice>
                <mc:Fallback>
                  <p:oleObj name="" r:id="rId3" imgW="177800" imgH="253365" progId="Equation.3">
                    <p:embed/>
                    <p:pic>
                      <p:nvPicPr>
                        <p:cNvPr id="0" name="图片 3367"/>
                        <p:cNvPicPr/>
                        <p:nvPr/>
                      </p:nvPicPr>
                      <p:blipFill>
                        <a:blip r:embed="rId4">
                          <a:clrChange>
                            <a:clrFrom>
                              <a:srgbClr val="000000"/>
                            </a:clrFrom>
                            <a:clrTo>
                              <a:srgbClr val="FFFFFF"/>
                            </a:clrTo>
                          </a:clrChange>
                        </a:blip>
                        <a:stretch>
                          <a:fillRect/>
                        </a:stretch>
                      </p:blipFill>
                      <p:spPr>
                        <a:xfrm>
                          <a:off x="4613" y="1168"/>
                          <a:ext cx="247" cy="353"/>
                        </a:xfrm>
                        <a:prstGeom prst="rect">
                          <a:avLst/>
                        </a:prstGeom>
                        <a:noFill/>
                        <a:ln w="38100">
                          <a:noFill/>
                          <a:miter/>
                        </a:ln>
                      </p:spPr>
                    </p:pic>
                  </p:oleObj>
                </mc:Fallback>
              </mc:AlternateContent>
            </a:graphicData>
          </a:graphic>
        </p:graphicFrame>
        <p:graphicFrame>
          <p:nvGraphicFramePr>
            <p:cNvPr id="40967" name="Object 43"/>
            <p:cNvGraphicFramePr/>
            <p:nvPr/>
          </p:nvGraphicFramePr>
          <p:xfrm>
            <a:off x="3569" y="925"/>
            <a:ext cx="254" cy="353"/>
          </p:xfrm>
          <a:graphic>
            <a:graphicData uri="http://schemas.openxmlformats.org/presentationml/2006/ole">
              <mc:AlternateContent xmlns:mc="http://schemas.openxmlformats.org/markup-compatibility/2006">
                <mc:Choice xmlns:v="urn:schemas-microsoft-com:vml" Requires="v">
                  <p:oleObj spid="_x0000_s3369" name="" r:id="rId5" imgW="177800" imgH="253365" progId="Equation.3">
                    <p:embed/>
                  </p:oleObj>
                </mc:Choice>
                <mc:Fallback>
                  <p:oleObj name="" r:id="rId5" imgW="177800" imgH="253365" progId="Equation.3">
                    <p:embed/>
                    <p:pic>
                      <p:nvPicPr>
                        <p:cNvPr id="0" name="图片 3368"/>
                        <p:cNvPicPr/>
                        <p:nvPr/>
                      </p:nvPicPr>
                      <p:blipFill>
                        <a:blip r:embed="rId6">
                          <a:clrChange>
                            <a:clrFrom>
                              <a:srgbClr val="000000"/>
                            </a:clrFrom>
                            <a:clrTo>
                              <a:srgbClr val="FFFFFF"/>
                            </a:clrTo>
                          </a:clrChange>
                        </a:blip>
                        <a:stretch>
                          <a:fillRect/>
                        </a:stretch>
                      </p:blipFill>
                      <p:spPr>
                        <a:xfrm>
                          <a:off x="3569" y="925"/>
                          <a:ext cx="254" cy="353"/>
                        </a:xfrm>
                        <a:prstGeom prst="rect">
                          <a:avLst/>
                        </a:prstGeom>
                        <a:noFill/>
                        <a:ln w="38100">
                          <a:noFill/>
                          <a:miter/>
                        </a:ln>
                      </p:spPr>
                    </p:pic>
                  </p:oleObj>
                </mc:Fallback>
              </mc:AlternateContent>
            </a:graphicData>
          </a:graphic>
        </p:graphicFrame>
        <p:graphicFrame>
          <p:nvGraphicFramePr>
            <p:cNvPr id="40968" name="Object 45"/>
            <p:cNvGraphicFramePr/>
            <p:nvPr/>
          </p:nvGraphicFramePr>
          <p:xfrm>
            <a:off x="3560" y="418"/>
            <a:ext cx="265" cy="353"/>
          </p:xfrm>
          <a:graphic>
            <a:graphicData uri="http://schemas.openxmlformats.org/presentationml/2006/ole">
              <mc:AlternateContent xmlns:mc="http://schemas.openxmlformats.org/markup-compatibility/2006">
                <mc:Choice xmlns:v="urn:schemas-microsoft-com:vml" Requires="v">
                  <p:oleObj spid="_x0000_s3367" name="" r:id="rId7" imgW="190500" imgH="254000" progId="Equation.3">
                    <p:embed/>
                  </p:oleObj>
                </mc:Choice>
                <mc:Fallback>
                  <p:oleObj name="" r:id="rId7" imgW="190500" imgH="254000" progId="Equation.3">
                    <p:embed/>
                    <p:pic>
                      <p:nvPicPr>
                        <p:cNvPr id="0" name="图片 3366"/>
                        <p:cNvPicPr/>
                        <p:nvPr/>
                      </p:nvPicPr>
                      <p:blipFill>
                        <a:blip r:embed="rId8">
                          <a:clrChange>
                            <a:clrFrom>
                              <a:srgbClr val="000000"/>
                            </a:clrFrom>
                            <a:clrTo>
                              <a:srgbClr val="FFFFFF"/>
                            </a:clrTo>
                          </a:clrChange>
                        </a:blip>
                        <a:stretch>
                          <a:fillRect/>
                        </a:stretch>
                      </p:blipFill>
                      <p:spPr>
                        <a:xfrm>
                          <a:off x="3560" y="418"/>
                          <a:ext cx="265" cy="353"/>
                        </a:xfrm>
                        <a:prstGeom prst="rect">
                          <a:avLst/>
                        </a:prstGeom>
                        <a:noFill/>
                        <a:ln w="38100">
                          <a:noFill/>
                          <a:miter/>
                        </a:ln>
                      </p:spPr>
                    </p:pic>
                  </p:oleObj>
                </mc:Fallback>
              </mc:AlternateContent>
            </a:graphicData>
          </a:graphic>
        </p:graphicFrame>
        <p:sp>
          <p:nvSpPr>
            <p:cNvPr id="41017" name="Line 46"/>
            <p:cNvSpPr/>
            <p:nvPr/>
          </p:nvSpPr>
          <p:spPr>
            <a:xfrm>
              <a:off x="3515" y="409"/>
              <a:ext cx="408" cy="0"/>
            </a:xfrm>
            <a:prstGeom prst="line">
              <a:avLst/>
            </a:prstGeom>
            <a:ln w="28575" cap="flat" cmpd="sng">
              <a:solidFill>
                <a:srgbClr val="00FFFF"/>
              </a:solidFill>
              <a:prstDash val="solid"/>
              <a:headEnd type="none" w="med" len="med"/>
              <a:tailEnd type="triangle" w="med" len="med"/>
            </a:ln>
          </p:spPr>
        </p:sp>
      </p:grpSp>
      <p:sp>
        <p:nvSpPr>
          <p:cNvPr id="66609" name="Text Box 49"/>
          <p:cNvSpPr txBox="1"/>
          <p:nvPr/>
        </p:nvSpPr>
        <p:spPr>
          <a:xfrm>
            <a:off x="2268538" y="5856288"/>
            <a:ext cx="5111750" cy="519112"/>
          </a:xfrm>
          <a:prstGeom prst="rect">
            <a:avLst/>
          </a:prstGeom>
          <a:noFill/>
          <a:ln w="9525">
            <a:noFill/>
          </a:ln>
        </p:spPr>
        <p:txBody>
          <a:bodyPr>
            <a:spAutoFit/>
          </a:bodyPr>
          <a:p>
            <a:pPr>
              <a:spcBef>
                <a:spcPct val="50000"/>
              </a:spcBef>
            </a:pPr>
            <a:r>
              <a:rPr lang="zh-CN" altLang="en-US" sz="2800" dirty="0">
                <a:latin typeface="楷体_GB2312" pitchFamily="49" charset="-122"/>
              </a:rPr>
              <a:t>短路电流是正常时电流的</a:t>
            </a:r>
            <a:r>
              <a:rPr lang="en-US" altLang="zh-CN" sz="2800" b="0" dirty="0">
                <a:solidFill>
                  <a:schemeClr val="bg1"/>
                </a:solidFill>
                <a:latin typeface="Times New Roman" panose="02020603050405020304" pitchFamily="18" charset="0"/>
              </a:rPr>
              <a:t>3</a:t>
            </a:r>
            <a:r>
              <a:rPr lang="zh-CN" altLang="en-US" sz="2800" dirty="0">
                <a:latin typeface="楷体_GB2312" pitchFamily="49" charset="-122"/>
              </a:rPr>
              <a:t>倍。</a:t>
            </a:r>
            <a:endParaRPr lang="zh-CN" altLang="en-US" sz="2800" dirty="0">
              <a:latin typeface="楷体_GB2312" pitchFamily="49" charset="-122"/>
            </a:endParaRPr>
          </a:p>
        </p:txBody>
      </p:sp>
      <p:grpSp>
        <p:nvGrpSpPr>
          <p:cNvPr id="6" name="Group 109"/>
          <p:cNvGrpSpPr/>
          <p:nvPr/>
        </p:nvGrpSpPr>
        <p:grpSpPr>
          <a:xfrm>
            <a:off x="395288" y="5661025"/>
            <a:ext cx="1644650" cy="850900"/>
            <a:chOff x="385" y="3022"/>
            <a:chExt cx="1036" cy="536"/>
          </a:xfrm>
        </p:grpSpPr>
        <p:pic>
          <p:nvPicPr>
            <p:cNvPr id="40995" name="Picture 110" descr="123"/>
            <p:cNvPicPr>
              <a:picLocks noChangeAspect="1"/>
            </p:cNvPicPr>
            <p:nvPr/>
          </p:nvPicPr>
          <p:blipFill>
            <a:blip r:embed="rId9"/>
            <a:stretch>
              <a:fillRect/>
            </a:stretch>
          </p:blipFill>
          <p:spPr>
            <a:xfrm>
              <a:off x="385" y="3022"/>
              <a:ext cx="590" cy="536"/>
            </a:xfrm>
            <a:prstGeom prst="rect">
              <a:avLst/>
            </a:prstGeom>
            <a:noFill/>
            <a:ln w="9525">
              <a:noFill/>
            </a:ln>
          </p:spPr>
        </p:pic>
        <p:sp>
          <p:nvSpPr>
            <p:cNvPr id="40996" name="Text Box 111"/>
            <p:cNvSpPr txBox="1"/>
            <p:nvPr/>
          </p:nvSpPr>
          <p:spPr>
            <a:xfrm>
              <a:off x="793" y="3125"/>
              <a:ext cx="628" cy="365"/>
            </a:xfrm>
            <a:prstGeom prst="rect">
              <a:avLst/>
            </a:prstGeom>
            <a:noFill/>
            <a:ln w="9525">
              <a:noFill/>
            </a:ln>
          </p:spPr>
          <p:txBody>
            <a:bodyPr wrap="none">
              <a:spAutoFit/>
            </a:bodyPr>
            <a:p>
              <a:r>
                <a:rPr lang="zh-CN" altLang="en-US" b="0" dirty="0">
                  <a:solidFill>
                    <a:srgbClr val="CC6600"/>
                  </a:solidFill>
                  <a:latin typeface="Arial" panose="020B0604020202020204" pitchFamily="34" charset="0"/>
                  <a:ea typeface="华文行楷" panose="02010800040101010101" pitchFamily="2" charset="-122"/>
                </a:rPr>
                <a:t>注意</a:t>
              </a:r>
              <a:endParaRPr lang="zh-CN" altLang="en-US" b="0" dirty="0">
                <a:solidFill>
                  <a:srgbClr val="CC6600"/>
                </a:solidFill>
                <a:latin typeface="Arial" panose="020B0604020202020204" pitchFamily="34" charset="0"/>
                <a:ea typeface="华文行楷" panose="02010800040101010101" pitchFamily="2" charset="-122"/>
              </a:endParaRPr>
            </a:p>
          </p:txBody>
        </p:sp>
      </p:grpSp>
      <p:grpSp>
        <p:nvGrpSpPr>
          <p:cNvPr id="40975" name="Group 121"/>
          <p:cNvGrpSpPr/>
          <p:nvPr/>
        </p:nvGrpSpPr>
        <p:grpSpPr>
          <a:xfrm>
            <a:off x="8316913" y="6445250"/>
            <a:ext cx="792162" cy="366713"/>
            <a:chOff x="5193" y="4020"/>
            <a:chExt cx="499" cy="231"/>
          </a:xfrm>
        </p:grpSpPr>
        <p:pic>
          <p:nvPicPr>
            <p:cNvPr id="40993" name="Picture 122" descr="78900"/>
            <p:cNvPicPr>
              <a:picLocks noChangeAspect="1"/>
            </p:cNvPicPr>
            <p:nvPr/>
          </p:nvPicPr>
          <p:blipFill>
            <a:blip r:embed="rId10"/>
            <a:stretch>
              <a:fillRect/>
            </a:stretch>
          </p:blipFill>
          <p:spPr>
            <a:xfrm>
              <a:off x="5193" y="4066"/>
              <a:ext cx="499" cy="181"/>
            </a:xfrm>
            <a:prstGeom prst="rect">
              <a:avLst/>
            </a:prstGeom>
            <a:noFill/>
            <a:ln w="9525">
              <a:noFill/>
            </a:ln>
          </p:spPr>
        </p:pic>
        <p:sp>
          <p:nvSpPr>
            <p:cNvPr id="40994" name="Text Box 123">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0976" name="Group 124"/>
          <p:cNvGrpSpPr/>
          <p:nvPr/>
        </p:nvGrpSpPr>
        <p:grpSpPr>
          <a:xfrm>
            <a:off x="7451725" y="6445250"/>
            <a:ext cx="792163" cy="366713"/>
            <a:chOff x="5193" y="4020"/>
            <a:chExt cx="499" cy="231"/>
          </a:xfrm>
        </p:grpSpPr>
        <p:pic>
          <p:nvPicPr>
            <p:cNvPr id="40991" name="Picture 125" descr="78900"/>
            <p:cNvPicPr>
              <a:picLocks noChangeAspect="1"/>
            </p:cNvPicPr>
            <p:nvPr/>
          </p:nvPicPr>
          <p:blipFill>
            <a:blip r:embed="rId10"/>
            <a:stretch>
              <a:fillRect/>
            </a:stretch>
          </p:blipFill>
          <p:spPr>
            <a:xfrm>
              <a:off x="5193" y="4066"/>
              <a:ext cx="499" cy="181"/>
            </a:xfrm>
            <a:prstGeom prst="rect">
              <a:avLst/>
            </a:prstGeom>
            <a:noFill/>
            <a:ln w="9525">
              <a:noFill/>
            </a:ln>
          </p:spPr>
        </p:pic>
        <p:sp>
          <p:nvSpPr>
            <p:cNvPr id="40992" name="Text Box 126">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0977" name="Group 127"/>
          <p:cNvGrpSpPr/>
          <p:nvPr/>
        </p:nvGrpSpPr>
        <p:grpSpPr>
          <a:xfrm>
            <a:off x="6588125" y="6446838"/>
            <a:ext cx="792163" cy="366712"/>
            <a:chOff x="4695" y="4061"/>
            <a:chExt cx="499" cy="231"/>
          </a:xfrm>
        </p:grpSpPr>
        <p:pic>
          <p:nvPicPr>
            <p:cNvPr id="40989" name="Picture 128" descr="78900"/>
            <p:cNvPicPr>
              <a:picLocks noChangeAspect="1"/>
            </p:cNvPicPr>
            <p:nvPr/>
          </p:nvPicPr>
          <p:blipFill>
            <a:blip r:embed="rId10"/>
            <a:stretch>
              <a:fillRect/>
            </a:stretch>
          </p:blipFill>
          <p:spPr>
            <a:xfrm>
              <a:off x="4695" y="4107"/>
              <a:ext cx="499" cy="181"/>
            </a:xfrm>
            <a:prstGeom prst="rect">
              <a:avLst/>
            </a:prstGeom>
            <a:noFill/>
            <a:ln w="9525">
              <a:noFill/>
            </a:ln>
          </p:spPr>
        </p:pic>
        <p:sp>
          <p:nvSpPr>
            <p:cNvPr id="40990" name="Text Box 129">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10" name="Group 139"/>
          <p:cNvGrpSpPr/>
          <p:nvPr/>
        </p:nvGrpSpPr>
        <p:grpSpPr>
          <a:xfrm>
            <a:off x="663575" y="3119438"/>
            <a:ext cx="3495675" cy="965200"/>
            <a:chOff x="418" y="1965"/>
            <a:chExt cx="2202" cy="608"/>
          </a:xfrm>
        </p:grpSpPr>
        <p:graphicFrame>
          <p:nvGraphicFramePr>
            <p:cNvPr id="40965" name="Object 44"/>
            <p:cNvGraphicFramePr/>
            <p:nvPr/>
          </p:nvGraphicFramePr>
          <p:xfrm>
            <a:off x="418" y="1965"/>
            <a:ext cx="2202" cy="608"/>
          </p:xfrm>
          <a:graphic>
            <a:graphicData uri="http://schemas.openxmlformats.org/presentationml/2006/ole">
              <mc:AlternateContent xmlns:mc="http://schemas.openxmlformats.org/markup-compatibility/2006">
                <mc:Choice xmlns:v="urn:schemas-microsoft-com:vml" Requires="v">
                  <p:oleObj spid="_x0000_s3371" name="" r:id="rId11" imgW="1701800" imgH="469900" progId="Equation.3">
                    <p:embed/>
                  </p:oleObj>
                </mc:Choice>
                <mc:Fallback>
                  <p:oleObj name="" r:id="rId11" imgW="1701800" imgH="469900" progId="Equation.3">
                    <p:embed/>
                    <p:pic>
                      <p:nvPicPr>
                        <p:cNvPr id="0" name="图片 3370"/>
                        <p:cNvPicPr/>
                        <p:nvPr/>
                      </p:nvPicPr>
                      <p:blipFill>
                        <a:blip r:embed="rId12">
                          <a:clrChange>
                            <a:clrFrom>
                              <a:srgbClr val="000000"/>
                            </a:clrFrom>
                            <a:clrTo>
                              <a:srgbClr val="FFFFFF"/>
                            </a:clrTo>
                          </a:clrChange>
                        </a:blip>
                        <a:stretch>
                          <a:fillRect/>
                        </a:stretch>
                      </p:blipFill>
                      <p:spPr>
                        <a:xfrm>
                          <a:off x="418" y="1965"/>
                          <a:ext cx="2202" cy="608"/>
                        </a:xfrm>
                        <a:prstGeom prst="rect">
                          <a:avLst/>
                        </a:prstGeom>
                        <a:noFill/>
                        <a:ln w="38100">
                          <a:noFill/>
                          <a:miter/>
                        </a:ln>
                      </p:spPr>
                    </p:pic>
                  </p:oleObj>
                </mc:Fallback>
              </mc:AlternateContent>
            </a:graphicData>
          </a:graphic>
        </p:graphicFrame>
        <p:sp>
          <p:nvSpPr>
            <p:cNvPr id="40987" name="Line 132"/>
            <p:cNvSpPr/>
            <p:nvPr/>
          </p:nvSpPr>
          <p:spPr>
            <a:xfrm flipV="1">
              <a:off x="2200" y="2024"/>
              <a:ext cx="45" cy="227"/>
            </a:xfrm>
            <a:prstGeom prst="line">
              <a:avLst/>
            </a:prstGeom>
            <a:ln w="9525" cap="flat" cmpd="sng">
              <a:solidFill>
                <a:schemeClr val="bg1"/>
              </a:solidFill>
              <a:prstDash val="solid"/>
              <a:headEnd type="none" w="med" len="med"/>
              <a:tailEnd type="none" w="med" len="med"/>
            </a:ln>
          </p:spPr>
        </p:sp>
        <p:sp>
          <p:nvSpPr>
            <p:cNvPr id="40988" name="Line 133"/>
            <p:cNvSpPr/>
            <p:nvPr/>
          </p:nvSpPr>
          <p:spPr>
            <a:xfrm>
              <a:off x="2200" y="2251"/>
              <a:ext cx="362" cy="0"/>
            </a:xfrm>
            <a:prstGeom prst="line">
              <a:avLst/>
            </a:prstGeom>
            <a:ln w="9525" cap="flat" cmpd="sng">
              <a:solidFill>
                <a:schemeClr val="bg1"/>
              </a:solidFill>
              <a:prstDash val="solid"/>
              <a:headEnd type="none" w="med" len="med"/>
              <a:tailEnd type="none" w="med" len="med"/>
            </a:ln>
          </p:spPr>
        </p:sp>
      </p:grpSp>
      <p:grpSp>
        <p:nvGrpSpPr>
          <p:cNvPr id="11" name="Group 141"/>
          <p:cNvGrpSpPr/>
          <p:nvPr/>
        </p:nvGrpSpPr>
        <p:grpSpPr>
          <a:xfrm>
            <a:off x="611188" y="4005263"/>
            <a:ext cx="6116637" cy="1860550"/>
            <a:chOff x="385" y="2523"/>
            <a:chExt cx="3853" cy="1172"/>
          </a:xfrm>
        </p:grpSpPr>
        <p:graphicFrame>
          <p:nvGraphicFramePr>
            <p:cNvPr id="40964" name="Object 48"/>
            <p:cNvGraphicFramePr/>
            <p:nvPr/>
          </p:nvGraphicFramePr>
          <p:xfrm>
            <a:off x="385" y="2523"/>
            <a:ext cx="3853" cy="1172"/>
          </p:xfrm>
          <a:graphic>
            <a:graphicData uri="http://schemas.openxmlformats.org/presentationml/2006/ole">
              <mc:AlternateContent xmlns:mc="http://schemas.openxmlformats.org/markup-compatibility/2006">
                <mc:Choice xmlns:v="urn:schemas-microsoft-com:vml" Requires="v">
                  <p:oleObj spid="_x0000_s3370" name="" r:id="rId13" imgW="3048000" imgH="927100" progId="Equation.3">
                    <p:embed/>
                  </p:oleObj>
                </mc:Choice>
                <mc:Fallback>
                  <p:oleObj name="" r:id="rId13" imgW="3048000" imgH="927100" progId="Equation.3">
                    <p:embed/>
                    <p:pic>
                      <p:nvPicPr>
                        <p:cNvPr id="0" name="图片 3369"/>
                        <p:cNvPicPr/>
                        <p:nvPr/>
                      </p:nvPicPr>
                      <p:blipFill>
                        <a:blip r:embed="rId14">
                          <a:clrChange>
                            <a:clrFrom>
                              <a:srgbClr val="000000"/>
                            </a:clrFrom>
                            <a:clrTo>
                              <a:srgbClr val="FFFFFF"/>
                            </a:clrTo>
                          </a:clrChange>
                        </a:blip>
                        <a:stretch>
                          <a:fillRect/>
                        </a:stretch>
                      </p:blipFill>
                      <p:spPr>
                        <a:xfrm>
                          <a:off x="385" y="2523"/>
                          <a:ext cx="3853" cy="1172"/>
                        </a:xfrm>
                        <a:prstGeom prst="rect">
                          <a:avLst/>
                        </a:prstGeom>
                        <a:noFill/>
                        <a:ln w="38100">
                          <a:noFill/>
                          <a:miter/>
                        </a:ln>
                      </p:spPr>
                    </p:pic>
                  </p:oleObj>
                </mc:Fallback>
              </mc:AlternateContent>
            </a:graphicData>
          </a:graphic>
        </p:graphicFrame>
        <p:sp>
          <p:nvSpPr>
            <p:cNvPr id="40983" name="Line 131"/>
            <p:cNvSpPr/>
            <p:nvPr/>
          </p:nvSpPr>
          <p:spPr>
            <a:xfrm flipV="1">
              <a:off x="2744" y="2750"/>
              <a:ext cx="46" cy="226"/>
            </a:xfrm>
            <a:prstGeom prst="line">
              <a:avLst/>
            </a:prstGeom>
            <a:ln w="9525" cap="flat" cmpd="sng">
              <a:solidFill>
                <a:schemeClr val="bg1"/>
              </a:solidFill>
              <a:prstDash val="solid"/>
              <a:headEnd type="none" w="med" len="med"/>
              <a:tailEnd type="none" w="med" len="med"/>
            </a:ln>
          </p:spPr>
        </p:sp>
        <p:sp>
          <p:nvSpPr>
            <p:cNvPr id="40984" name="Line 135"/>
            <p:cNvSpPr/>
            <p:nvPr/>
          </p:nvSpPr>
          <p:spPr>
            <a:xfrm>
              <a:off x="3470" y="2976"/>
              <a:ext cx="363" cy="0"/>
            </a:xfrm>
            <a:prstGeom prst="line">
              <a:avLst/>
            </a:prstGeom>
            <a:ln w="9525" cap="flat" cmpd="sng">
              <a:solidFill>
                <a:schemeClr val="bg1"/>
              </a:solidFill>
              <a:prstDash val="solid"/>
              <a:headEnd type="none" w="med" len="med"/>
              <a:tailEnd type="none" w="med" len="med"/>
            </a:ln>
          </p:spPr>
        </p:sp>
        <p:sp>
          <p:nvSpPr>
            <p:cNvPr id="40985" name="Line 136"/>
            <p:cNvSpPr/>
            <p:nvPr/>
          </p:nvSpPr>
          <p:spPr>
            <a:xfrm>
              <a:off x="2744" y="2976"/>
              <a:ext cx="499" cy="0"/>
            </a:xfrm>
            <a:prstGeom prst="line">
              <a:avLst/>
            </a:prstGeom>
            <a:ln w="9525" cap="flat" cmpd="sng">
              <a:solidFill>
                <a:schemeClr val="bg1"/>
              </a:solidFill>
              <a:prstDash val="solid"/>
              <a:headEnd type="none" w="med" len="med"/>
              <a:tailEnd type="none" w="med" len="med"/>
            </a:ln>
          </p:spPr>
        </p:sp>
        <p:sp>
          <p:nvSpPr>
            <p:cNvPr id="40986" name="Line 137"/>
            <p:cNvSpPr/>
            <p:nvPr/>
          </p:nvSpPr>
          <p:spPr>
            <a:xfrm flipV="1">
              <a:off x="3470" y="2704"/>
              <a:ext cx="45" cy="272"/>
            </a:xfrm>
            <a:prstGeom prst="line">
              <a:avLst/>
            </a:prstGeom>
            <a:ln w="9525" cap="flat" cmpd="sng">
              <a:solidFill>
                <a:schemeClr val="bg1"/>
              </a:solidFill>
              <a:prstDash val="solid"/>
              <a:headEnd type="none" w="med" len="med"/>
              <a:tailEnd type="none" w="med" len="med"/>
            </a:ln>
          </p:spPr>
        </p:sp>
      </p:grpSp>
      <p:grpSp>
        <p:nvGrpSpPr>
          <p:cNvPr id="12" name="Group 140"/>
          <p:cNvGrpSpPr/>
          <p:nvPr/>
        </p:nvGrpSpPr>
        <p:grpSpPr>
          <a:xfrm>
            <a:off x="4643438" y="3141663"/>
            <a:ext cx="3397250" cy="968375"/>
            <a:chOff x="2925" y="1979"/>
            <a:chExt cx="2140" cy="610"/>
          </a:xfrm>
        </p:grpSpPr>
        <p:graphicFrame>
          <p:nvGraphicFramePr>
            <p:cNvPr id="40963" name="Object 47"/>
            <p:cNvGraphicFramePr/>
            <p:nvPr/>
          </p:nvGraphicFramePr>
          <p:xfrm>
            <a:off x="2925" y="1979"/>
            <a:ext cx="2140" cy="610"/>
          </p:xfrm>
          <a:graphic>
            <a:graphicData uri="http://schemas.openxmlformats.org/presentationml/2006/ole">
              <mc:AlternateContent xmlns:mc="http://schemas.openxmlformats.org/markup-compatibility/2006">
                <mc:Choice xmlns:v="urn:schemas-microsoft-com:vml" Requires="v">
                  <p:oleObj spid="_x0000_s3372" name="" r:id="rId15" imgW="1651000" imgH="469900" progId="Equation.3">
                    <p:embed/>
                  </p:oleObj>
                </mc:Choice>
                <mc:Fallback>
                  <p:oleObj name="" r:id="rId15" imgW="1651000" imgH="469900" progId="Equation.3">
                    <p:embed/>
                    <p:pic>
                      <p:nvPicPr>
                        <p:cNvPr id="0" name="图片 3371"/>
                        <p:cNvPicPr/>
                        <p:nvPr/>
                      </p:nvPicPr>
                      <p:blipFill>
                        <a:blip r:embed="rId16">
                          <a:clrChange>
                            <a:clrFrom>
                              <a:srgbClr val="000000"/>
                            </a:clrFrom>
                            <a:clrTo>
                              <a:srgbClr val="FFFFFF"/>
                            </a:clrTo>
                          </a:clrChange>
                        </a:blip>
                        <a:stretch>
                          <a:fillRect/>
                        </a:stretch>
                      </p:blipFill>
                      <p:spPr>
                        <a:xfrm>
                          <a:off x="2925" y="1979"/>
                          <a:ext cx="2140" cy="610"/>
                        </a:xfrm>
                        <a:prstGeom prst="rect">
                          <a:avLst/>
                        </a:prstGeom>
                        <a:noFill/>
                        <a:ln w="38100">
                          <a:noFill/>
                          <a:miter/>
                        </a:ln>
                      </p:spPr>
                    </p:pic>
                  </p:oleObj>
                </mc:Fallback>
              </mc:AlternateContent>
            </a:graphicData>
          </a:graphic>
        </p:graphicFrame>
        <p:sp>
          <p:nvSpPr>
            <p:cNvPr id="40981" name="Line 134"/>
            <p:cNvSpPr/>
            <p:nvPr/>
          </p:nvSpPr>
          <p:spPr>
            <a:xfrm>
              <a:off x="4558" y="2251"/>
              <a:ext cx="453" cy="0"/>
            </a:xfrm>
            <a:prstGeom prst="line">
              <a:avLst/>
            </a:prstGeom>
            <a:ln w="9525" cap="flat" cmpd="sng">
              <a:solidFill>
                <a:schemeClr val="bg1"/>
              </a:solidFill>
              <a:prstDash val="solid"/>
              <a:headEnd type="none" w="med" len="med"/>
              <a:tailEnd type="none" w="med" len="med"/>
            </a:ln>
          </p:spPr>
        </p:sp>
        <p:sp>
          <p:nvSpPr>
            <p:cNvPr id="40982" name="Line 138"/>
            <p:cNvSpPr/>
            <p:nvPr/>
          </p:nvSpPr>
          <p:spPr>
            <a:xfrm flipV="1">
              <a:off x="4558" y="2024"/>
              <a:ext cx="45" cy="227"/>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66562"/>
                                        </p:tgtEl>
                                        <p:attrNameLst>
                                          <p:attrName>style.visibility</p:attrName>
                                        </p:attrNameLst>
                                      </p:cBhvr>
                                      <p:to>
                                        <p:strVal val="visible"/>
                                      </p:to>
                                    </p:set>
                                    <p:anim calcmode="lin" valueType="num">
                                      <p:cBhvr additive="base">
                                        <p:cTn id="7" dur="500" fill="hold"/>
                                        <p:tgtEl>
                                          <p:spTgt spid="66562"/>
                                        </p:tgtEl>
                                        <p:attrNameLst>
                                          <p:attrName>ppt_x</p:attrName>
                                        </p:attrNameLst>
                                      </p:cBhvr>
                                      <p:tavLst>
                                        <p:tav tm="0">
                                          <p:val>
                                            <p:strVal val="0-#ppt_w/2"/>
                                          </p:val>
                                        </p:tav>
                                        <p:tav tm="100000">
                                          <p:val>
                                            <p:strVal val="#ppt_x"/>
                                          </p:val>
                                        </p:tav>
                                      </p:tavLst>
                                    </p:anim>
                                    <p:anim calcmode="lin" valueType="num">
                                      <p:cBhvr additive="base">
                                        <p:cTn id="8" dur="500" fill="hold"/>
                                        <p:tgtEl>
                                          <p:spTgt spid="6656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3" presetClass="entr" presetSubtype="1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66596"/>
                                        </p:tgtEl>
                                        <p:attrNameLst>
                                          <p:attrName>style.visibility</p:attrName>
                                        </p:attrNameLst>
                                      </p:cBhvr>
                                      <p:to>
                                        <p:strVal val="visible"/>
                                      </p:to>
                                    </p:set>
                                    <p:animEffect transition="in" filter="slide(fromBottom)">
                                      <p:cBhvr>
                                        <p:cTn id="17" dur="2000"/>
                                        <p:tgtEl>
                                          <p:spTgt spid="66596"/>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66563"/>
                                        </p:tgtEl>
                                        <p:attrNameLst>
                                          <p:attrName>style.visibility</p:attrName>
                                        </p:attrNameLst>
                                      </p:cBhvr>
                                      <p:to>
                                        <p:strVal val="visible"/>
                                      </p:to>
                                    </p:set>
                                    <p:animEffect transition="in" filter="slide(fromBottom)">
                                      <p:cBhvr>
                                        <p:cTn id="22" dur="2000"/>
                                        <p:tgtEl>
                                          <p:spTgt spid="66563"/>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66599"/>
                                        </p:tgtEl>
                                        <p:attrNameLst>
                                          <p:attrName>style.visibility</p:attrName>
                                        </p:attrNameLst>
                                      </p:cBhvr>
                                      <p:to>
                                        <p:strVal val="visible"/>
                                      </p:to>
                                    </p:set>
                                    <p:anim calcmode="lin" valueType="num">
                                      <p:cBhvr additive="base">
                                        <p:cTn id="27" dur="500" fill="hold"/>
                                        <p:tgtEl>
                                          <p:spTgt spid="66599"/>
                                        </p:tgtEl>
                                        <p:attrNameLst>
                                          <p:attrName>ppt_x</p:attrName>
                                        </p:attrNameLst>
                                      </p:cBhvr>
                                      <p:tavLst>
                                        <p:tav tm="0">
                                          <p:val>
                                            <p:strVal val="0-#ppt_w/2"/>
                                          </p:val>
                                        </p:tav>
                                        <p:tav tm="100000">
                                          <p:val>
                                            <p:strVal val="#ppt_x"/>
                                          </p:val>
                                        </p:tav>
                                      </p:tavLst>
                                    </p:anim>
                                    <p:anim calcmode="lin" valueType="num">
                                      <p:cBhvr additive="base">
                                        <p:cTn id="28" dur="500" fill="hold"/>
                                        <p:tgtEl>
                                          <p:spTgt spid="66599"/>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left)">
                                      <p:cBhvr>
                                        <p:cTn id="33" dur="10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left)">
                                      <p:cBhvr>
                                        <p:cTn id="38" dur="10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up)">
                                      <p:cBhvr>
                                        <p:cTn id="43" dur="1000"/>
                                        <p:tgtEl>
                                          <p:spTgt spid="11"/>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blinds(horizontal)">
                                      <p:cBhvr>
                                        <p:cTn id="48" dur="500"/>
                                        <p:tgtEl>
                                          <p:spTgt spid="6"/>
                                        </p:tgtEl>
                                      </p:cBhvr>
                                    </p:animEffect>
                                  </p:childTnLst>
                                </p:cTn>
                              </p:par>
                            </p:childTnLst>
                          </p:cTn>
                        </p:par>
                        <p:par>
                          <p:cTn id="49" fill="hold">
                            <p:stCondLst>
                              <p:cond delay="500"/>
                            </p:stCondLst>
                            <p:childTnLst>
                              <p:par>
                                <p:cTn id="50" presetID="55" presetClass="entr" presetSubtype="0" fill="hold" grpId="0" nodeType="afterEffect">
                                  <p:stCondLst>
                                    <p:cond delay="0"/>
                                  </p:stCondLst>
                                  <p:childTnLst>
                                    <p:set>
                                      <p:cBhvr>
                                        <p:cTn id="51" dur="1" fill="hold">
                                          <p:stCondLst>
                                            <p:cond delay="0"/>
                                          </p:stCondLst>
                                        </p:cTn>
                                        <p:tgtEl>
                                          <p:spTgt spid="66609"/>
                                        </p:tgtEl>
                                        <p:attrNameLst>
                                          <p:attrName>style.visibility</p:attrName>
                                        </p:attrNameLst>
                                      </p:cBhvr>
                                      <p:to>
                                        <p:strVal val="visible"/>
                                      </p:to>
                                    </p:set>
                                    <p:anim calcmode="lin" valueType="num">
                                      <p:cBhvr>
                                        <p:cTn id="52" dur="1000" fill="hold"/>
                                        <p:tgtEl>
                                          <p:spTgt spid="66609"/>
                                        </p:tgtEl>
                                        <p:attrNameLst>
                                          <p:attrName>ppt_w</p:attrName>
                                        </p:attrNameLst>
                                      </p:cBhvr>
                                      <p:tavLst>
                                        <p:tav tm="0">
                                          <p:val>
                                            <p:strVal val="#ppt_w*0.70"/>
                                          </p:val>
                                        </p:tav>
                                        <p:tav tm="100000">
                                          <p:val>
                                            <p:strVal val="#ppt_w"/>
                                          </p:val>
                                        </p:tav>
                                      </p:tavLst>
                                    </p:anim>
                                    <p:anim calcmode="lin" valueType="num">
                                      <p:cBhvr>
                                        <p:cTn id="53" dur="1000" fill="hold"/>
                                        <p:tgtEl>
                                          <p:spTgt spid="66609"/>
                                        </p:tgtEl>
                                        <p:attrNameLst>
                                          <p:attrName>ppt_h</p:attrName>
                                        </p:attrNameLst>
                                      </p:cBhvr>
                                      <p:tavLst>
                                        <p:tav tm="0">
                                          <p:val>
                                            <p:strVal val="#ppt_h"/>
                                          </p:val>
                                        </p:tav>
                                        <p:tav tm="100000">
                                          <p:val>
                                            <p:strVal val="#ppt_h"/>
                                          </p:val>
                                        </p:tav>
                                      </p:tavLst>
                                    </p:anim>
                                    <p:animEffect transition="in" filter="fade">
                                      <p:cBhvr>
                                        <p:cTn id="54" dur="1000"/>
                                        <p:tgtEl>
                                          <p:spTgt spid="666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p:bldP spid="66563" grpId="0" animBg="1"/>
      <p:bldP spid="66599" grpId="0"/>
      <p:bldP spid="66609"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5" name="Text Box 3"/>
          <p:cNvSpPr txBox="1"/>
          <p:nvPr/>
        </p:nvSpPr>
        <p:spPr>
          <a:xfrm>
            <a:off x="684213" y="4221163"/>
            <a:ext cx="7885112" cy="2143125"/>
          </a:xfrm>
          <a:prstGeom prst="rect">
            <a:avLst/>
          </a:prstGeom>
          <a:noFill/>
          <a:ln w="9525">
            <a:noFill/>
          </a:ln>
        </p:spPr>
        <p:txBody>
          <a:bodyPr>
            <a:spAutoFit/>
          </a:bodyPr>
          <a:p>
            <a:pPr marL="381000" indent="-381000" algn="just">
              <a:lnSpc>
                <a:spcPct val="120000"/>
              </a:lnSpc>
              <a:buAutoNum type="circleNumDbPlain" startAt="3"/>
            </a:pPr>
            <a:r>
              <a:rPr lang="zh-CN" altLang="en-US" sz="2800" dirty="0">
                <a:latin typeface="楷体_GB2312" pitchFamily="49" charset="-122"/>
              </a:rPr>
              <a:t>要消除或减少中性点的位移，尽量减少中性线阻抗，然而从经济的观点来看，中性线不可能做得很粗，应适当调整负载，使其接近对称情况。</a:t>
            </a:r>
            <a:endParaRPr lang="zh-CN" altLang="en-US" sz="2800" dirty="0">
              <a:latin typeface="楷体_GB2312" pitchFamily="49" charset="-122"/>
            </a:endParaRPr>
          </a:p>
        </p:txBody>
      </p:sp>
      <p:grpSp>
        <p:nvGrpSpPr>
          <p:cNvPr id="2" name="Group 21"/>
          <p:cNvGrpSpPr/>
          <p:nvPr/>
        </p:nvGrpSpPr>
        <p:grpSpPr>
          <a:xfrm>
            <a:off x="755650" y="476250"/>
            <a:ext cx="1644650" cy="850900"/>
            <a:chOff x="385" y="3022"/>
            <a:chExt cx="1036" cy="536"/>
          </a:xfrm>
        </p:grpSpPr>
        <p:pic>
          <p:nvPicPr>
            <p:cNvPr id="69647" name="Picture 22" descr="123"/>
            <p:cNvPicPr>
              <a:picLocks noChangeAspect="1"/>
            </p:cNvPicPr>
            <p:nvPr/>
          </p:nvPicPr>
          <p:blipFill>
            <a:blip r:embed="rId1"/>
            <a:stretch>
              <a:fillRect/>
            </a:stretch>
          </p:blipFill>
          <p:spPr>
            <a:xfrm>
              <a:off x="385" y="3022"/>
              <a:ext cx="590" cy="536"/>
            </a:xfrm>
            <a:prstGeom prst="rect">
              <a:avLst/>
            </a:prstGeom>
            <a:noFill/>
            <a:ln w="9525">
              <a:noFill/>
            </a:ln>
          </p:spPr>
        </p:pic>
        <p:sp>
          <p:nvSpPr>
            <p:cNvPr id="69648" name="Text Box 23"/>
            <p:cNvSpPr txBox="1"/>
            <p:nvPr/>
          </p:nvSpPr>
          <p:spPr>
            <a:xfrm>
              <a:off x="793" y="3125"/>
              <a:ext cx="628" cy="365"/>
            </a:xfrm>
            <a:prstGeom prst="rect">
              <a:avLst/>
            </a:prstGeom>
            <a:noFill/>
            <a:ln w="9525">
              <a:noFill/>
            </a:ln>
          </p:spPr>
          <p:txBody>
            <a:bodyPr wrap="none">
              <a:spAutoFit/>
            </a:bodyPr>
            <a:p>
              <a:r>
                <a:rPr lang="zh-CN" altLang="en-US" b="0" dirty="0">
                  <a:solidFill>
                    <a:srgbClr val="CC6600"/>
                  </a:solidFill>
                  <a:latin typeface="Arial" panose="020B0604020202020204" pitchFamily="34" charset="0"/>
                  <a:ea typeface="华文行楷" panose="02010800040101010101" pitchFamily="2" charset="-122"/>
                </a:rPr>
                <a:t>结论</a:t>
              </a:r>
              <a:endParaRPr lang="zh-CN" altLang="en-US" b="0" dirty="0">
                <a:solidFill>
                  <a:srgbClr val="CC6600"/>
                </a:solidFill>
                <a:latin typeface="Arial" panose="020B0604020202020204" pitchFamily="34" charset="0"/>
                <a:ea typeface="华文行楷" panose="02010800040101010101" pitchFamily="2" charset="-122"/>
              </a:endParaRPr>
            </a:p>
          </p:txBody>
        </p:sp>
      </p:grpSp>
      <p:sp>
        <p:nvSpPr>
          <p:cNvPr id="59416" name="Rectangle 24"/>
          <p:cNvSpPr/>
          <p:nvPr/>
        </p:nvSpPr>
        <p:spPr>
          <a:xfrm>
            <a:off x="755650" y="1052513"/>
            <a:ext cx="7980363" cy="1630362"/>
          </a:xfrm>
          <a:prstGeom prst="rect">
            <a:avLst/>
          </a:prstGeom>
          <a:noFill/>
          <a:ln w="9525">
            <a:noFill/>
          </a:ln>
        </p:spPr>
        <p:txBody>
          <a:bodyPr>
            <a:spAutoFit/>
          </a:bodyPr>
          <a:p>
            <a:pPr marL="342900" indent="-342900">
              <a:lnSpc>
                <a:spcPct val="120000"/>
              </a:lnSpc>
              <a:buAutoNum type="circleNumDbPlain"/>
            </a:pPr>
            <a:r>
              <a:rPr lang="zh-CN" altLang="en-US" sz="2800" dirty="0">
                <a:latin typeface="Arial" panose="020B0604020202020204" pitchFamily="34" charset="0"/>
              </a:rPr>
              <a:t>负载不对称，电源中性点和负载中性点不等位，中性线中有电流，各相电压、电流不存在对称关系。</a:t>
            </a:r>
            <a:endParaRPr lang="zh-CN" altLang="en-US" sz="2800" dirty="0">
              <a:latin typeface="Arial" panose="020B0604020202020204" pitchFamily="34" charset="0"/>
            </a:endParaRPr>
          </a:p>
        </p:txBody>
      </p:sp>
      <p:sp>
        <p:nvSpPr>
          <p:cNvPr id="59417" name="Rectangle 25"/>
          <p:cNvSpPr/>
          <p:nvPr/>
        </p:nvSpPr>
        <p:spPr>
          <a:xfrm>
            <a:off x="755650" y="2636838"/>
            <a:ext cx="7704138" cy="1630362"/>
          </a:xfrm>
          <a:prstGeom prst="rect">
            <a:avLst/>
          </a:prstGeom>
          <a:noFill/>
          <a:ln w="9525">
            <a:noFill/>
          </a:ln>
        </p:spPr>
        <p:txBody>
          <a:bodyPr>
            <a:spAutoFit/>
          </a:bodyPr>
          <a:p>
            <a:pPr marL="342900" indent="-342900">
              <a:lnSpc>
                <a:spcPct val="120000"/>
              </a:lnSpc>
              <a:buAutoNum type="circleNumDbPlain" startAt="2"/>
            </a:pPr>
            <a:r>
              <a:rPr lang="zh-CN" altLang="en-US" sz="2800" dirty="0">
                <a:latin typeface="Arial" panose="020B0604020202020204" pitchFamily="34" charset="0"/>
              </a:rPr>
              <a:t>中性线不装保险，并且中性线较粗。一是减少损耗， 二是加强强度</a:t>
            </a:r>
            <a:r>
              <a:rPr lang="en-US" altLang="zh-CN" sz="2800" b="0" dirty="0">
                <a:latin typeface="Arial" panose="020B0604020202020204" pitchFamily="34" charset="0"/>
              </a:rPr>
              <a:t>(</a:t>
            </a:r>
            <a:r>
              <a:rPr lang="zh-CN" altLang="en-US" sz="2800" dirty="0">
                <a:latin typeface="Arial" panose="020B0604020202020204" pitchFamily="34" charset="0"/>
              </a:rPr>
              <a:t>中性线一旦断了，负载不能正常工作</a:t>
            </a:r>
            <a:r>
              <a:rPr lang="en-US" altLang="zh-CN" sz="2800" b="0" dirty="0">
                <a:latin typeface="Arial" panose="020B0604020202020204" pitchFamily="34" charset="0"/>
              </a:rPr>
              <a:t>)</a:t>
            </a:r>
            <a:r>
              <a:rPr lang="zh-CN" altLang="en-US" sz="2800" dirty="0">
                <a:latin typeface="Arial" panose="020B0604020202020204" pitchFamily="34" charset="0"/>
              </a:rPr>
              <a:t>。</a:t>
            </a:r>
            <a:endParaRPr lang="zh-CN" altLang="en-US" sz="2800" dirty="0">
              <a:latin typeface="Arial" panose="020B0604020202020204" pitchFamily="34" charset="0"/>
            </a:endParaRPr>
          </a:p>
        </p:txBody>
      </p:sp>
      <p:grpSp>
        <p:nvGrpSpPr>
          <p:cNvPr id="69638" name="Group 35"/>
          <p:cNvGrpSpPr/>
          <p:nvPr/>
        </p:nvGrpSpPr>
        <p:grpSpPr>
          <a:xfrm>
            <a:off x="8316913" y="6445250"/>
            <a:ext cx="792162" cy="366713"/>
            <a:chOff x="5193" y="4020"/>
            <a:chExt cx="499" cy="231"/>
          </a:xfrm>
        </p:grpSpPr>
        <p:pic>
          <p:nvPicPr>
            <p:cNvPr id="69645" name="Picture 36" descr="78900"/>
            <p:cNvPicPr>
              <a:picLocks noChangeAspect="1"/>
            </p:cNvPicPr>
            <p:nvPr/>
          </p:nvPicPr>
          <p:blipFill>
            <a:blip r:embed="rId2"/>
            <a:stretch>
              <a:fillRect/>
            </a:stretch>
          </p:blipFill>
          <p:spPr>
            <a:xfrm>
              <a:off x="5193" y="4066"/>
              <a:ext cx="499" cy="181"/>
            </a:xfrm>
            <a:prstGeom prst="rect">
              <a:avLst/>
            </a:prstGeom>
            <a:noFill/>
            <a:ln w="9525">
              <a:noFill/>
            </a:ln>
          </p:spPr>
        </p:pic>
        <p:sp>
          <p:nvSpPr>
            <p:cNvPr id="69646" name="Text Box 37">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9639" name="Group 38"/>
          <p:cNvGrpSpPr/>
          <p:nvPr/>
        </p:nvGrpSpPr>
        <p:grpSpPr>
          <a:xfrm>
            <a:off x="7451725" y="6445250"/>
            <a:ext cx="792163" cy="366713"/>
            <a:chOff x="5193" y="4020"/>
            <a:chExt cx="499" cy="231"/>
          </a:xfrm>
        </p:grpSpPr>
        <p:pic>
          <p:nvPicPr>
            <p:cNvPr id="69643" name="Picture 39" descr="78900"/>
            <p:cNvPicPr>
              <a:picLocks noChangeAspect="1"/>
            </p:cNvPicPr>
            <p:nvPr/>
          </p:nvPicPr>
          <p:blipFill>
            <a:blip r:embed="rId2"/>
            <a:stretch>
              <a:fillRect/>
            </a:stretch>
          </p:blipFill>
          <p:spPr>
            <a:xfrm>
              <a:off x="5193" y="4066"/>
              <a:ext cx="499" cy="181"/>
            </a:xfrm>
            <a:prstGeom prst="rect">
              <a:avLst/>
            </a:prstGeom>
            <a:noFill/>
            <a:ln w="9525">
              <a:noFill/>
            </a:ln>
          </p:spPr>
        </p:pic>
        <p:sp>
          <p:nvSpPr>
            <p:cNvPr id="69644" name="Text Box 40">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9640" name="Group 41"/>
          <p:cNvGrpSpPr/>
          <p:nvPr/>
        </p:nvGrpSpPr>
        <p:grpSpPr>
          <a:xfrm>
            <a:off x="6588125" y="6446838"/>
            <a:ext cx="792163" cy="366712"/>
            <a:chOff x="4695" y="4061"/>
            <a:chExt cx="499" cy="231"/>
          </a:xfrm>
        </p:grpSpPr>
        <p:pic>
          <p:nvPicPr>
            <p:cNvPr id="69641" name="Picture 42" descr="78900"/>
            <p:cNvPicPr>
              <a:picLocks noChangeAspect="1"/>
            </p:cNvPicPr>
            <p:nvPr/>
          </p:nvPicPr>
          <p:blipFill>
            <a:blip r:embed="rId2"/>
            <a:stretch>
              <a:fillRect/>
            </a:stretch>
          </p:blipFill>
          <p:spPr>
            <a:xfrm>
              <a:off x="4695" y="4107"/>
              <a:ext cx="499" cy="181"/>
            </a:xfrm>
            <a:prstGeom prst="rect">
              <a:avLst/>
            </a:prstGeom>
            <a:noFill/>
            <a:ln w="9525">
              <a:noFill/>
            </a:ln>
          </p:spPr>
        </p:pic>
        <p:sp>
          <p:nvSpPr>
            <p:cNvPr id="69642" name="Text Box 43">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9416"/>
                                        </p:tgtEl>
                                        <p:attrNameLst>
                                          <p:attrName>style.visibility</p:attrName>
                                        </p:attrNameLst>
                                      </p:cBhvr>
                                      <p:to>
                                        <p:strVal val="visible"/>
                                      </p:to>
                                    </p:set>
                                    <p:animEffect transition="in" filter="blinds(horizontal)">
                                      <p:cBhvr>
                                        <p:cTn id="12" dur="500"/>
                                        <p:tgtEl>
                                          <p:spTgt spid="5941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9417"/>
                                        </p:tgtEl>
                                        <p:attrNameLst>
                                          <p:attrName>style.visibility</p:attrName>
                                        </p:attrNameLst>
                                      </p:cBhvr>
                                      <p:to>
                                        <p:strVal val="visible"/>
                                      </p:to>
                                    </p:set>
                                    <p:animEffect transition="in" filter="blinds(horizontal)">
                                      <p:cBhvr>
                                        <p:cTn id="17" dur="500"/>
                                        <p:tgtEl>
                                          <p:spTgt spid="59417"/>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59395"/>
                                        </p:tgtEl>
                                        <p:attrNameLst>
                                          <p:attrName>style.visibility</p:attrName>
                                        </p:attrNameLst>
                                      </p:cBhvr>
                                      <p:to>
                                        <p:strVal val="visible"/>
                                      </p:to>
                                    </p:set>
                                    <p:animEffect transition="in" filter="slide(fromBottom)">
                                      <p:cBhvr>
                                        <p:cTn id="22" dur="2000"/>
                                        <p:tgtEl>
                                          <p:spTgt spid="593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p:bldP spid="59416" grpId="0"/>
      <p:bldP spid="5941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Text Box 2"/>
          <p:cNvSpPr txBox="1"/>
          <p:nvPr/>
        </p:nvSpPr>
        <p:spPr>
          <a:xfrm>
            <a:off x="1403350" y="476250"/>
            <a:ext cx="7056438" cy="604838"/>
          </a:xfrm>
          <a:prstGeom prst="rect">
            <a:avLst/>
          </a:prstGeom>
          <a:noFill/>
          <a:ln w="9525">
            <a:noFill/>
          </a:ln>
        </p:spPr>
        <p:txBody>
          <a:bodyPr>
            <a:spAutoFit/>
          </a:bodyPr>
          <a:p>
            <a:pPr marL="571500" indent="-571500">
              <a:lnSpc>
                <a:spcPct val="120000"/>
              </a:lnSpc>
            </a:pPr>
            <a:r>
              <a:rPr lang="zh-CN" altLang="en-US" sz="2800" dirty="0">
                <a:latin typeface="Times New Roman" panose="02020603050405020304" pitchFamily="18" charset="0"/>
              </a:rPr>
              <a:t>图示为相序仪电路。说明测相序的方法。</a:t>
            </a:r>
            <a:endParaRPr lang="zh-CN" altLang="en-US" sz="2800" dirty="0">
              <a:latin typeface="Times New Roman" panose="02020603050405020304" pitchFamily="18" charset="0"/>
            </a:endParaRPr>
          </a:p>
        </p:txBody>
      </p:sp>
      <p:sp>
        <p:nvSpPr>
          <p:cNvPr id="65539" name="Text Box 3"/>
          <p:cNvSpPr txBox="1"/>
          <p:nvPr/>
        </p:nvSpPr>
        <p:spPr>
          <a:xfrm>
            <a:off x="539750" y="1196975"/>
            <a:ext cx="539750" cy="519113"/>
          </a:xfrm>
          <a:prstGeom prst="rect">
            <a:avLst/>
          </a:prstGeom>
          <a:solidFill>
            <a:srgbClr val="990033"/>
          </a:solidFill>
          <a:ln w="9525">
            <a:noFill/>
          </a:ln>
        </p:spPr>
        <p:txBody>
          <a:bodyPr wrap="none">
            <a:spAutoFit/>
          </a:bodyPr>
          <a:p>
            <a:r>
              <a:rPr lang="zh-CN" altLang="en-US" sz="2800" dirty="0">
                <a:solidFill>
                  <a:schemeClr val="bg1"/>
                </a:solidFill>
                <a:latin typeface="Times New Roman" panose="02020603050405020304" pitchFamily="18" charset="0"/>
                <a:ea typeface="宋体" panose="02010600030101010101" pitchFamily="2" charset="-122"/>
              </a:rPr>
              <a:t>解</a:t>
            </a:r>
            <a:endParaRPr lang="zh-CN" altLang="en-US" sz="2800" dirty="0">
              <a:solidFill>
                <a:schemeClr val="bg1"/>
              </a:solidFill>
              <a:latin typeface="Times New Roman" panose="02020603050405020304" pitchFamily="18" charset="0"/>
              <a:ea typeface="宋体" panose="02010600030101010101" pitchFamily="2" charset="-122"/>
            </a:endParaRPr>
          </a:p>
        </p:txBody>
      </p:sp>
      <p:sp>
        <p:nvSpPr>
          <p:cNvPr id="65575" name="Text Box 39"/>
          <p:cNvSpPr txBox="1"/>
          <p:nvPr/>
        </p:nvSpPr>
        <p:spPr>
          <a:xfrm>
            <a:off x="323850" y="549275"/>
            <a:ext cx="1223963" cy="579438"/>
          </a:xfrm>
          <a:prstGeom prst="rect">
            <a:avLst/>
          </a:prstGeom>
          <a:noFill/>
          <a:ln w="9525">
            <a:noFill/>
          </a:ln>
        </p:spPr>
        <p:txBody>
          <a:bodyPr>
            <a:spAutoFit/>
          </a:bodyPr>
          <a:p>
            <a:r>
              <a:rPr lang="zh-CN" altLang="en-US" dirty="0">
                <a:solidFill>
                  <a:schemeClr val="bg1"/>
                </a:solidFill>
                <a:latin typeface="Times New Roman" panose="02020603050405020304" pitchFamily="18" charset="0"/>
                <a:ea typeface="宋体" panose="02010600030101010101" pitchFamily="2" charset="-122"/>
              </a:rPr>
              <a:t>例</a:t>
            </a:r>
            <a:r>
              <a:rPr lang="en-US" altLang="zh-CN" b="0" dirty="0">
                <a:solidFill>
                  <a:schemeClr val="bg1"/>
                </a:solidFill>
                <a:latin typeface="Times New Roman" panose="02020603050405020304" pitchFamily="18" charset="0"/>
                <a:ea typeface="宋体" panose="02010600030101010101" pitchFamily="2" charset="-122"/>
              </a:rPr>
              <a:t>4-2</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5576" name="Line 40"/>
          <p:cNvSpPr/>
          <p:nvPr/>
        </p:nvSpPr>
        <p:spPr>
          <a:xfrm>
            <a:off x="6877050" y="4005263"/>
            <a:ext cx="0" cy="504825"/>
          </a:xfrm>
          <a:prstGeom prst="line">
            <a:avLst/>
          </a:prstGeom>
          <a:ln w="76200" cap="flat" cmpd="sng">
            <a:solidFill>
              <a:srgbClr val="3399FF"/>
            </a:solidFill>
            <a:prstDash val="solid"/>
            <a:headEnd type="none" w="med" len="med"/>
            <a:tailEnd type="triangle" w="med" len="med"/>
          </a:ln>
        </p:spPr>
      </p:sp>
      <p:graphicFrame>
        <p:nvGraphicFramePr>
          <p:cNvPr id="65591" name="Object 55"/>
          <p:cNvGraphicFramePr/>
          <p:nvPr/>
        </p:nvGraphicFramePr>
        <p:xfrm>
          <a:off x="684213" y="1844675"/>
          <a:ext cx="1517650" cy="523875"/>
        </p:xfrm>
        <a:graphic>
          <a:graphicData uri="http://schemas.openxmlformats.org/presentationml/2006/ole">
            <mc:AlternateContent xmlns:mc="http://schemas.openxmlformats.org/markup-compatibility/2006">
              <mc:Choice xmlns:v="urn:schemas-microsoft-com:vml" Requires="v">
                <p:oleObj spid="_x0000_s3374" name="" r:id="rId1" imgW="735965" imgH="254000" progId="Equation.3">
                  <p:embed/>
                </p:oleObj>
              </mc:Choice>
              <mc:Fallback>
                <p:oleObj name="" r:id="rId1" imgW="735965" imgH="254000" progId="Equation.3">
                  <p:embed/>
                  <p:pic>
                    <p:nvPicPr>
                      <p:cNvPr id="0" name="图片 3373"/>
                      <p:cNvPicPr/>
                      <p:nvPr/>
                    </p:nvPicPr>
                    <p:blipFill>
                      <a:blip r:embed="rId2">
                        <a:clrChange>
                          <a:clrFrom>
                            <a:srgbClr val="000000"/>
                          </a:clrFrom>
                          <a:clrTo>
                            <a:srgbClr val="FFFFFF"/>
                          </a:clrTo>
                        </a:clrChange>
                      </a:blip>
                      <a:stretch>
                        <a:fillRect/>
                      </a:stretch>
                    </p:blipFill>
                    <p:spPr>
                      <a:xfrm>
                        <a:off x="684213" y="1844675"/>
                        <a:ext cx="1517650" cy="523875"/>
                      </a:xfrm>
                      <a:prstGeom prst="rect">
                        <a:avLst/>
                      </a:prstGeom>
                      <a:noFill/>
                      <a:ln w="38100">
                        <a:noFill/>
                        <a:miter/>
                      </a:ln>
                    </p:spPr>
                  </p:pic>
                </p:oleObj>
              </mc:Fallback>
            </mc:AlternateContent>
          </a:graphicData>
        </a:graphic>
      </p:graphicFrame>
      <p:sp>
        <p:nvSpPr>
          <p:cNvPr id="65675" name="Text Box 139"/>
          <p:cNvSpPr txBox="1"/>
          <p:nvPr/>
        </p:nvSpPr>
        <p:spPr>
          <a:xfrm>
            <a:off x="1258888" y="1125538"/>
            <a:ext cx="3024187" cy="519112"/>
          </a:xfrm>
          <a:prstGeom prst="rect">
            <a:avLst/>
          </a:prstGeom>
          <a:noFill/>
          <a:ln w="9525">
            <a:noFill/>
          </a:ln>
        </p:spPr>
        <p:txBody>
          <a:bodyPr>
            <a:spAutoFit/>
          </a:bodyPr>
          <a:p>
            <a:pPr>
              <a:spcBef>
                <a:spcPct val="50000"/>
              </a:spcBef>
            </a:pPr>
            <a:r>
              <a:rPr lang="zh-CN" altLang="en-US" sz="2800" dirty="0">
                <a:latin typeface="Arial" panose="020B0604020202020204" pitchFamily="34" charset="0"/>
              </a:rPr>
              <a:t>应用戴维宁定理</a:t>
            </a:r>
            <a:endParaRPr lang="zh-CN" altLang="en-US" sz="2800" dirty="0">
              <a:latin typeface="Arial" panose="020B0604020202020204" pitchFamily="34" charset="0"/>
            </a:endParaRPr>
          </a:p>
        </p:txBody>
      </p:sp>
      <p:graphicFrame>
        <p:nvGraphicFramePr>
          <p:cNvPr id="65676" name="Object 140"/>
          <p:cNvGraphicFramePr/>
          <p:nvPr/>
        </p:nvGraphicFramePr>
        <p:xfrm>
          <a:off x="539750" y="2133600"/>
          <a:ext cx="4424363" cy="1703388"/>
        </p:xfrm>
        <a:graphic>
          <a:graphicData uri="http://schemas.openxmlformats.org/presentationml/2006/ole">
            <mc:AlternateContent xmlns:mc="http://schemas.openxmlformats.org/markup-compatibility/2006">
              <mc:Choice xmlns:v="urn:schemas-microsoft-com:vml" Requires="v">
                <p:oleObj spid="_x0000_s3375" name="" r:id="rId3" imgW="2146300" imgH="825500" progId="Equation.3">
                  <p:embed/>
                </p:oleObj>
              </mc:Choice>
              <mc:Fallback>
                <p:oleObj name="" r:id="rId3" imgW="2146300" imgH="825500" progId="Equation.3">
                  <p:embed/>
                  <p:pic>
                    <p:nvPicPr>
                      <p:cNvPr id="0" name="图片 3374"/>
                      <p:cNvPicPr/>
                      <p:nvPr/>
                    </p:nvPicPr>
                    <p:blipFill>
                      <a:blip r:embed="rId4">
                        <a:clrChange>
                          <a:clrFrom>
                            <a:srgbClr val="000000"/>
                          </a:clrFrom>
                          <a:clrTo>
                            <a:srgbClr val="FFFFFF"/>
                          </a:clrTo>
                        </a:clrChange>
                      </a:blip>
                      <a:stretch>
                        <a:fillRect/>
                      </a:stretch>
                    </p:blipFill>
                    <p:spPr>
                      <a:xfrm>
                        <a:off x="539750" y="2133600"/>
                        <a:ext cx="4424363" cy="1703388"/>
                      </a:xfrm>
                      <a:prstGeom prst="rect">
                        <a:avLst/>
                      </a:prstGeom>
                      <a:noFill/>
                      <a:ln w="38100">
                        <a:noFill/>
                        <a:miter/>
                      </a:ln>
                    </p:spPr>
                  </p:pic>
                </p:oleObj>
              </mc:Fallback>
            </mc:AlternateContent>
          </a:graphicData>
        </a:graphic>
      </p:graphicFrame>
      <p:grpSp>
        <p:nvGrpSpPr>
          <p:cNvPr id="2" name="Group 173"/>
          <p:cNvGrpSpPr/>
          <p:nvPr/>
        </p:nvGrpSpPr>
        <p:grpSpPr>
          <a:xfrm>
            <a:off x="971550" y="3959225"/>
            <a:ext cx="2900363" cy="1909763"/>
            <a:chOff x="748" y="2470"/>
            <a:chExt cx="1827" cy="1203"/>
          </a:xfrm>
        </p:grpSpPr>
        <p:grpSp>
          <p:nvGrpSpPr>
            <p:cNvPr id="42066" name="Group 171"/>
            <p:cNvGrpSpPr/>
            <p:nvPr/>
          </p:nvGrpSpPr>
          <p:grpSpPr>
            <a:xfrm>
              <a:off x="748" y="2470"/>
              <a:ext cx="1827" cy="1011"/>
              <a:chOff x="703" y="2424"/>
              <a:chExt cx="1827" cy="1011"/>
            </a:xfrm>
          </p:grpSpPr>
          <p:grpSp>
            <p:nvGrpSpPr>
              <p:cNvPr id="42068" name="Group 169"/>
              <p:cNvGrpSpPr/>
              <p:nvPr/>
            </p:nvGrpSpPr>
            <p:grpSpPr>
              <a:xfrm>
                <a:off x="703" y="2589"/>
                <a:ext cx="1827" cy="846"/>
                <a:chOff x="567" y="2543"/>
                <a:chExt cx="1827" cy="846"/>
              </a:xfrm>
            </p:grpSpPr>
            <p:sp>
              <p:nvSpPr>
                <p:cNvPr id="42069" name="Line 141"/>
                <p:cNvSpPr/>
                <p:nvPr/>
              </p:nvSpPr>
              <p:spPr>
                <a:xfrm>
                  <a:off x="567" y="3249"/>
                  <a:ext cx="1542" cy="0"/>
                </a:xfrm>
                <a:prstGeom prst="line">
                  <a:avLst/>
                </a:prstGeom>
                <a:ln w="28575" cap="flat" cmpd="sng">
                  <a:solidFill>
                    <a:srgbClr val="FFFF00"/>
                  </a:solidFill>
                  <a:prstDash val="solid"/>
                  <a:headEnd type="none" w="med" len="med"/>
                  <a:tailEnd type="triangle" w="med" len="med"/>
                </a:ln>
              </p:spPr>
            </p:sp>
            <p:sp>
              <p:nvSpPr>
                <p:cNvPr id="42070" name="Line 142"/>
                <p:cNvSpPr/>
                <p:nvPr/>
              </p:nvSpPr>
              <p:spPr>
                <a:xfrm flipV="1">
                  <a:off x="567" y="2568"/>
                  <a:ext cx="952" cy="681"/>
                </a:xfrm>
                <a:prstGeom prst="line">
                  <a:avLst/>
                </a:prstGeom>
                <a:ln w="28575" cap="flat" cmpd="sng">
                  <a:solidFill>
                    <a:srgbClr val="FFFF00"/>
                  </a:solidFill>
                  <a:prstDash val="solid"/>
                  <a:headEnd type="none" w="med" len="med"/>
                  <a:tailEnd type="triangle" w="med" len="med"/>
                </a:ln>
              </p:spPr>
            </p:sp>
            <p:sp>
              <p:nvSpPr>
                <p:cNvPr id="42071" name="Line 143"/>
                <p:cNvSpPr/>
                <p:nvPr/>
              </p:nvSpPr>
              <p:spPr>
                <a:xfrm>
                  <a:off x="1519" y="2614"/>
                  <a:ext cx="545" cy="635"/>
                </a:xfrm>
                <a:prstGeom prst="line">
                  <a:avLst/>
                </a:prstGeom>
                <a:ln w="28575" cap="flat" cmpd="sng">
                  <a:solidFill>
                    <a:srgbClr val="FF3300"/>
                  </a:solidFill>
                  <a:prstDash val="solid"/>
                  <a:headEnd type="none" w="med" len="med"/>
                  <a:tailEnd type="triangle" w="med" len="med"/>
                </a:ln>
              </p:spPr>
            </p:sp>
            <p:sp>
              <p:nvSpPr>
                <p:cNvPr id="42072" name="Line 145"/>
                <p:cNvSpPr/>
                <p:nvPr/>
              </p:nvSpPr>
              <p:spPr>
                <a:xfrm>
                  <a:off x="1383" y="2659"/>
                  <a:ext cx="136" cy="181"/>
                </a:xfrm>
                <a:prstGeom prst="line">
                  <a:avLst/>
                </a:prstGeom>
                <a:ln w="28575" cap="flat" cmpd="sng">
                  <a:solidFill>
                    <a:srgbClr val="66FF33"/>
                  </a:solidFill>
                  <a:prstDash val="solid"/>
                  <a:headEnd type="none" w="med" len="med"/>
                  <a:tailEnd type="none" w="med" len="med"/>
                </a:ln>
              </p:spPr>
            </p:sp>
            <p:sp>
              <p:nvSpPr>
                <p:cNvPr id="42073" name="Line 146"/>
                <p:cNvSpPr/>
                <p:nvPr/>
              </p:nvSpPr>
              <p:spPr>
                <a:xfrm flipV="1">
                  <a:off x="1519" y="2750"/>
                  <a:ext cx="136" cy="90"/>
                </a:xfrm>
                <a:prstGeom prst="line">
                  <a:avLst/>
                </a:prstGeom>
                <a:ln w="28575" cap="flat" cmpd="sng">
                  <a:solidFill>
                    <a:srgbClr val="66FF33"/>
                  </a:solidFill>
                  <a:prstDash val="solid"/>
                  <a:headEnd type="none" w="med" len="med"/>
                  <a:tailEnd type="none" w="med" len="med"/>
                </a:ln>
              </p:spPr>
            </p:sp>
            <p:graphicFrame>
              <p:nvGraphicFramePr>
                <p:cNvPr id="41993" name="Object 165"/>
                <p:cNvGraphicFramePr/>
                <p:nvPr/>
              </p:nvGraphicFramePr>
              <p:xfrm>
                <a:off x="2064" y="3059"/>
                <a:ext cx="330" cy="330"/>
              </p:xfrm>
              <a:graphic>
                <a:graphicData uri="http://schemas.openxmlformats.org/presentationml/2006/ole">
                  <mc:AlternateContent xmlns:mc="http://schemas.openxmlformats.org/markup-compatibility/2006">
                    <mc:Choice xmlns:v="urn:schemas-microsoft-com:vml" Requires="v">
                      <p:oleObj spid="_x0000_s3373" name="" r:id="rId5" imgW="254000" imgH="254000" progId="Equation.3">
                        <p:embed/>
                      </p:oleObj>
                    </mc:Choice>
                    <mc:Fallback>
                      <p:oleObj name="" r:id="rId5" imgW="254000" imgH="254000" progId="Equation.3">
                        <p:embed/>
                        <p:pic>
                          <p:nvPicPr>
                            <p:cNvPr id="0" name="图片 3372"/>
                            <p:cNvPicPr/>
                            <p:nvPr/>
                          </p:nvPicPr>
                          <p:blipFill>
                            <a:blip r:embed="rId6">
                              <a:clrChange>
                                <a:clrFrom>
                                  <a:srgbClr val="000000"/>
                                </a:clrFrom>
                                <a:clrTo>
                                  <a:srgbClr val="FFFFFF"/>
                                </a:clrTo>
                              </a:clrChange>
                            </a:blip>
                            <a:stretch>
                              <a:fillRect/>
                            </a:stretch>
                          </p:blipFill>
                          <p:spPr>
                            <a:xfrm>
                              <a:off x="2064" y="3059"/>
                              <a:ext cx="330" cy="330"/>
                            </a:xfrm>
                            <a:prstGeom prst="rect">
                              <a:avLst/>
                            </a:prstGeom>
                            <a:noFill/>
                            <a:ln w="38100">
                              <a:noFill/>
                              <a:miter/>
                            </a:ln>
                          </p:spPr>
                        </p:pic>
                      </p:oleObj>
                    </mc:Fallback>
                  </mc:AlternateContent>
                </a:graphicData>
              </a:graphic>
            </p:graphicFrame>
            <p:graphicFrame>
              <p:nvGraphicFramePr>
                <p:cNvPr id="41994" name="Object 166"/>
                <p:cNvGraphicFramePr/>
                <p:nvPr/>
              </p:nvGraphicFramePr>
              <p:xfrm>
                <a:off x="1783" y="2696"/>
                <a:ext cx="281" cy="330"/>
              </p:xfrm>
              <a:graphic>
                <a:graphicData uri="http://schemas.openxmlformats.org/presentationml/2006/ole">
                  <mc:AlternateContent xmlns:mc="http://schemas.openxmlformats.org/markup-compatibility/2006">
                    <mc:Choice xmlns:v="urn:schemas-microsoft-com:vml" Requires="v">
                      <p:oleObj spid="_x0000_s3378" name="" r:id="rId7" imgW="215900" imgH="253365" progId="Equation.DSMT4">
                        <p:embed/>
                      </p:oleObj>
                    </mc:Choice>
                    <mc:Fallback>
                      <p:oleObj name="" r:id="rId7" imgW="215900" imgH="253365" progId="Equation.DSMT4">
                        <p:embed/>
                        <p:pic>
                          <p:nvPicPr>
                            <p:cNvPr id="0" name="图片 3377"/>
                            <p:cNvPicPr/>
                            <p:nvPr/>
                          </p:nvPicPr>
                          <p:blipFill>
                            <a:blip r:embed="rId8">
                              <a:clrChange>
                                <a:clrFrom>
                                  <a:srgbClr val="000000"/>
                                </a:clrFrom>
                                <a:clrTo>
                                  <a:srgbClr val="FFFFFF"/>
                                </a:clrTo>
                              </a:clrChange>
                            </a:blip>
                            <a:stretch>
                              <a:fillRect/>
                            </a:stretch>
                          </p:blipFill>
                          <p:spPr>
                            <a:xfrm>
                              <a:off x="1783" y="2696"/>
                              <a:ext cx="281" cy="330"/>
                            </a:xfrm>
                            <a:prstGeom prst="rect">
                              <a:avLst/>
                            </a:prstGeom>
                            <a:noFill/>
                            <a:ln w="38100">
                              <a:noFill/>
                              <a:miter/>
                            </a:ln>
                          </p:spPr>
                        </p:pic>
                      </p:oleObj>
                    </mc:Fallback>
                  </mc:AlternateContent>
                </a:graphicData>
              </a:graphic>
            </p:graphicFrame>
            <p:graphicFrame>
              <p:nvGraphicFramePr>
                <p:cNvPr id="41995" name="Object 167"/>
                <p:cNvGraphicFramePr/>
                <p:nvPr/>
              </p:nvGraphicFramePr>
              <p:xfrm>
                <a:off x="740" y="2543"/>
                <a:ext cx="314" cy="347"/>
              </p:xfrm>
              <a:graphic>
                <a:graphicData uri="http://schemas.openxmlformats.org/presentationml/2006/ole">
                  <mc:AlternateContent xmlns:mc="http://schemas.openxmlformats.org/markup-compatibility/2006">
                    <mc:Choice xmlns:v="urn:schemas-microsoft-com:vml" Requires="v">
                      <p:oleObj spid="_x0000_s3376" name="" r:id="rId9" imgW="241300" imgH="266065" progId="Equation.3">
                        <p:embed/>
                      </p:oleObj>
                    </mc:Choice>
                    <mc:Fallback>
                      <p:oleObj name="" r:id="rId9" imgW="241300" imgH="266065" progId="Equation.3">
                        <p:embed/>
                        <p:pic>
                          <p:nvPicPr>
                            <p:cNvPr id="0" name="图片 3375"/>
                            <p:cNvPicPr/>
                            <p:nvPr/>
                          </p:nvPicPr>
                          <p:blipFill>
                            <a:blip r:embed="rId10">
                              <a:clrChange>
                                <a:clrFrom>
                                  <a:srgbClr val="000000"/>
                                </a:clrFrom>
                                <a:clrTo>
                                  <a:srgbClr val="FFFFFF"/>
                                </a:clrTo>
                              </a:clrChange>
                            </a:blip>
                            <a:stretch>
                              <a:fillRect/>
                            </a:stretch>
                          </p:blipFill>
                          <p:spPr>
                            <a:xfrm>
                              <a:off x="740" y="2543"/>
                              <a:ext cx="314" cy="347"/>
                            </a:xfrm>
                            <a:prstGeom prst="rect">
                              <a:avLst/>
                            </a:prstGeom>
                            <a:noFill/>
                            <a:ln w="38100">
                              <a:noFill/>
                              <a:miter/>
                            </a:ln>
                          </p:spPr>
                        </p:pic>
                      </p:oleObj>
                    </mc:Fallback>
                  </mc:AlternateContent>
                </a:graphicData>
              </a:graphic>
            </p:graphicFrame>
          </p:grpSp>
          <p:graphicFrame>
            <p:nvGraphicFramePr>
              <p:cNvPr id="41992" name="Object 170"/>
              <p:cNvGraphicFramePr/>
              <p:nvPr/>
            </p:nvGraphicFramePr>
            <p:xfrm>
              <a:off x="1535" y="2424"/>
              <a:ext cx="264" cy="231"/>
            </p:xfrm>
            <a:graphic>
              <a:graphicData uri="http://schemas.openxmlformats.org/presentationml/2006/ole">
                <mc:AlternateContent xmlns:mc="http://schemas.openxmlformats.org/markup-compatibility/2006">
                  <mc:Choice xmlns:v="urn:schemas-microsoft-com:vml" Requires="v">
                    <p:oleObj spid="_x0000_s3377" name="" r:id="rId11" imgW="202565" imgH="177800" progId="Equation.DSMT4">
                      <p:embed/>
                    </p:oleObj>
                  </mc:Choice>
                  <mc:Fallback>
                    <p:oleObj name="" r:id="rId11" imgW="202565" imgH="177800" progId="Equation.DSMT4">
                      <p:embed/>
                      <p:pic>
                        <p:nvPicPr>
                          <p:cNvPr id="0" name="图片 3376"/>
                          <p:cNvPicPr/>
                          <p:nvPr/>
                        </p:nvPicPr>
                        <p:blipFill>
                          <a:blip r:embed="rId12">
                            <a:clrChange>
                              <a:clrFrom>
                                <a:srgbClr val="000000"/>
                              </a:clrFrom>
                              <a:clrTo>
                                <a:srgbClr val="FFFFFF"/>
                              </a:clrTo>
                            </a:clrChange>
                          </a:blip>
                          <a:stretch>
                            <a:fillRect/>
                          </a:stretch>
                        </p:blipFill>
                        <p:spPr>
                          <a:xfrm>
                            <a:off x="1535" y="2424"/>
                            <a:ext cx="264" cy="231"/>
                          </a:xfrm>
                          <a:prstGeom prst="rect">
                            <a:avLst/>
                          </a:prstGeom>
                          <a:noFill/>
                          <a:ln w="38100">
                            <a:noFill/>
                            <a:miter/>
                          </a:ln>
                        </p:spPr>
                      </p:pic>
                    </p:oleObj>
                  </mc:Fallback>
                </mc:AlternateContent>
              </a:graphicData>
            </a:graphic>
          </p:graphicFrame>
        </p:grpSp>
        <p:sp>
          <p:nvSpPr>
            <p:cNvPr id="42067" name="Text Box 172"/>
            <p:cNvSpPr txBox="1"/>
            <p:nvPr/>
          </p:nvSpPr>
          <p:spPr>
            <a:xfrm>
              <a:off x="2154" y="3385"/>
              <a:ext cx="317" cy="288"/>
            </a:xfrm>
            <a:prstGeom prst="rect">
              <a:avLst/>
            </a:prstGeom>
            <a:noFill/>
            <a:ln w="9525">
              <a:noFill/>
            </a:ln>
          </p:spPr>
          <p:txBody>
            <a:bodyPr>
              <a:spAutoFit/>
            </a:bodyPr>
            <a:p>
              <a:pPr>
                <a:spcBef>
                  <a:spcPct val="50000"/>
                </a:spcBef>
              </a:pPr>
              <a:r>
                <a:rPr lang="en-US" altLang="zh-CN" sz="2400" b="0" dirty="0">
                  <a:solidFill>
                    <a:schemeClr val="bg1"/>
                  </a:solidFill>
                  <a:latin typeface="Times New Roman" panose="02020603050405020304" pitchFamily="18" charset="0"/>
                  <a:ea typeface="仿宋_GB2312" pitchFamily="49" charset="-122"/>
                </a:rPr>
                <a:t>A</a:t>
              </a:r>
              <a:endParaRPr lang="en-US" altLang="zh-CN" sz="2400" b="0" dirty="0">
                <a:solidFill>
                  <a:schemeClr val="bg1"/>
                </a:solidFill>
                <a:latin typeface="Times New Roman" panose="02020603050405020304" pitchFamily="18" charset="0"/>
                <a:ea typeface="仿宋_GB2312" pitchFamily="49" charset="-122"/>
              </a:endParaRPr>
            </a:p>
          </p:txBody>
        </p:sp>
      </p:grpSp>
      <p:sp>
        <p:nvSpPr>
          <p:cNvPr id="65710" name="Text Box 174"/>
          <p:cNvSpPr txBox="1"/>
          <p:nvPr/>
        </p:nvSpPr>
        <p:spPr>
          <a:xfrm>
            <a:off x="395288" y="5805488"/>
            <a:ext cx="5761037" cy="519112"/>
          </a:xfrm>
          <a:prstGeom prst="rect">
            <a:avLst/>
          </a:prstGeom>
          <a:noFill/>
          <a:ln w="9525">
            <a:noFill/>
          </a:ln>
        </p:spPr>
        <p:txBody>
          <a:bodyPr>
            <a:spAutoFit/>
          </a:bodyPr>
          <a:p>
            <a:pPr>
              <a:spcBef>
                <a:spcPct val="50000"/>
              </a:spcBef>
              <a:buNone/>
            </a:pPr>
            <a:r>
              <a:rPr lang="zh-CN" altLang="en-US" sz="2800" dirty="0">
                <a:latin typeface="楷体_GB2312" pitchFamily="49" charset="-122"/>
              </a:rPr>
              <a:t>当</a:t>
            </a:r>
            <a:r>
              <a:rPr lang="en-US" altLang="zh-CN" sz="2800" b="0" i="1" dirty="0">
                <a:solidFill>
                  <a:schemeClr val="bg1"/>
                </a:solidFill>
                <a:latin typeface="Times New Roman" panose="02020603050405020304" pitchFamily="18" charset="0"/>
              </a:rPr>
              <a:t>C</a:t>
            </a:r>
            <a:r>
              <a:rPr lang="zh-CN" altLang="en-US" sz="2800" dirty="0">
                <a:latin typeface="楷体_GB2312" pitchFamily="49" charset="-122"/>
              </a:rPr>
              <a:t>变化时，</a:t>
            </a:r>
            <a:r>
              <a:rPr lang="en-US" altLang="zh-CN" sz="2800" b="0" dirty="0">
                <a:solidFill>
                  <a:schemeClr val="bg1"/>
                </a:solidFill>
                <a:latin typeface="Times New Roman" panose="02020603050405020304" pitchFamily="18" charset="0"/>
              </a:rPr>
              <a:t>N </a:t>
            </a:r>
            <a:r>
              <a:rPr lang="en-US" altLang="zh-CN" sz="2800" b="0" dirty="0">
                <a:solidFill>
                  <a:schemeClr val="bg1"/>
                </a:solidFill>
                <a:latin typeface="Times New Roman" panose="02020603050405020304" pitchFamily="18" charset="0"/>
                <a:ea typeface="宋体" panose="02010600030101010101" pitchFamily="2" charset="-122"/>
              </a:rPr>
              <a:t>'</a:t>
            </a:r>
            <a:r>
              <a:rPr lang="zh-CN" altLang="en-US" sz="2800" dirty="0">
                <a:latin typeface="楷体_GB2312" pitchFamily="49" charset="-122"/>
              </a:rPr>
              <a:t>在半圆上移动。</a:t>
            </a:r>
            <a:endParaRPr lang="zh-CN" altLang="en-US" sz="2800" dirty="0">
              <a:latin typeface="楷体_GB2312" pitchFamily="49" charset="-122"/>
            </a:endParaRPr>
          </a:p>
        </p:txBody>
      </p:sp>
      <p:sp>
        <p:nvSpPr>
          <p:cNvPr id="65712" name="AutoShape 176"/>
          <p:cNvSpPr/>
          <p:nvPr/>
        </p:nvSpPr>
        <p:spPr>
          <a:xfrm>
            <a:off x="971550" y="4187825"/>
            <a:ext cx="2376488" cy="2303463"/>
          </a:xfrm>
          <a:custGeom>
            <a:avLst/>
            <a:gdLst>
              <a:gd name="txL" fmla="*/ 0 w 21600"/>
              <a:gd name="txT" fmla="*/ 0 h 21600"/>
              <a:gd name="txR" fmla="*/ 21600 w 21600"/>
              <a:gd name="txB" fmla="*/ 8102 h 21600"/>
            </a:gdLst>
            <a:ahLst/>
            <a:cxnLst>
              <a:cxn ang="0">
                <a:pos x="130733693" y="0"/>
              </a:cxn>
              <a:cxn ang="0">
                <a:pos x="871599" y="126996428"/>
              </a:cxn>
              <a:cxn ang="0">
                <a:pos x="130733693" y="1501197"/>
              </a:cxn>
              <a:cxn ang="0">
                <a:pos x="260595788" y="126996428"/>
              </a:cxn>
            </a:cxnLst>
            <a:rect l="txL" t="txT" r="txR" b="txB"/>
            <a:pathLst>
              <a:path w="21600" h="21600">
                <a:moveTo>
                  <a:pt x="138" y="11164"/>
                </a:moveTo>
                <a:cubicBezTo>
                  <a:pt x="134" y="11043"/>
                  <a:pt x="132" y="10921"/>
                  <a:pt x="132" y="10800"/>
                </a:cubicBezTo>
                <a:cubicBezTo>
                  <a:pt x="132" y="4908"/>
                  <a:pt x="4908" y="132"/>
                  <a:pt x="10800" y="132"/>
                </a:cubicBezTo>
                <a:cubicBezTo>
                  <a:pt x="16691" y="132"/>
                  <a:pt x="21468" y="4908"/>
                  <a:pt x="21468" y="10800"/>
                </a:cubicBezTo>
                <a:cubicBezTo>
                  <a:pt x="21468" y="10921"/>
                  <a:pt x="21465" y="11043"/>
                  <a:pt x="21461" y="11164"/>
                </a:cubicBezTo>
                <a:lnTo>
                  <a:pt x="21593" y="11169"/>
                </a:lnTo>
                <a:cubicBezTo>
                  <a:pt x="21597" y="11046"/>
                  <a:pt x="21600" y="10923"/>
                  <a:pt x="21600" y="10800"/>
                </a:cubicBezTo>
                <a:cubicBezTo>
                  <a:pt x="21600" y="4835"/>
                  <a:pt x="16764" y="0"/>
                  <a:pt x="10800" y="0"/>
                </a:cubicBezTo>
                <a:cubicBezTo>
                  <a:pt x="4835" y="0"/>
                  <a:pt x="0" y="4835"/>
                  <a:pt x="0" y="10800"/>
                </a:cubicBezTo>
                <a:cubicBezTo>
                  <a:pt x="-1" y="10923"/>
                  <a:pt x="2" y="11046"/>
                  <a:pt x="6" y="11169"/>
                </a:cubicBezTo>
                <a:close/>
              </a:path>
            </a:pathLst>
          </a:custGeom>
          <a:solidFill>
            <a:schemeClr val="accent1"/>
          </a:solidFill>
          <a:ln w="9525" cap="flat" cmpd="sng">
            <a:solidFill>
              <a:srgbClr val="00FFFF"/>
            </a:solidFill>
            <a:prstDash val="dashDot"/>
            <a:miter/>
            <a:headEnd type="none" w="med" len="med"/>
            <a:tailEnd type="none" w="med" len="med"/>
          </a:ln>
        </p:spPr>
        <p:txBody>
          <a:bodyPr wrap="none" anchor="ctr" anchorCtr="0"/>
          <a:p>
            <a:endParaRPr lang="zh-CN" altLang="en-US" dirty="0">
              <a:latin typeface="Arial" panose="020B0604020202020204" pitchFamily="34" charset="0"/>
            </a:endParaRPr>
          </a:p>
        </p:txBody>
      </p:sp>
      <p:grpSp>
        <p:nvGrpSpPr>
          <p:cNvPr id="5" name="Group 193"/>
          <p:cNvGrpSpPr/>
          <p:nvPr/>
        </p:nvGrpSpPr>
        <p:grpSpPr>
          <a:xfrm>
            <a:off x="4891088" y="836613"/>
            <a:ext cx="4252912" cy="3241675"/>
            <a:chOff x="2808" y="0"/>
            <a:chExt cx="2679" cy="2042"/>
          </a:xfrm>
        </p:grpSpPr>
        <p:sp>
          <p:nvSpPr>
            <p:cNvPr id="42032" name="Text Box 194"/>
            <p:cNvSpPr txBox="1"/>
            <p:nvPr/>
          </p:nvSpPr>
          <p:spPr>
            <a:xfrm>
              <a:off x="3923" y="210"/>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2033" name="Text Box 195"/>
            <p:cNvSpPr txBox="1"/>
            <p:nvPr/>
          </p:nvSpPr>
          <p:spPr>
            <a:xfrm>
              <a:off x="3923" y="890"/>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2034" name="Text Box 196"/>
            <p:cNvSpPr txBox="1"/>
            <p:nvPr/>
          </p:nvSpPr>
          <p:spPr>
            <a:xfrm>
              <a:off x="3923" y="1525"/>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2035" name="Text Box 197"/>
            <p:cNvSpPr txBox="1"/>
            <p:nvPr/>
          </p:nvSpPr>
          <p:spPr>
            <a:xfrm>
              <a:off x="4558" y="210"/>
              <a:ext cx="298"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C</a:t>
              </a:r>
              <a:endParaRPr lang="en-US" altLang="zh-CN" sz="2800" b="0" i="1" dirty="0">
                <a:solidFill>
                  <a:schemeClr val="bg1"/>
                </a:solidFill>
                <a:latin typeface="Times New Roman" panose="02020603050405020304" pitchFamily="18" charset="0"/>
                <a:ea typeface="宋体" panose="02010600030101010101" pitchFamily="2" charset="-122"/>
              </a:endParaRPr>
            </a:p>
          </p:txBody>
        </p:sp>
        <p:sp>
          <p:nvSpPr>
            <p:cNvPr id="42036" name="Text Box 198"/>
            <p:cNvSpPr txBox="1"/>
            <p:nvPr/>
          </p:nvSpPr>
          <p:spPr>
            <a:xfrm>
              <a:off x="4604" y="890"/>
              <a:ext cx="298"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R</a:t>
              </a:r>
              <a:endParaRPr lang="en-US" altLang="zh-CN" sz="2800" b="0" i="1" dirty="0">
                <a:solidFill>
                  <a:schemeClr val="bg1"/>
                </a:solidFill>
                <a:latin typeface="Times New Roman" panose="02020603050405020304" pitchFamily="18" charset="0"/>
                <a:ea typeface="宋体" panose="02010600030101010101" pitchFamily="2" charset="-122"/>
              </a:endParaRPr>
            </a:p>
          </p:txBody>
        </p:sp>
        <p:sp>
          <p:nvSpPr>
            <p:cNvPr id="42037" name="Text Box 199"/>
            <p:cNvSpPr txBox="1"/>
            <p:nvPr/>
          </p:nvSpPr>
          <p:spPr>
            <a:xfrm>
              <a:off x="4604" y="1525"/>
              <a:ext cx="298"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R</a:t>
              </a:r>
              <a:endParaRPr lang="en-US" altLang="zh-CN" sz="2800" b="0" i="1" dirty="0">
                <a:solidFill>
                  <a:schemeClr val="bg1"/>
                </a:solidFill>
                <a:latin typeface="Times New Roman" panose="02020603050405020304" pitchFamily="18" charset="0"/>
                <a:ea typeface="宋体" panose="02010600030101010101" pitchFamily="2" charset="-122"/>
              </a:endParaRPr>
            </a:p>
          </p:txBody>
        </p:sp>
        <p:sp>
          <p:nvSpPr>
            <p:cNvPr id="42038" name="Line 200"/>
            <p:cNvSpPr/>
            <p:nvPr/>
          </p:nvSpPr>
          <p:spPr>
            <a:xfrm>
              <a:off x="4513" y="527"/>
              <a:ext cx="499" cy="0"/>
            </a:xfrm>
            <a:prstGeom prst="line">
              <a:avLst/>
            </a:prstGeom>
            <a:ln w="28575" cap="flat" cmpd="sng">
              <a:solidFill>
                <a:srgbClr val="FFCC00"/>
              </a:solidFill>
              <a:prstDash val="solid"/>
              <a:headEnd type="none" w="med" len="med"/>
              <a:tailEnd type="none" w="med" len="med"/>
            </a:ln>
          </p:spPr>
        </p:sp>
        <p:sp>
          <p:nvSpPr>
            <p:cNvPr id="42039" name="Line 201"/>
            <p:cNvSpPr/>
            <p:nvPr/>
          </p:nvSpPr>
          <p:spPr>
            <a:xfrm flipH="1">
              <a:off x="5011" y="527"/>
              <a:ext cx="1" cy="1333"/>
            </a:xfrm>
            <a:prstGeom prst="line">
              <a:avLst/>
            </a:prstGeom>
            <a:ln w="28575" cap="flat" cmpd="sng">
              <a:solidFill>
                <a:srgbClr val="FFCC00"/>
              </a:solidFill>
              <a:prstDash val="solid"/>
              <a:headEnd type="none" w="med" len="med"/>
              <a:tailEnd type="none" w="med" len="med"/>
            </a:ln>
          </p:spPr>
        </p:sp>
        <p:sp>
          <p:nvSpPr>
            <p:cNvPr id="42040" name="Text Box 202"/>
            <p:cNvSpPr txBox="1"/>
            <p:nvPr/>
          </p:nvSpPr>
          <p:spPr>
            <a:xfrm>
              <a:off x="4966" y="907"/>
              <a:ext cx="521" cy="327"/>
            </a:xfrm>
            <a:prstGeom prst="rect">
              <a:avLst/>
            </a:prstGeom>
            <a:noFill/>
            <a:ln w="9525">
              <a:noFill/>
            </a:ln>
          </p:spPr>
          <p:txBody>
            <a:bodyPr>
              <a:spAutoFit/>
            </a:bodyPr>
            <a:p>
              <a:pPr>
                <a:spcBef>
                  <a:spcPct val="50000"/>
                </a:spcBef>
                <a:buNone/>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2041" name="Oval 203"/>
            <p:cNvSpPr/>
            <p:nvPr/>
          </p:nvSpPr>
          <p:spPr>
            <a:xfrm>
              <a:off x="3287" y="363"/>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42042" name="Oval 204"/>
            <p:cNvSpPr/>
            <p:nvPr/>
          </p:nvSpPr>
          <p:spPr>
            <a:xfrm>
              <a:off x="3242" y="1044"/>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42043" name="Oval 205"/>
            <p:cNvSpPr/>
            <p:nvPr/>
          </p:nvSpPr>
          <p:spPr>
            <a:xfrm>
              <a:off x="3242" y="1679"/>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42044" name="Line 206"/>
            <p:cNvSpPr/>
            <p:nvPr/>
          </p:nvSpPr>
          <p:spPr>
            <a:xfrm rot="5400000" flipH="1">
              <a:off x="3741" y="-153"/>
              <a:ext cx="0" cy="1361"/>
            </a:xfrm>
            <a:prstGeom prst="line">
              <a:avLst/>
            </a:prstGeom>
            <a:ln w="28575" cap="flat" cmpd="sng">
              <a:solidFill>
                <a:srgbClr val="FFCC00"/>
              </a:solidFill>
              <a:prstDash val="solid"/>
              <a:headEnd type="none" w="med" len="med"/>
              <a:tailEnd type="none" w="med" len="med"/>
            </a:ln>
          </p:spPr>
        </p:sp>
        <p:sp>
          <p:nvSpPr>
            <p:cNvPr id="42045" name="Text Box 207"/>
            <p:cNvSpPr txBox="1"/>
            <p:nvPr/>
          </p:nvSpPr>
          <p:spPr>
            <a:xfrm rot="5400000">
              <a:off x="3683" y="239"/>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2046" name="Text Box 208"/>
            <p:cNvSpPr txBox="1"/>
            <p:nvPr/>
          </p:nvSpPr>
          <p:spPr>
            <a:xfrm>
              <a:off x="3061" y="227"/>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2047" name="Text Box 209"/>
            <p:cNvSpPr txBox="1"/>
            <p:nvPr/>
          </p:nvSpPr>
          <p:spPr>
            <a:xfrm>
              <a:off x="2808" y="943"/>
              <a:ext cx="298"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2048" name="Line 210"/>
            <p:cNvSpPr/>
            <p:nvPr/>
          </p:nvSpPr>
          <p:spPr>
            <a:xfrm rot="5400000" flipH="1">
              <a:off x="4035" y="249"/>
              <a:ext cx="0" cy="1951"/>
            </a:xfrm>
            <a:prstGeom prst="line">
              <a:avLst/>
            </a:prstGeom>
            <a:ln w="28575" cap="flat" cmpd="sng">
              <a:solidFill>
                <a:srgbClr val="FFCC00"/>
              </a:solidFill>
              <a:prstDash val="solid"/>
              <a:headEnd type="oval" w="med" len="med"/>
              <a:tailEnd type="oval" w="med" len="med"/>
            </a:ln>
          </p:spPr>
        </p:sp>
        <p:sp>
          <p:nvSpPr>
            <p:cNvPr id="42049" name="Text Box 211"/>
            <p:cNvSpPr txBox="1"/>
            <p:nvPr/>
          </p:nvSpPr>
          <p:spPr>
            <a:xfrm rot="5400000">
              <a:off x="3683" y="920"/>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2050" name="Text Box 212"/>
            <p:cNvSpPr txBox="1"/>
            <p:nvPr/>
          </p:nvSpPr>
          <p:spPr>
            <a:xfrm>
              <a:off x="3061" y="907"/>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2051" name="Line 213"/>
            <p:cNvSpPr/>
            <p:nvPr/>
          </p:nvSpPr>
          <p:spPr>
            <a:xfrm rot="5400000" flipH="1">
              <a:off x="4035" y="884"/>
              <a:ext cx="0" cy="1951"/>
            </a:xfrm>
            <a:prstGeom prst="line">
              <a:avLst/>
            </a:prstGeom>
            <a:ln w="28575" cap="flat" cmpd="sng">
              <a:solidFill>
                <a:srgbClr val="FFCC00"/>
              </a:solidFill>
              <a:prstDash val="solid"/>
              <a:headEnd type="oval" w="med" len="med"/>
              <a:tailEnd type="oval" w="med" len="med"/>
            </a:ln>
          </p:spPr>
        </p:sp>
        <p:sp>
          <p:nvSpPr>
            <p:cNvPr id="42052" name="Text Box 214"/>
            <p:cNvSpPr txBox="1"/>
            <p:nvPr/>
          </p:nvSpPr>
          <p:spPr>
            <a:xfrm rot="5400000">
              <a:off x="3683" y="1555"/>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2053" name="Text Box 215"/>
            <p:cNvSpPr txBox="1"/>
            <p:nvPr/>
          </p:nvSpPr>
          <p:spPr>
            <a:xfrm>
              <a:off x="3061" y="1587"/>
              <a:ext cx="171"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2054" name="Line 216"/>
            <p:cNvSpPr/>
            <p:nvPr/>
          </p:nvSpPr>
          <p:spPr>
            <a:xfrm>
              <a:off x="3060" y="545"/>
              <a:ext cx="0" cy="1312"/>
            </a:xfrm>
            <a:prstGeom prst="line">
              <a:avLst/>
            </a:prstGeom>
            <a:ln w="28575" cap="flat" cmpd="sng">
              <a:solidFill>
                <a:srgbClr val="FFCC00"/>
              </a:solidFill>
              <a:prstDash val="solid"/>
              <a:headEnd type="none" w="med" len="med"/>
              <a:tailEnd type="none" w="med" len="med"/>
            </a:ln>
          </p:spPr>
        </p:sp>
        <p:graphicFrame>
          <p:nvGraphicFramePr>
            <p:cNvPr id="41989" name="Object 217"/>
            <p:cNvGraphicFramePr/>
            <p:nvPr/>
          </p:nvGraphicFramePr>
          <p:xfrm>
            <a:off x="3333" y="0"/>
            <a:ext cx="284" cy="381"/>
          </p:xfrm>
          <a:graphic>
            <a:graphicData uri="http://schemas.openxmlformats.org/presentationml/2006/ole">
              <mc:AlternateContent xmlns:mc="http://schemas.openxmlformats.org/markup-compatibility/2006">
                <mc:Choice xmlns:v="urn:schemas-microsoft-com:vml" Requires="v">
                  <p:oleObj spid="_x0000_s3381" name="" r:id="rId13" imgW="228600" imgH="304800" progId="Equation.3">
                    <p:embed/>
                  </p:oleObj>
                </mc:Choice>
                <mc:Fallback>
                  <p:oleObj name="" r:id="rId13" imgW="228600" imgH="304800" progId="Equation.3">
                    <p:embed/>
                    <p:pic>
                      <p:nvPicPr>
                        <p:cNvPr id="0" name="图片 3380"/>
                        <p:cNvPicPr/>
                        <p:nvPr/>
                      </p:nvPicPr>
                      <p:blipFill>
                        <a:blip r:embed="rId14">
                          <a:clrChange>
                            <a:clrFrom>
                              <a:srgbClr val="000000"/>
                            </a:clrFrom>
                            <a:clrTo>
                              <a:srgbClr val="FFFFFF"/>
                            </a:clrTo>
                          </a:clrChange>
                        </a:blip>
                        <a:stretch>
                          <a:fillRect/>
                        </a:stretch>
                      </p:blipFill>
                      <p:spPr>
                        <a:xfrm>
                          <a:off x="3333" y="0"/>
                          <a:ext cx="284" cy="381"/>
                        </a:xfrm>
                        <a:prstGeom prst="rect">
                          <a:avLst/>
                        </a:prstGeom>
                        <a:noFill/>
                        <a:ln w="38100">
                          <a:noFill/>
                          <a:miter/>
                        </a:ln>
                      </p:spPr>
                    </p:pic>
                  </p:oleObj>
                </mc:Fallback>
              </mc:AlternateContent>
            </a:graphicData>
          </a:graphic>
        </p:graphicFrame>
        <p:graphicFrame>
          <p:nvGraphicFramePr>
            <p:cNvPr id="41990" name="Object 218"/>
            <p:cNvGraphicFramePr/>
            <p:nvPr/>
          </p:nvGraphicFramePr>
          <p:xfrm>
            <a:off x="3378" y="680"/>
            <a:ext cx="285" cy="397"/>
          </p:xfrm>
          <a:graphic>
            <a:graphicData uri="http://schemas.openxmlformats.org/presentationml/2006/ole">
              <mc:AlternateContent xmlns:mc="http://schemas.openxmlformats.org/markup-compatibility/2006">
                <mc:Choice xmlns:v="urn:schemas-microsoft-com:vml" Requires="v">
                  <p:oleObj spid="_x0000_s3379" name="" r:id="rId15" imgW="228600" imgH="317500" progId="Equation.3">
                    <p:embed/>
                  </p:oleObj>
                </mc:Choice>
                <mc:Fallback>
                  <p:oleObj name="" r:id="rId15" imgW="228600" imgH="317500" progId="Equation.3">
                    <p:embed/>
                    <p:pic>
                      <p:nvPicPr>
                        <p:cNvPr id="0" name="图片 3378"/>
                        <p:cNvPicPr/>
                        <p:nvPr/>
                      </p:nvPicPr>
                      <p:blipFill>
                        <a:blip r:embed="rId16">
                          <a:clrChange>
                            <a:clrFrom>
                              <a:srgbClr val="000000"/>
                            </a:clrFrom>
                            <a:clrTo>
                              <a:srgbClr val="FFFFFF"/>
                            </a:clrTo>
                          </a:clrChange>
                        </a:blip>
                        <a:stretch>
                          <a:fillRect/>
                        </a:stretch>
                      </p:blipFill>
                      <p:spPr>
                        <a:xfrm>
                          <a:off x="3378" y="680"/>
                          <a:ext cx="285" cy="397"/>
                        </a:xfrm>
                        <a:prstGeom prst="rect">
                          <a:avLst/>
                        </a:prstGeom>
                        <a:noFill/>
                        <a:ln w="38100">
                          <a:noFill/>
                          <a:miter/>
                        </a:ln>
                      </p:spPr>
                    </p:pic>
                  </p:oleObj>
                </mc:Fallback>
              </mc:AlternateContent>
            </a:graphicData>
          </a:graphic>
        </p:graphicFrame>
        <p:graphicFrame>
          <p:nvGraphicFramePr>
            <p:cNvPr id="41991" name="Object 219"/>
            <p:cNvGraphicFramePr/>
            <p:nvPr/>
          </p:nvGraphicFramePr>
          <p:xfrm>
            <a:off x="3411" y="1326"/>
            <a:ext cx="285" cy="397"/>
          </p:xfrm>
          <a:graphic>
            <a:graphicData uri="http://schemas.openxmlformats.org/presentationml/2006/ole">
              <mc:AlternateContent xmlns:mc="http://schemas.openxmlformats.org/markup-compatibility/2006">
                <mc:Choice xmlns:v="urn:schemas-microsoft-com:vml" Requires="v">
                  <p:oleObj spid="_x0000_s3380" name="" r:id="rId17" imgW="228600" imgH="317500" progId="Equation.3">
                    <p:embed/>
                  </p:oleObj>
                </mc:Choice>
                <mc:Fallback>
                  <p:oleObj name="" r:id="rId17" imgW="228600" imgH="317500" progId="Equation.3">
                    <p:embed/>
                    <p:pic>
                      <p:nvPicPr>
                        <p:cNvPr id="0" name="图片 3379"/>
                        <p:cNvPicPr/>
                        <p:nvPr/>
                      </p:nvPicPr>
                      <p:blipFill>
                        <a:blip r:embed="rId18">
                          <a:clrChange>
                            <a:clrFrom>
                              <a:srgbClr val="000000"/>
                            </a:clrFrom>
                            <a:clrTo>
                              <a:srgbClr val="FFFFFF"/>
                            </a:clrTo>
                          </a:clrChange>
                        </a:blip>
                        <a:stretch>
                          <a:fillRect/>
                        </a:stretch>
                      </p:blipFill>
                      <p:spPr>
                        <a:xfrm>
                          <a:off x="3411" y="1326"/>
                          <a:ext cx="285" cy="397"/>
                        </a:xfrm>
                        <a:prstGeom prst="rect">
                          <a:avLst/>
                        </a:prstGeom>
                        <a:noFill/>
                        <a:ln w="38100">
                          <a:noFill/>
                          <a:miter/>
                        </a:ln>
                      </p:spPr>
                    </p:pic>
                  </p:oleObj>
                </mc:Fallback>
              </mc:AlternateContent>
            </a:graphicData>
          </a:graphic>
        </p:graphicFrame>
        <p:grpSp>
          <p:nvGrpSpPr>
            <p:cNvPr id="42055" name="Group 220"/>
            <p:cNvGrpSpPr/>
            <p:nvPr/>
          </p:nvGrpSpPr>
          <p:grpSpPr>
            <a:xfrm>
              <a:off x="4332" y="1706"/>
              <a:ext cx="272" cy="273"/>
              <a:chOff x="2363" y="1120"/>
              <a:chExt cx="277" cy="272"/>
            </a:xfrm>
          </p:grpSpPr>
          <p:sp>
            <p:nvSpPr>
              <p:cNvPr id="42063" name="Oval 221"/>
              <p:cNvSpPr/>
              <p:nvPr/>
            </p:nvSpPr>
            <p:spPr>
              <a:xfrm>
                <a:off x="2368" y="1120"/>
                <a:ext cx="272" cy="272"/>
              </a:xfrm>
              <a:prstGeom prst="ellipse">
                <a:avLst/>
              </a:prstGeom>
              <a:solidFill>
                <a:srgbClr val="3399FF"/>
              </a:solidFill>
              <a:ln w="38100"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2064" name="Line 222"/>
              <p:cNvSpPr/>
              <p:nvPr/>
            </p:nvSpPr>
            <p:spPr>
              <a:xfrm rot="2700000">
                <a:off x="2500" y="1121"/>
                <a:ext cx="0" cy="274"/>
              </a:xfrm>
              <a:prstGeom prst="line">
                <a:avLst/>
              </a:prstGeom>
              <a:ln w="38100" cap="flat" cmpd="sng">
                <a:solidFill>
                  <a:srgbClr val="FF9900"/>
                </a:solidFill>
                <a:prstDash val="solid"/>
                <a:headEnd type="none" w="med" len="med"/>
                <a:tailEnd type="none" w="med" len="med"/>
              </a:ln>
            </p:spPr>
          </p:sp>
          <p:sp>
            <p:nvSpPr>
              <p:cNvPr id="42065" name="Line 223"/>
              <p:cNvSpPr/>
              <p:nvPr/>
            </p:nvSpPr>
            <p:spPr>
              <a:xfrm rot="8100000">
                <a:off x="2499" y="1128"/>
                <a:ext cx="0" cy="264"/>
              </a:xfrm>
              <a:prstGeom prst="line">
                <a:avLst/>
              </a:prstGeom>
              <a:ln w="38100" cap="flat" cmpd="sng">
                <a:solidFill>
                  <a:srgbClr val="FF9900"/>
                </a:solidFill>
                <a:prstDash val="solid"/>
                <a:headEnd type="none" w="med" len="med"/>
                <a:tailEnd type="none" w="med" len="med"/>
              </a:ln>
            </p:spPr>
          </p:sp>
        </p:grpSp>
        <p:grpSp>
          <p:nvGrpSpPr>
            <p:cNvPr id="42056" name="Group 224"/>
            <p:cNvGrpSpPr/>
            <p:nvPr/>
          </p:nvGrpSpPr>
          <p:grpSpPr>
            <a:xfrm>
              <a:off x="4332" y="1071"/>
              <a:ext cx="272" cy="273"/>
              <a:chOff x="2363" y="1120"/>
              <a:chExt cx="277" cy="272"/>
            </a:xfrm>
          </p:grpSpPr>
          <p:sp>
            <p:nvSpPr>
              <p:cNvPr id="42060" name="Oval 225"/>
              <p:cNvSpPr/>
              <p:nvPr/>
            </p:nvSpPr>
            <p:spPr>
              <a:xfrm>
                <a:off x="2368" y="1120"/>
                <a:ext cx="272" cy="272"/>
              </a:xfrm>
              <a:prstGeom prst="ellipse">
                <a:avLst/>
              </a:prstGeom>
              <a:solidFill>
                <a:srgbClr val="3399FF"/>
              </a:solidFill>
              <a:ln w="38100" cap="flat" cmpd="sng">
                <a:solidFill>
                  <a:srgbClr val="FF99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2061" name="Line 226"/>
              <p:cNvSpPr/>
              <p:nvPr/>
            </p:nvSpPr>
            <p:spPr>
              <a:xfrm rot="2700000">
                <a:off x="2500" y="1121"/>
                <a:ext cx="0" cy="274"/>
              </a:xfrm>
              <a:prstGeom prst="line">
                <a:avLst/>
              </a:prstGeom>
              <a:ln w="38100" cap="flat" cmpd="sng">
                <a:solidFill>
                  <a:srgbClr val="FF9900"/>
                </a:solidFill>
                <a:prstDash val="solid"/>
                <a:headEnd type="none" w="med" len="med"/>
                <a:tailEnd type="none" w="med" len="med"/>
              </a:ln>
            </p:spPr>
          </p:sp>
          <p:sp>
            <p:nvSpPr>
              <p:cNvPr id="42062" name="Line 227"/>
              <p:cNvSpPr/>
              <p:nvPr/>
            </p:nvSpPr>
            <p:spPr>
              <a:xfrm rot="8100000">
                <a:off x="2499" y="1128"/>
                <a:ext cx="0" cy="264"/>
              </a:xfrm>
              <a:prstGeom prst="line">
                <a:avLst/>
              </a:prstGeom>
              <a:ln w="38100" cap="flat" cmpd="sng">
                <a:solidFill>
                  <a:srgbClr val="FF9900"/>
                </a:solidFill>
                <a:prstDash val="solid"/>
                <a:headEnd type="none" w="med" len="med"/>
                <a:tailEnd type="none" w="med" len="med"/>
              </a:ln>
            </p:spPr>
          </p:sp>
        </p:grpSp>
        <p:grpSp>
          <p:nvGrpSpPr>
            <p:cNvPr id="42057" name="Group 228"/>
            <p:cNvGrpSpPr/>
            <p:nvPr/>
          </p:nvGrpSpPr>
          <p:grpSpPr>
            <a:xfrm rot="5400000">
              <a:off x="4348" y="482"/>
              <a:ext cx="240" cy="93"/>
              <a:chOff x="3787" y="2478"/>
              <a:chExt cx="240" cy="93"/>
            </a:xfrm>
          </p:grpSpPr>
          <p:sp>
            <p:nvSpPr>
              <p:cNvPr id="42058" name="Line 229"/>
              <p:cNvSpPr/>
              <p:nvPr/>
            </p:nvSpPr>
            <p:spPr>
              <a:xfrm flipV="1">
                <a:off x="3787" y="2568"/>
                <a:ext cx="240" cy="3"/>
              </a:xfrm>
              <a:prstGeom prst="line">
                <a:avLst/>
              </a:prstGeom>
              <a:ln w="57150" cap="flat" cmpd="sng">
                <a:solidFill>
                  <a:srgbClr val="FF9900"/>
                </a:solidFill>
                <a:prstDash val="solid"/>
                <a:headEnd type="none" w="med" len="med"/>
                <a:tailEnd type="none" w="med" len="med"/>
              </a:ln>
            </p:spPr>
          </p:sp>
          <p:sp>
            <p:nvSpPr>
              <p:cNvPr id="42059" name="Line 230"/>
              <p:cNvSpPr/>
              <p:nvPr/>
            </p:nvSpPr>
            <p:spPr>
              <a:xfrm>
                <a:off x="3787" y="2478"/>
                <a:ext cx="240" cy="1"/>
              </a:xfrm>
              <a:prstGeom prst="line">
                <a:avLst/>
              </a:prstGeom>
              <a:ln w="57150" cap="flat" cmpd="sng">
                <a:solidFill>
                  <a:srgbClr val="FF9900"/>
                </a:solidFill>
                <a:prstDash val="solid"/>
                <a:headEnd type="none" w="med" len="med"/>
                <a:tailEnd type="none" w="med" len="med"/>
              </a:ln>
            </p:spPr>
          </p:sp>
        </p:grpSp>
      </p:grpSp>
      <p:sp>
        <p:nvSpPr>
          <p:cNvPr id="65767" name="Rectangle 231"/>
          <p:cNvSpPr/>
          <p:nvPr/>
        </p:nvSpPr>
        <p:spPr>
          <a:xfrm>
            <a:off x="7235825" y="1268413"/>
            <a:ext cx="936625" cy="1008062"/>
          </a:xfrm>
          <a:prstGeom prst="rect">
            <a:avLst/>
          </a:prstGeom>
          <a:solidFill>
            <a:srgbClr val="000099"/>
          </a:solidFill>
          <a:ln w="9525">
            <a:noFill/>
          </a:ln>
        </p:spPr>
        <p:txBody>
          <a:bodyPr wrap="none" anchor="ctr" anchorCtr="0"/>
          <a:p>
            <a:endParaRPr lang="zh-CN" altLang="en-US" dirty="0">
              <a:latin typeface="Arial" panose="020B0604020202020204" pitchFamily="34" charset="0"/>
            </a:endParaRPr>
          </a:p>
        </p:txBody>
      </p:sp>
      <p:grpSp>
        <p:nvGrpSpPr>
          <p:cNvPr id="9" name="Group 232"/>
          <p:cNvGrpSpPr/>
          <p:nvPr/>
        </p:nvGrpSpPr>
        <p:grpSpPr>
          <a:xfrm>
            <a:off x="5651500" y="4292600"/>
            <a:ext cx="2901950" cy="2174875"/>
            <a:chOff x="3152" y="482"/>
            <a:chExt cx="1828" cy="1370"/>
          </a:xfrm>
        </p:grpSpPr>
        <p:sp>
          <p:nvSpPr>
            <p:cNvPr id="42016" name="Oval 233"/>
            <p:cNvSpPr/>
            <p:nvPr/>
          </p:nvSpPr>
          <p:spPr>
            <a:xfrm>
              <a:off x="3152" y="754"/>
              <a:ext cx="363" cy="363"/>
            </a:xfrm>
            <a:prstGeom prst="ellipse">
              <a:avLst/>
            </a:prstGeom>
            <a:gradFill rotWithShape="1">
              <a:gsLst>
                <a:gs pos="0">
                  <a:srgbClr val="0099FF"/>
                </a:gs>
                <a:gs pos="100000">
                  <a:srgbClr val="004776"/>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endParaRPr lang="zh-CN" altLang="zh-CN" sz="2400" b="0" dirty="0">
                <a:latin typeface="Arial" panose="020B0604020202020204" pitchFamily="34" charset="0"/>
                <a:ea typeface="仿宋_GB2312" pitchFamily="49" charset="-122"/>
              </a:endParaRPr>
            </a:p>
          </p:txBody>
        </p:sp>
        <p:sp>
          <p:nvSpPr>
            <p:cNvPr id="42017" name="Line 234"/>
            <p:cNvSpPr/>
            <p:nvPr/>
          </p:nvSpPr>
          <p:spPr>
            <a:xfrm>
              <a:off x="3338" y="663"/>
              <a:ext cx="0" cy="998"/>
            </a:xfrm>
            <a:prstGeom prst="line">
              <a:avLst/>
            </a:prstGeom>
            <a:ln w="28575" cap="flat" cmpd="sng">
              <a:solidFill>
                <a:srgbClr val="FFCC00"/>
              </a:solidFill>
              <a:prstDash val="solid"/>
              <a:headEnd type="none" w="med" len="med"/>
              <a:tailEnd type="none" w="med" len="med"/>
            </a:ln>
          </p:spPr>
        </p:sp>
        <p:sp>
          <p:nvSpPr>
            <p:cNvPr id="42018" name="Line 235"/>
            <p:cNvSpPr/>
            <p:nvPr/>
          </p:nvSpPr>
          <p:spPr>
            <a:xfrm>
              <a:off x="3338" y="663"/>
              <a:ext cx="1071" cy="0"/>
            </a:xfrm>
            <a:prstGeom prst="line">
              <a:avLst/>
            </a:prstGeom>
            <a:ln w="28575" cap="flat" cmpd="sng">
              <a:solidFill>
                <a:srgbClr val="FFCC00"/>
              </a:solidFill>
              <a:prstDash val="solid"/>
              <a:headEnd type="none" w="med" len="med"/>
              <a:tailEnd type="none" w="med" len="med"/>
            </a:ln>
          </p:spPr>
        </p:sp>
        <p:sp>
          <p:nvSpPr>
            <p:cNvPr id="42019" name="Line 236"/>
            <p:cNvSpPr/>
            <p:nvPr/>
          </p:nvSpPr>
          <p:spPr>
            <a:xfrm>
              <a:off x="3338" y="1661"/>
              <a:ext cx="1071" cy="0"/>
            </a:xfrm>
            <a:prstGeom prst="line">
              <a:avLst/>
            </a:prstGeom>
            <a:ln w="28575" cap="flat" cmpd="sng">
              <a:solidFill>
                <a:srgbClr val="FFCC00"/>
              </a:solidFill>
              <a:prstDash val="solid"/>
              <a:headEnd type="none" w="med" len="med"/>
              <a:tailEnd type="none" w="med" len="med"/>
            </a:ln>
          </p:spPr>
        </p:sp>
        <p:sp>
          <p:nvSpPr>
            <p:cNvPr id="42020" name="Line 237"/>
            <p:cNvSpPr/>
            <p:nvPr/>
          </p:nvSpPr>
          <p:spPr>
            <a:xfrm>
              <a:off x="4409" y="663"/>
              <a:ext cx="0" cy="409"/>
            </a:xfrm>
            <a:prstGeom prst="line">
              <a:avLst/>
            </a:prstGeom>
            <a:ln w="28575" cap="flat" cmpd="sng">
              <a:solidFill>
                <a:srgbClr val="FFCC00"/>
              </a:solidFill>
              <a:prstDash val="solid"/>
              <a:headEnd type="none" w="med" len="med"/>
              <a:tailEnd type="none" w="med" len="med"/>
            </a:ln>
          </p:spPr>
        </p:sp>
        <p:sp>
          <p:nvSpPr>
            <p:cNvPr id="42021" name="Line 238"/>
            <p:cNvSpPr/>
            <p:nvPr/>
          </p:nvSpPr>
          <p:spPr>
            <a:xfrm>
              <a:off x="4316" y="1072"/>
              <a:ext cx="233" cy="0"/>
            </a:xfrm>
            <a:prstGeom prst="line">
              <a:avLst/>
            </a:prstGeom>
            <a:ln w="57150" cap="flat" cmpd="sng">
              <a:solidFill>
                <a:srgbClr val="FF9900"/>
              </a:solidFill>
              <a:prstDash val="solid"/>
              <a:headEnd type="none" w="med" len="med"/>
              <a:tailEnd type="none" w="med" len="med"/>
            </a:ln>
          </p:spPr>
        </p:sp>
        <p:sp>
          <p:nvSpPr>
            <p:cNvPr id="42022" name="Line 239"/>
            <p:cNvSpPr/>
            <p:nvPr/>
          </p:nvSpPr>
          <p:spPr>
            <a:xfrm>
              <a:off x="4316" y="1162"/>
              <a:ext cx="233" cy="0"/>
            </a:xfrm>
            <a:prstGeom prst="line">
              <a:avLst/>
            </a:prstGeom>
            <a:ln w="57150" cap="flat" cmpd="sng">
              <a:solidFill>
                <a:srgbClr val="FF9900"/>
              </a:solidFill>
              <a:prstDash val="solid"/>
              <a:headEnd type="none" w="med" len="med"/>
              <a:tailEnd type="none" w="med" len="med"/>
            </a:ln>
          </p:spPr>
        </p:sp>
        <p:sp>
          <p:nvSpPr>
            <p:cNvPr id="42023" name="Line 240"/>
            <p:cNvSpPr/>
            <p:nvPr/>
          </p:nvSpPr>
          <p:spPr>
            <a:xfrm>
              <a:off x="4409" y="1162"/>
              <a:ext cx="0" cy="499"/>
            </a:xfrm>
            <a:prstGeom prst="line">
              <a:avLst/>
            </a:prstGeom>
            <a:ln w="28575" cap="flat" cmpd="sng">
              <a:solidFill>
                <a:srgbClr val="FFCC00"/>
              </a:solidFill>
              <a:prstDash val="solid"/>
              <a:headEnd type="none" w="med" len="med"/>
              <a:tailEnd type="none" w="med" len="med"/>
            </a:ln>
          </p:spPr>
        </p:sp>
        <p:sp>
          <p:nvSpPr>
            <p:cNvPr id="42024" name="Line 241"/>
            <p:cNvSpPr/>
            <p:nvPr/>
          </p:nvSpPr>
          <p:spPr>
            <a:xfrm flipV="1">
              <a:off x="4363" y="890"/>
              <a:ext cx="186" cy="363"/>
            </a:xfrm>
            <a:prstGeom prst="line">
              <a:avLst/>
            </a:prstGeom>
            <a:ln w="38100" cap="flat" cmpd="sng">
              <a:solidFill>
                <a:srgbClr val="FF3300"/>
              </a:solidFill>
              <a:prstDash val="solid"/>
              <a:headEnd type="none" w="med" len="med"/>
              <a:tailEnd type="triangle" w="med" len="med"/>
            </a:ln>
          </p:spPr>
        </p:sp>
        <p:sp>
          <p:nvSpPr>
            <p:cNvPr id="42025" name="Text Box 242"/>
            <p:cNvSpPr txBox="1"/>
            <p:nvPr/>
          </p:nvSpPr>
          <p:spPr>
            <a:xfrm>
              <a:off x="4549" y="981"/>
              <a:ext cx="327"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仿宋_GB2312" pitchFamily="49" charset="-122"/>
                </a:rPr>
                <a:t>C</a:t>
              </a:r>
              <a:endParaRPr lang="en-US" altLang="zh-CN" sz="2800" b="0" i="1" dirty="0">
                <a:solidFill>
                  <a:schemeClr val="bg1"/>
                </a:solidFill>
                <a:latin typeface="Times New Roman" panose="02020603050405020304" pitchFamily="18" charset="0"/>
                <a:ea typeface="仿宋_GB2312" pitchFamily="49" charset="-122"/>
              </a:endParaRPr>
            </a:p>
          </p:txBody>
        </p:sp>
        <p:sp>
          <p:nvSpPr>
            <p:cNvPr id="42026" name="Text Box 243"/>
            <p:cNvSpPr txBox="1"/>
            <p:nvPr/>
          </p:nvSpPr>
          <p:spPr>
            <a:xfrm>
              <a:off x="3379" y="1208"/>
              <a:ext cx="606" cy="327"/>
            </a:xfrm>
            <a:prstGeom prst="rect">
              <a:avLst/>
            </a:prstGeom>
            <a:noFill/>
            <a:ln w="9525">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仿宋_GB2312" pitchFamily="49" charset="-122"/>
                </a:rPr>
                <a:t>R</a:t>
              </a:r>
              <a:r>
                <a:rPr lang="en-US" altLang="zh-CN" sz="2800" b="0" baseline="-25000" dirty="0">
                  <a:solidFill>
                    <a:schemeClr val="bg1"/>
                  </a:solidFill>
                  <a:latin typeface="Times New Roman" panose="02020603050405020304" pitchFamily="18" charset="0"/>
                  <a:ea typeface="仿宋_GB2312" pitchFamily="49" charset="-122"/>
                </a:rPr>
                <a:t>eq</a:t>
              </a:r>
              <a:endParaRPr lang="en-US" altLang="zh-CN" sz="2800" b="0" baseline="-25000" dirty="0">
                <a:solidFill>
                  <a:schemeClr val="bg1"/>
                </a:solidFill>
                <a:latin typeface="Times New Roman" panose="02020603050405020304" pitchFamily="18" charset="0"/>
                <a:ea typeface="仿宋_GB2312" pitchFamily="49" charset="-122"/>
              </a:endParaRPr>
            </a:p>
          </p:txBody>
        </p:sp>
        <p:graphicFrame>
          <p:nvGraphicFramePr>
            <p:cNvPr id="41988" name="Object 244"/>
            <p:cNvGraphicFramePr/>
            <p:nvPr/>
          </p:nvGraphicFramePr>
          <p:xfrm>
            <a:off x="3576" y="760"/>
            <a:ext cx="305" cy="298"/>
          </p:xfrm>
          <a:graphic>
            <a:graphicData uri="http://schemas.openxmlformats.org/presentationml/2006/ole">
              <mc:AlternateContent xmlns:mc="http://schemas.openxmlformats.org/markup-compatibility/2006">
                <mc:Choice xmlns:v="urn:schemas-microsoft-com:vml" Requires="v">
                  <p:oleObj spid="_x0000_s3382" name="" r:id="rId19" imgW="254000" imgH="254000" progId="Equation.3">
                    <p:embed/>
                  </p:oleObj>
                </mc:Choice>
                <mc:Fallback>
                  <p:oleObj name="" r:id="rId19" imgW="254000" imgH="254000" progId="Equation.3">
                    <p:embed/>
                    <p:pic>
                      <p:nvPicPr>
                        <p:cNvPr id="0" name="图片 3381"/>
                        <p:cNvPicPr/>
                        <p:nvPr/>
                      </p:nvPicPr>
                      <p:blipFill>
                        <a:blip r:embed="rId20">
                          <a:clrChange>
                            <a:clrFrom>
                              <a:srgbClr val="000000"/>
                            </a:clrFrom>
                            <a:clrTo>
                              <a:srgbClr val="FFFFFF"/>
                            </a:clrTo>
                          </a:clrChange>
                        </a:blip>
                        <a:stretch>
                          <a:fillRect/>
                        </a:stretch>
                      </p:blipFill>
                      <p:spPr>
                        <a:xfrm>
                          <a:off x="3576" y="760"/>
                          <a:ext cx="305" cy="298"/>
                        </a:xfrm>
                        <a:prstGeom prst="rect">
                          <a:avLst/>
                        </a:prstGeom>
                        <a:noFill/>
                        <a:ln w="38100">
                          <a:noFill/>
                          <a:miter/>
                        </a:ln>
                      </p:spPr>
                    </p:pic>
                  </p:oleObj>
                </mc:Fallback>
              </mc:AlternateContent>
            </a:graphicData>
          </a:graphic>
        </p:graphicFrame>
        <p:sp>
          <p:nvSpPr>
            <p:cNvPr id="42027" name="Text Box 245"/>
            <p:cNvSpPr txBox="1"/>
            <p:nvPr/>
          </p:nvSpPr>
          <p:spPr>
            <a:xfrm>
              <a:off x="3415" y="618"/>
              <a:ext cx="327"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仿宋_GB2312" pitchFamily="49" charset="-122"/>
                </a:rPr>
                <a:t>+</a:t>
              </a:r>
              <a:endParaRPr lang="en-US" altLang="zh-CN" sz="2800" b="0" dirty="0">
                <a:solidFill>
                  <a:schemeClr val="bg1"/>
                </a:solidFill>
                <a:latin typeface="Times New Roman" panose="02020603050405020304" pitchFamily="18" charset="0"/>
                <a:ea typeface="仿宋_GB2312" pitchFamily="49" charset="-122"/>
              </a:endParaRPr>
            </a:p>
          </p:txBody>
        </p:sp>
        <p:sp>
          <p:nvSpPr>
            <p:cNvPr id="42028" name="Text Box 246"/>
            <p:cNvSpPr txBox="1"/>
            <p:nvPr/>
          </p:nvSpPr>
          <p:spPr>
            <a:xfrm>
              <a:off x="3384" y="936"/>
              <a:ext cx="327" cy="327"/>
            </a:xfrm>
            <a:prstGeom prst="rect">
              <a:avLst/>
            </a:prstGeom>
            <a:noFill/>
            <a:ln w="9525">
              <a:noFill/>
            </a:ln>
          </p:spPr>
          <p:txBody>
            <a:bodyPr>
              <a:spAutoFit/>
            </a:bodyPr>
            <a:p>
              <a:pPr>
                <a:spcBef>
                  <a:spcPct val="50000"/>
                </a:spcBef>
              </a:pPr>
              <a:r>
                <a:rPr lang="zh-CN" altLang="en-US" sz="2800" b="0" dirty="0">
                  <a:solidFill>
                    <a:schemeClr val="bg1"/>
                  </a:solidFill>
                  <a:latin typeface="Times New Roman" panose="02020603050405020304" pitchFamily="18" charset="0"/>
                  <a:ea typeface="仿宋_GB2312" pitchFamily="49" charset="-122"/>
                </a:rPr>
                <a:t>－</a:t>
              </a:r>
              <a:endParaRPr lang="zh-CN" altLang="en-US" sz="2800" b="0" dirty="0">
                <a:solidFill>
                  <a:schemeClr val="bg1"/>
                </a:solidFill>
                <a:latin typeface="Times New Roman" panose="02020603050405020304" pitchFamily="18" charset="0"/>
                <a:ea typeface="仿宋_GB2312" pitchFamily="49" charset="-122"/>
              </a:endParaRPr>
            </a:p>
          </p:txBody>
        </p:sp>
        <p:sp>
          <p:nvSpPr>
            <p:cNvPr id="42029" name="Text Box 247"/>
            <p:cNvSpPr txBox="1"/>
            <p:nvPr/>
          </p:nvSpPr>
          <p:spPr>
            <a:xfrm>
              <a:off x="4422" y="482"/>
              <a:ext cx="420" cy="327"/>
            </a:xfrm>
            <a:prstGeom prst="rect">
              <a:avLst/>
            </a:prstGeom>
            <a:noFill/>
            <a:ln w="9525">
              <a:noFill/>
            </a:ln>
          </p:spPr>
          <p:txBody>
            <a:bodyPr>
              <a:spAutoFit/>
            </a:bodyPr>
            <a:p>
              <a:pPr>
                <a:spcBef>
                  <a:spcPct val="50000"/>
                </a:spcBef>
              </a:pPr>
              <a:r>
                <a:rPr lang="en-US" altLang="zh-CN" sz="2800" b="0" dirty="0">
                  <a:solidFill>
                    <a:schemeClr val="bg1"/>
                  </a:solidFill>
                  <a:latin typeface="Times New Roman" panose="02020603050405020304" pitchFamily="18" charset="0"/>
                  <a:ea typeface="仿宋_GB2312" pitchFamily="49" charset="-122"/>
                </a:rPr>
                <a:t>A</a:t>
              </a:r>
              <a:endParaRPr lang="en-US" altLang="zh-CN" sz="2800" b="0" dirty="0">
                <a:solidFill>
                  <a:schemeClr val="bg1"/>
                </a:solidFill>
                <a:latin typeface="Times New Roman" panose="02020603050405020304" pitchFamily="18" charset="0"/>
                <a:ea typeface="仿宋_GB2312" pitchFamily="49" charset="-122"/>
              </a:endParaRPr>
            </a:p>
          </p:txBody>
        </p:sp>
        <p:sp>
          <p:nvSpPr>
            <p:cNvPr id="42030" name="Text Box 248"/>
            <p:cNvSpPr txBox="1"/>
            <p:nvPr/>
          </p:nvSpPr>
          <p:spPr>
            <a:xfrm>
              <a:off x="4422" y="1525"/>
              <a:ext cx="558" cy="327"/>
            </a:xfrm>
            <a:prstGeom prst="rect">
              <a:avLst/>
            </a:prstGeom>
            <a:noFill/>
            <a:ln w="9525">
              <a:noFill/>
            </a:ln>
          </p:spPr>
          <p:txBody>
            <a:bodyPr>
              <a:spAutoFit/>
            </a:bodyPr>
            <a:p>
              <a:pPr>
                <a:spcBef>
                  <a:spcPct val="50000"/>
                </a:spcBef>
                <a:buNone/>
              </a:pPr>
              <a:r>
                <a:rPr lang="en-US" altLang="zh-CN" sz="2800" b="0" dirty="0">
                  <a:solidFill>
                    <a:schemeClr val="bg1"/>
                  </a:solidFill>
                  <a:latin typeface="Times New Roman" panose="02020603050405020304" pitchFamily="18" charset="0"/>
                  <a:ea typeface="仿宋_GB2312" pitchFamily="49" charset="-122"/>
                </a:rPr>
                <a:t>N</a:t>
              </a:r>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2031" name="Rectangle 249"/>
            <p:cNvSpPr/>
            <p:nvPr/>
          </p:nvSpPr>
          <p:spPr>
            <a:xfrm>
              <a:off x="3288" y="1207"/>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42007" name="Group 259"/>
          <p:cNvGrpSpPr/>
          <p:nvPr/>
        </p:nvGrpSpPr>
        <p:grpSpPr>
          <a:xfrm>
            <a:off x="8316913" y="6445250"/>
            <a:ext cx="792162" cy="366713"/>
            <a:chOff x="5193" y="4020"/>
            <a:chExt cx="499" cy="231"/>
          </a:xfrm>
        </p:grpSpPr>
        <p:pic>
          <p:nvPicPr>
            <p:cNvPr id="42014" name="Picture 260" descr="78900"/>
            <p:cNvPicPr>
              <a:picLocks noChangeAspect="1"/>
            </p:cNvPicPr>
            <p:nvPr/>
          </p:nvPicPr>
          <p:blipFill>
            <a:blip r:embed="rId21"/>
            <a:stretch>
              <a:fillRect/>
            </a:stretch>
          </p:blipFill>
          <p:spPr>
            <a:xfrm>
              <a:off x="5193" y="4066"/>
              <a:ext cx="499" cy="181"/>
            </a:xfrm>
            <a:prstGeom prst="rect">
              <a:avLst/>
            </a:prstGeom>
            <a:noFill/>
            <a:ln w="9525">
              <a:noFill/>
            </a:ln>
          </p:spPr>
        </p:pic>
        <p:sp>
          <p:nvSpPr>
            <p:cNvPr id="42015" name="Text Box 261">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2008" name="Group 262"/>
          <p:cNvGrpSpPr/>
          <p:nvPr/>
        </p:nvGrpSpPr>
        <p:grpSpPr>
          <a:xfrm>
            <a:off x="7451725" y="6445250"/>
            <a:ext cx="792163" cy="366713"/>
            <a:chOff x="5193" y="4020"/>
            <a:chExt cx="499" cy="231"/>
          </a:xfrm>
        </p:grpSpPr>
        <p:pic>
          <p:nvPicPr>
            <p:cNvPr id="42012" name="Picture 263" descr="78900"/>
            <p:cNvPicPr>
              <a:picLocks noChangeAspect="1"/>
            </p:cNvPicPr>
            <p:nvPr/>
          </p:nvPicPr>
          <p:blipFill>
            <a:blip r:embed="rId21"/>
            <a:stretch>
              <a:fillRect/>
            </a:stretch>
          </p:blipFill>
          <p:spPr>
            <a:xfrm>
              <a:off x="5193" y="4066"/>
              <a:ext cx="499" cy="181"/>
            </a:xfrm>
            <a:prstGeom prst="rect">
              <a:avLst/>
            </a:prstGeom>
            <a:noFill/>
            <a:ln w="9525">
              <a:noFill/>
            </a:ln>
          </p:spPr>
        </p:pic>
        <p:sp>
          <p:nvSpPr>
            <p:cNvPr id="42013" name="Text Box 264">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2009" name="Group 265"/>
          <p:cNvGrpSpPr/>
          <p:nvPr/>
        </p:nvGrpSpPr>
        <p:grpSpPr>
          <a:xfrm>
            <a:off x="6588125" y="6446838"/>
            <a:ext cx="792163" cy="366712"/>
            <a:chOff x="4695" y="4061"/>
            <a:chExt cx="499" cy="231"/>
          </a:xfrm>
        </p:grpSpPr>
        <p:pic>
          <p:nvPicPr>
            <p:cNvPr id="42010" name="Picture 266" descr="78900"/>
            <p:cNvPicPr>
              <a:picLocks noChangeAspect="1"/>
            </p:cNvPicPr>
            <p:nvPr/>
          </p:nvPicPr>
          <p:blipFill>
            <a:blip r:embed="rId21"/>
            <a:stretch>
              <a:fillRect/>
            </a:stretch>
          </p:blipFill>
          <p:spPr>
            <a:xfrm>
              <a:off x="4695" y="4107"/>
              <a:ext cx="499" cy="181"/>
            </a:xfrm>
            <a:prstGeom prst="rect">
              <a:avLst/>
            </a:prstGeom>
            <a:noFill/>
            <a:ln w="9525">
              <a:noFill/>
            </a:ln>
          </p:spPr>
        </p:pic>
        <p:sp>
          <p:nvSpPr>
            <p:cNvPr id="42011" name="Text Box 267">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65575"/>
                                        </p:tgtEl>
                                        <p:attrNameLst>
                                          <p:attrName>style.visibility</p:attrName>
                                        </p:attrNameLst>
                                      </p:cBhvr>
                                      <p:to>
                                        <p:strVal val="visible"/>
                                      </p:to>
                                    </p:set>
                                    <p:anim calcmode="lin" valueType="num">
                                      <p:cBhvr>
                                        <p:cTn id="7" dur="1000" fill="hold"/>
                                        <p:tgtEl>
                                          <p:spTgt spid="65575"/>
                                        </p:tgtEl>
                                        <p:attrNameLst>
                                          <p:attrName>ppt_w</p:attrName>
                                        </p:attrNameLst>
                                      </p:cBhvr>
                                      <p:tavLst>
                                        <p:tav tm="0">
                                          <p:val>
                                            <p:fltVal val="0.000000"/>
                                          </p:val>
                                        </p:tav>
                                        <p:tav tm="100000">
                                          <p:val>
                                            <p:strVal val="#ppt_w"/>
                                          </p:val>
                                        </p:tav>
                                      </p:tavLst>
                                    </p:anim>
                                    <p:anim calcmode="lin" valueType="num">
                                      <p:cBhvr>
                                        <p:cTn id="8" dur="1000" fill="hold"/>
                                        <p:tgtEl>
                                          <p:spTgt spid="65575"/>
                                        </p:tgtEl>
                                        <p:attrNameLst>
                                          <p:attrName>ppt_h</p:attrName>
                                        </p:attrNameLst>
                                      </p:cBhvr>
                                      <p:tavLst>
                                        <p:tav tm="0">
                                          <p:val>
                                            <p:fltVal val="0.000000"/>
                                          </p:val>
                                        </p:tav>
                                        <p:tav tm="100000">
                                          <p:val>
                                            <p:strVal val="#ppt_h"/>
                                          </p:val>
                                        </p:tav>
                                      </p:tavLst>
                                    </p:anim>
                                    <p:anim calcmode="lin" valueType="num">
                                      <p:cBhvr>
                                        <p:cTn id="9" dur="1000" fill="hold"/>
                                        <p:tgtEl>
                                          <p:spTgt spid="65575"/>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65575"/>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linds(horizontal)">
                                      <p:cBhvr>
                                        <p:cTn id="14" dur="500"/>
                                        <p:tgtEl>
                                          <p:spTgt spid="5"/>
                                        </p:tgtEl>
                                      </p:cBhvr>
                                    </p:animEffect>
                                  </p:childTnLst>
                                </p:cTn>
                              </p:par>
                            </p:childTnLst>
                          </p:cTn>
                        </p:par>
                        <p:par>
                          <p:cTn id="15" fill="hold">
                            <p:stCondLst>
                              <p:cond delay="1500"/>
                            </p:stCondLst>
                            <p:childTnLst>
                              <p:par>
                                <p:cTn id="16" presetID="12" presetClass="entr" presetSubtype="4" fill="hold" grpId="0" nodeType="afterEffect">
                                  <p:stCondLst>
                                    <p:cond delay="0"/>
                                  </p:stCondLst>
                                  <p:childTnLst>
                                    <p:set>
                                      <p:cBhvr>
                                        <p:cTn id="17" dur="1" fill="hold">
                                          <p:stCondLst>
                                            <p:cond delay="0"/>
                                          </p:stCondLst>
                                        </p:cTn>
                                        <p:tgtEl>
                                          <p:spTgt spid="65538"/>
                                        </p:tgtEl>
                                        <p:attrNameLst>
                                          <p:attrName>style.visibility</p:attrName>
                                        </p:attrNameLst>
                                      </p:cBhvr>
                                      <p:to>
                                        <p:strVal val="visible"/>
                                      </p:to>
                                    </p:set>
                                    <p:animEffect transition="in" filter="slide(fromBottom)">
                                      <p:cBhvr>
                                        <p:cTn id="18" dur="2000"/>
                                        <p:tgtEl>
                                          <p:spTgt spid="65538"/>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65539"/>
                                        </p:tgtEl>
                                        <p:attrNameLst>
                                          <p:attrName>style.visibility</p:attrName>
                                        </p:attrNameLst>
                                      </p:cBhvr>
                                      <p:to>
                                        <p:strVal val="visible"/>
                                      </p:to>
                                    </p:set>
                                    <p:anim calcmode="lin" valueType="num">
                                      <p:cBhvr>
                                        <p:cTn id="23" dur="1000" fill="hold"/>
                                        <p:tgtEl>
                                          <p:spTgt spid="65539"/>
                                        </p:tgtEl>
                                        <p:attrNameLst>
                                          <p:attrName>ppt_w</p:attrName>
                                        </p:attrNameLst>
                                      </p:cBhvr>
                                      <p:tavLst>
                                        <p:tav tm="0">
                                          <p:val>
                                            <p:fltVal val="0.000000"/>
                                          </p:val>
                                        </p:tav>
                                        <p:tav tm="100000">
                                          <p:val>
                                            <p:strVal val="#ppt_w"/>
                                          </p:val>
                                        </p:tav>
                                      </p:tavLst>
                                    </p:anim>
                                    <p:anim calcmode="lin" valueType="num">
                                      <p:cBhvr>
                                        <p:cTn id="24" dur="1000" fill="hold"/>
                                        <p:tgtEl>
                                          <p:spTgt spid="65539"/>
                                        </p:tgtEl>
                                        <p:attrNameLst>
                                          <p:attrName>ppt_h</p:attrName>
                                        </p:attrNameLst>
                                      </p:cBhvr>
                                      <p:tavLst>
                                        <p:tav tm="0">
                                          <p:val>
                                            <p:fltVal val="0.000000"/>
                                          </p:val>
                                        </p:tav>
                                        <p:tav tm="100000">
                                          <p:val>
                                            <p:strVal val="#ppt_h"/>
                                          </p:val>
                                        </p:tav>
                                      </p:tavLst>
                                    </p:anim>
                                    <p:anim calcmode="lin" valueType="num">
                                      <p:cBhvr>
                                        <p:cTn id="25" dur="1000" fill="hold"/>
                                        <p:tgtEl>
                                          <p:spTgt spid="65539"/>
                                        </p:tgtEl>
                                        <p:attrNameLst>
                                          <p:attrName>ppt_x</p:attrName>
                                        </p:attrNameLst>
                                      </p:cBhvr>
                                      <p:tavLst>
                                        <p:tav tm="0" fmla="#ppt_x+(cos(-2*pi*(1-$))*-#ppt_x-sin(-2*pi*(1-$))*(1-#ppt_y))*(1-$)">
                                          <p:val>
                                            <p:fltVal val="0.000000"/>
                                          </p:val>
                                        </p:tav>
                                        <p:tav tm="100000">
                                          <p:val>
                                            <p:fltVal val="1.000000"/>
                                          </p:val>
                                        </p:tav>
                                      </p:tavLst>
                                    </p:anim>
                                    <p:anim calcmode="lin" valueType="num">
                                      <p:cBhvr>
                                        <p:cTn id="26" dur="1000" fill="hold"/>
                                        <p:tgtEl>
                                          <p:spTgt spid="65539"/>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65675"/>
                                        </p:tgtEl>
                                        <p:attrNameLst>
                                          <p:attrName>style.visibility</p:attrName>
                                        </p:attrNameLst>
                                      </p:cBhvr>
                                      <p:to>
                                        <p:strVal val="visible"/>
                                      </p:to>
                                    </p:set>
                                    <p:animEffect transition="in" filter="wipe(left)">
                                      <p:cBhvr>
                                        <p:cTn id="31" dur="2000"/>
                                        <p:tgtEl>
                                          <p:spTgt spid="6567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65767"/>
                                        </p:tgtEl>
                                        <p:attrNameLst>
                                          <p:attrName>style.visibility</p:attrName>
                                        </p:attrNameLst>
                                      </p:cBhvr>
                                      <p:to>
                                        <p:strVal val="visible"/>
                                      </p:to>
                                    </p:set>
                                    <p:animEffect transition="in" filter="wipe(down)">
                                      <p:cBhvr>
                                        <p:cTn id="36" dur="500"/>
                                        <p:tgtEl>
                                          <p:spTgt spid="65767"/>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1" fill="hold" nodeType="clickEffect">
                                  <p:stCondLst>
                                    <p:cond delay="0"/>
                                  </p:stCondLst>
                                  <p:childTnLst>
                                    <p:set>
                                      <p:cBhvr>
                                        <p:cTn id="40" dur="1" fill="hold">
                                          <p:stCondLst>
                                            <p:cond delay="0"/>
                                          </p:stCondLst>
                                        </p:cTn>
                                        <p:tgtEl>
                                          <p:spTgt spid="65576"/>
                                        </p:tgtEl>
                                        <p:attrNameLst>
                                          <p:attrName>style.visibility</p:attrName>
                                        </p:attrNameLst>
                                      </p:cBhvr>
                                      <p:to>
                                        <p:strVal val="visible"/>
                                      </p:to>
                                    </p:set>
                                    <p:animEffect transition="in" filter="slide(fromTop)">
                                      <p:cBhvr>
                                        <p:cTn id="41" dur="500"/>
                                        <p:tgtEl>
                                          <p:spTgt spid="65576"/>
                                        </p:tgtEl>
                                      </p:cBhvr>
                                    </p:animEffect>
                                  </p:childTnLst>
                                </p:cTn>
                              </p:par>
                            </p:childTnLst>
                          </p:cTn>
                        </p:par>
                        <p:par>
                          <p:cTn id="42" fill="hold">
                            <p:stCondLst>
                              <p:cond delay="500"/>
                            </p:stCondLst>
                            <p:childTnLst>
                              <p:par>
                                <p:cTn id="43" presetID="3" presetClass="entr" presetSubtype="10" fill="hold" nodeType="after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blinds(horizontal)">
                                      <p:cBhvr>
                                        <p:cTn id="45" dur="500"/>
                                        <p:tgtEl>
                                          <p:spTgt spid="9"/>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65591"/>
                                        </p:tgtEl>
                                        <p:attrNameLst>
                                          <p:attrName>style.visibility</p:attrName>
                                        </p:attrNameLst>
                                      </p:cBhvr>
                                      <p:to>
                                        <p:strVal val="visible"/>
                                      </p:to>
                                    </p:set>
                                    <p:animEffect transition="in" filter="wipe(left)">
                                      <p:cBhvr>
                                        <p:cTn id="50" dur="2000"/>
                                        <p:tgtEl>
                                          <p:spTgt spid="65591"/>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nodeType="clickEffect">
                                  <p:stCondLst>
                                    <p:cond delay="0"/>
                                  </p:stCondLst>
                                  <p:childTnLst>
                                    <p:set>
                                      <p:cBhvr>
                                        <p:cTn id="54" dur="1" fill="hold">
                                          <p:stCondLst>
                                            <p:cond delay="0"/>
                                          </p:stCondLst>
                                        </p:cTn>
                                        <p:tgtEl>
                                          <p:spTgt spid="65676"/>
                                        </p:tgtEl>
                                        <p:attrNameLst>
                                          <p:attrName>style.visibility</p:attrName>
                                        </p:attrNameLst>
                                      </p:cBhvr>
                                      <p:to>
                                        <p:strVal val="visible"/>
                                      </p:to>
                                    </p:set>
                                    <p:animEffect transition="in" filter="wipe(up)">
                                      <p:cBhvr>
                                        <p:cTn id="55" dur="2000"/>
                                        <p:tgtEl>
                                          <p:spTgt spid="65676"/>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2"/>
                                        </p:tgtEl>
                                        <p:attrNameLst>
                                          <p:attrName>style.visibility</p:attrName>
                                        </p:attrNameLst>
                                      </p:cBhvr>
                                      <p:to>
                                        <p:strVal val="visible"/>
                                      </p:to>
                                    </p:set>
                                    <p:animEffect transition="in" filter="wipe(left)">
                                      <p:cBhvr>
                                        <p:cTn id="60" dur="2000"/>
                                        <p:tgtEl>
                                          <p:spTgt spid="2"/>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65710"/>
                                        </p:tgtEl>
                                        <p:attrNameLst>
                                          <p:attrName>style.visibility</p:attrName>
                                        </p:attrNameLst>
                                      </p:cBhvr>
                                      <p:to>
                                        <p:strVal val="visible"/>
                                      </p:to>
                                    </p:set>
                                    <p:animEffect transition="in" filter="wipe(left)">
                                      <p:cBhvr>
                                        <p:cTn id="65" dur="2000"/>
                                        <p:tgtEl>
                                          <p:spTgt spid="65710"/>
                                        </p:tgtEl>
                                      </p:cBhvr>
                                    </p:animEffect>
                                  </p:childTnLst>
                                </p:cTn>
                              </p:par>
                            </p:childTnLst>
                          </p:cTn>
                        </p:par>
                      </p:childTnLst>
                    </p:cTn>
                  </p:par>
                  <p:par>
                    <p:cTn id="66" fill="hold">
                      <p:stCondLst>
                        <p:cond delay="indefinite"/>
                      </p:stCondLst>
                      <p:childTnLst>
                        <p:par>
                          <p:cTn id="67" fill="hold">
                            <p:stCondLst>
                              <p:cond delay="0"/>
                            </p:stCondLst>
                            <p:childTnLst>
                              <p:par>
                                <p:cTn id="68" presetID="23" presetClass="entr" presetSubtype="32" fill="hold" grpId="0" nodeType="clickEffect">
                                  <p:stCondLst>
                                    <p:cond delay="0"/>
                                  </p:stCondLst>
                                  <p:childTnLst>
                                    <p:set>
                                      <p:cBhvr>
                                        <p:cTn id="69" dur="1" fill="hold">
                                          <p:stCondLst>
                                            <p:cond delay="0"/>
                                          </p:stCondLst>
                                        </p:cTn>
                                        <p:tgtEl>
                                          <p:spTgt spid="65712"/>
                                        </p:tgtEl>
                                        <p:attrNameLst>
                                          <p:attrName>style.visibility</p:attrName>
                                        </p:attrNameLst>
                                      </p:cBhvr>
                                      <p:to>
                                        <p:strVal val="visible"/>
                                      </p:to>
                                    </p:set>
                                    <p:anim calcmode="lin" valueType="num">
                                      <p:cBhvr>
                                        <p:cTn id="70" dur="1000" fill="hold"/>
                                        <p:tgtEl>
                                          <p:spTgt spid="65712"/>
                                        </p:tgtEl>
                                        <p:attrNameLst>
                                          <p:attrName>ppt_w</p:attrName>
                                        </p:attrNameLst>
                                      </p:cBhvr>
                                      <p:tavLst>
                                        <p:tav tm="0">
                                          <p:val>
                                            <p:strVal val="4*#ppt_w"/>
                                          </p:val>
                                        </p:tav>
                                        <p:tav tm="100000">
                                          <p:val>
                                            <p:strVal val="#ppt_w"/>
                                          </p:val>
                                        </p:tav>
                                      </p:tavLst>
                                    </p:anim>
                                    <p:anim calcmode="lin" valueType="num">
                                      <p:cBhvr>
                                        <p:cTn id="71" dur="1000" fill="hold"/>
                                        <p:tgtEl>
                                          <p:spTgt spid="65712"/>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8" grpId="0"/>
      <p:bldP spid="65539" grpId="0" animBg="1"/>
      <p:bldP spid="65575" grpId="0"/>
      <p:bldP spid="65675" grpId="0"/>
      <p:bldP spid="65710" grpId="0"/>
      <p:bldP spid="65712" grpId="0" animBg="1"/>
      <p:bldP spid="6576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Text Box 2"/>
          <p:cNvSpPr txBox="1"/>
          <p:nvPr/>
        </p:nvSpPr>
        <p:spPr>
          <a:xfrm>
            <a:off x="827088" y="4940300"/>
            <a:ext cx="7416800" cy="1630363"/>
          </a:xfrm>
          <a:prstGeom prst="rect">
            <a:avLst/>
          </a:prstGeom>
          <a:noFill/>
          <a:ln w="9525">
            <a:noFill/>
          </a:ln>
        </p:spPr>
        <p:txBody>
          <a:bodyPr>
            <a:spAutoFit/>
          </a:bodyPr>
          <a:p>
            <a:pPr indent="571500" algn="just">
              <a:lnSpc>
                <a:spcPct val="120000"/>
              </a:lnSpc>
              <a:spcBef>
                <a:spcPct val="50000"/>
              </a:spcBef>
            </a:pPr>
            <a:r>
              <a:rPr lang="zh-CN" altLang="en-US" sz="2800" dirty="0">
                <a:latin typeface="楷体_GB2312" pitchFamily="49" charset="-122"/>
              </a:rPr>
              <a:t>若以接电容一相为</a:t>
            </a:r>
            <a:r>
              <a:rPr lang="en-US" altLang="zh-CN" sz="2800" b="0" dirty="0">
                <a:latin typeface="Times New Roman" panose="02020603050405020304" pitchFamily="18" charset="0"/>
              </a:rPr>
              <a:t>A</a:t>
            </a:r>
            <a:r>
              <a:rPr lang="zh-CN" altLang="en-US" sz="2800" dirty="0">
                <a:latin typeface="楷体_GB2312" pitchFamily="49" charset="-122"/>
              </a:rPr>
              <a:t>相，则</a:t>
            </a:r>
            <a:r>
              <a:rPr lang="en-US" altLang="zh-CN" sz="2800" b="0" dirty="0">
                <a:latin typeface="Times New Roman" panose="02020603050405020304" pitchFamily="18" charset="0"/>
              </a:rPr>
              <a:t>B</a:t>
            </a:r>
            <a:r>
              <a:rPr lang="zh-CN" altLang="en-US" sz="2800" dirty="0">
                <a:latin typeface="楷体_GB2312" pitchFamily="49" charset="-122"/>
              </a:rPr>
              <a:t>相电压比</a:t>
            </a:r>
            <a:r>
              <a:rPr lang="en-US" altLang="zh-CN" sz="2800" b="0" dirty="0">
                <a:latin typeface="Times New Roman" panose="02020603050405020304" pitchFamily="18" charset="0"/>
              </a:rPr>
              <a:t>C</a:t>
            </a:r>
            <a:r>
              <a:rPr lang="zh-CN" altLang="en-US" sz="2800" dirty="0">
                <a:latin typeface="楷体_GB2312" pitchFamily="49" charset="-122"/>
              </a:rPr>
              <a:t>相电压高。</a:t>
            </a:r>
            <a:r>
              <a:rPr lang="en-US" altLang="zh-CN" sz="2800" b="0" dirty="0">
                <a:latin typeface="Times New Roman" panose="02020603050405020304" pitchFamily="18" charset="0"/>
              </a:rPr>
              <a:t>B</a:t>
            </a:r>
            <a:r>
              <a:rPr lang="zh-CN" altLang="en-US" sz="2800" dirty="0">
                <a:latin typeface="楷体_GB2312" pitchFamily="49" charset="-122"/>
              </a:rPr>
              <a:t>相灯较亮，</a:t>
            </a:r>
            <a:r>
              <a:rPr lang="en-US" altLang="zh-CN" sz="2800" b="0" dirty="0">
                <a:latin typeface="Times New Roman" panose="02020603050405020304" pitchFamily="18" charset="0"/>
              </a:rPr>
              <a:t>C</a:t>
            </a:r>
            <a:r>
              <a:rPr lang="zh-CN" altLang="en-US" sz="2800" dirty="0">
                <a:latin typeface="楷体_GB2312" pitchFamily="49" charset="-122"/>
              </a:rPr>
              <a:t>相较暗</a:t>
            </a:r>
            <a:r>
              <a:rPr lang="en-US" altLang="zh-CN" sz="2800" dirty="0">
                <a:latin typeface="楷体_GB2312" pitchFamily="49" charset="-122"/>
              </a:rPr>
              <a:t>(</a:t>
            </a:r>
            <a:r>
              <a:rPr lang="zh-CN" altLang="en-US" sz="2800" dirty="0">
                <a:latin typeface="楷体_GB2312" pitchFamily="49" charset="-122"/>
              </a:rPr>
              <a:t>正序</a:t>
            </a:r>
            <a:r>
              <a:rPr lang="en-US" altLang="zh-CN" sz="2800" dirty="0">
                <a:latin typeface="楷体_GB2312" pitchFamily="49" charset="-122"/>
              </a:rPr>
              <a:t>)</a:t>
            </a:r>
            <a:r>
              <a:rPr lang="zh-CN" altLang="en-US" sz="2800" dirty="0">
                <a:latin typeface="楷体_GB2312" pitchFamily="49" charset="-122"/>
              </a:rPr>
              <a:t>。据此可测定三相电源的相序。</a:t>
            </a:r>
            <a:endParaRPr lang="zh-CN" altLang="en-US" sz="2800" dirty="0">
              <a:latin typeface="楷体_GB2312" pitchFamily="49" charset="-122"/>
            </a:endParaRPr>
          </a:p>
        </p:txBody>
      </p:sp>
      <p:grpSp>
        <p:nvGrpSpPr>
          <p:cNvPr id="2" name="Group 16"/>
          <p:cNvGrpSpPr/>
          <p:nvPr/>
        </p:nvGrpSpPr>
        <p:grpSpPr>
          <a:xfrm>
            <a:off x="900113" y="620713"/>
            <a:ext cx="4032250" cy="4000500"/>
            <a:chOff x="567" y="255"/>
            <a:chExt cx="2767" cy="2764"/>
          </a:xfrm>
        </p:grpSpPr>
        <p:sp>
          <p:nvSpPr>
            <p:cNvPr id="43028" name="Text Box 7"/>
            <p:cNvSpPr txBox="1"/>
            <p:nvPr/>
          </p:nvSpPr>
          <p:spPr>
            <a:xfrm>
              <a:off x="1655" y="1616"/>
              <a:ext cx="273" cy="316"/>
            </a:xfrm>
            <a:prstGeom prst="rect">
              <a:avLst/>
            </a:prstGeom>
            <a:noFill/>
            <a:ln w="28575">
              <a:noFill/>
            </a:ln>
          </p:spPr>
          <p:txBody>
            <a:bodyPr>
              <a:spAutoFit/>
            </a:bodyPr>
            <a:p>
              <a:pPr>
                <a:spcBef>
                  <a:spcPct val="50000"/>
                </a:spcBef>
              </a:pPr>
              <a:r>
                <a:rPr lang="en-US" altLang="zh-CN" sz="2400" b="0" dirty="0">
                  <a:solidFill>
                    <a:schemeClr val="bg1"/>
                  </a:solidFill>
                  <a:latin typeface="Times New Roman" panose="02020603050405020304" pitchFamily="18" charset="0"/>
                  <a:ea typeface="仿宋_GB2312" pitchFamily="49" charset="-122"/>
                </a:rPr>
                <a:t>N</a:t>
              </a:r>
              <a:endParaRPr lang="en-US" altLang="zh-CN" sz="2400" b="0" dirty="0">
                <a:solidFill>
                  <a:schemeClr val="bg1"/>
                </a:solidFill>
                <a:latin typeface="Times New Roman" panose="02020603050405020304" pitchFamily="18" charset="0"/>
                <a:ea typeface="仿宋_GB2312" pitchFamily="49" charset="-122"/>
              </a:endParaRPr>
            </a:p>
          </p:txBody>
        </p:sp>
        <p:sp>
          <p:nvSpPr>
            <p:cNvPr id="43029" name="Text Box 8"/>
            <p:cNvSpPr txBox="1"/>
            <p:nvPr/>
          </p:nvSpPr>
          <p:spPr>
            <a:xfrm>
              <a:off x="612" y="255"/>
              <a:ext cx="273" cy="316"/>
            </a:xfrm>
            <a:prstGeom prst="rect">
              <a:avLst/>
            </a:prstGeom>
            <a:noFill/>
            <a:ln w="28575">
              <a:noFill/>
            </a:ln>
          </p:spPr>
          <p:txBody>
            <a:bodyPr>
              <a:spAutoFit/>
            </a:bodyPr>
            <a:p>
              <a:pPr>
                <a:spcBef>
                  <a:spcPct val="50000"/>
                </a:spcBef>
              </a:pPr>
              <a:r>
                <a:rPr lang="en-US" altLang="zh-CN" sz="2400" b="0" dirty="0">
                  <a:solidFill>
                    <a:schemeClr val="bg1"/>
                  </a:solidFill>
                  <a:latin typeface="Times New Roman" panose="02020603050405020304" pitchFamily="18" charset="0"/>
                  <a:ea typeface="仿宋_GB2312" pitchFamily="49" charset="-122"/>
                </a:rPr>
                <a:t>C</a:t>
              </a:r>
              <a:endParaRPr lang="en-US" altLang="zh-CN" sz="2400" b="0" dirty="0">
                <a:solidFill>
                  <a:schemeClr val="bg1"/>
                </a:solidFill>
                <a:latin typeface="Times New Roman" panose="02020603050405020304" pitchFamily="18" charset="0"/>
                <a:ea typeface="仿宋_GB2312" pitchFamily="49" charset="-122"/>
              </a:endParaRPr>
            </a:p>
          </p:txBody>
        </p:sp>
        <p:sp>
          <p:nvSpPr>
            <p:cNvPr id="43030" name="Text Box 9"/>
            <p:cNvSpPr txBox="1"/>
            <p:nvPr/>
          </p:nvSpPr>
          <p:spPr>
            <a:xfrm>
              <a:off x="657" y="2703"/>
              <a:ext cx="273" cy="316"/>
            </a:xfrm>
            <a:prstGeom prst="rect">
              <a:avLst/>
            </a:prstGeom>
            <a:noFill/>
            <a:ln w="28575">
              <a:noFill/>
            </a:ln>
          </p:spPr>
          <p:txBody>
            <a:bodyPr>
              <a:spAutoFit/>
            </a:bodyPr>
            <a:p>
              <a:pPr>
                <a:spcBef>
                  <a:spcPct val="50000"/>
                </a:spcBef>
              </a:pPr>
              <a:r>
                <a:rPr lang="en-US" altLang="zh-CN" sz="2400" b="0" dirty="0">
                  <a:solidFill>
                    <a:schemeClr val="bg1"/>
                  </a:solidFill>
                  <a:latin typeface="Times New Roman" panose="02020603050405020304" pitchFamily="18" charset="0"/>
                  <a:ea typeface="仿宋_GB2312" pitchFamily="49" charset="-122"/>
                </a:rPr>
                <a:t>B</a:t>
              </a:r>
              <a:endParaRPr lang="en-US" altLang="zh-CN" sz="2400" b="0" dirty="0">
                <a:solidFill>
                  <a:schemeClr val="bg1"/>
                </a:solidFill>
                <a:latin typeface="Times New Roman" panose="02020603050405020304" pitchFamily="18" charset="0"/>
                <a:ea typeface="仿宋_GB2312" pitchFamily="49" charset="-122"/>
              </a:endParaRPr>
            </a:p>
          </p:txBody>
        </p:sp>
        <p:sp>
          <p:nvSpPr>
            <p:cNvPr id="43031" name="Text Box 10"/>
            <p:cNvSpPr txBox="1"/>
            <p:nvPr/>
          </p:nvSpPr>
          <p:spPr>
            <a:xfrm>
              <a:off x="3061" y="1480"/>
              <a:ext cx="273" cy="316"/>
            </a:xfrm>
            <a:prstGeom prst="rect">
              <a:avLst/>
            </a:prstGeom>
            <a:noFill/>
            <a:ln w="28575">
              <a:noFill/>
            </a:ln>
          </p:spPr>
          <p:txBody>
            <a:bodyPr>
              <a:spAutoFit/>
            </a:bodyPr>
            <a:p>
              <a:pPr>
                <a:spcBef>
                  <a:spcPct val="50000"/>
                </a:spcBef>
              </a:pPr>
              <a:r>
                <a:rPr lang="en-US" altLang="zh-CN" sz="2400" b="0" dirty="0">
                  <a:solidFill>
                    <a:schemeClr val="bg1"/>
                  </a:solidFill>
                  <a:latin typeface="Times New Roman" panose="02020603050405020304" pitchFamily="18" charset="0"/>
                  <a:ea typeface="仿宋_GB2312" pitchFamily="49" charset="-122"/>
                </a:rPr>
                <a:t>A</a:t>
              </a:r>
              <a:endParaRPr lang="en-US" altLang="zh-CN" sz="2400" b="0" dirty="0">
                <a:solidFill>
                  <a:schemeClr val="bg1"/>
                </a:solidFill>
                <a:latin typeface="Times New Roman" panose="02020603050405020304" pitchFamily="18" charset="0"/>
                <a:ea typeface="仿宋_GB2312" pitchFamily="49" charset="-122"/>
              </a:endParaRPr>
            </a:p>
          </p:txBody>
        </p:sp>
        <p:grpSp>
          <p:nvGrpSpPr>
            <p:cNvPr id="43032" name="Group 14"/>
            <p:cNvGrpSpPr/>
            <p:nvPr/>
          </p:nvGrpSpPr>
          <p:grpSpPr>
            <a:xfrm rot="5400000">
              <a:off x="646" y="583"/>
              <a:ext cx="2631" cy="2064"/>
              <a:chOff x="567" y="527"/>
              <a:chExt cx="2631" cy="1951"/>
            </a:xfrm>
          </p:grpSpPr>
          <p:sp>
            <p:nvSpPr>
              <p:cNvPr id="43035" name="Line 3"/>
              <p:cNvSpPr/>
              <p:nvPr/>
            </p:nvSpPr>
            <p:spPr>
              <a:xfrm>
                <a:off x="1882" y="1797"/>
                <a:ext cx="1270" cy="681"/>
              </a:xfrm>
              <a:prstGeom prst="line">
                <a:avLst/>
              </a:prstGeom>
              <a:ln w="28575" cap="flat" cmpd="sng">
                <a:solidFill>
                  <a:srgbClr val="FFFF00"/>
                </a:solidFill>
                <a:prstDash val="solid"/>
                <a:headEnd type="none" w="med" len="med"/>
                <a:tailEnd type="triangle" w="med" len="med"/>
              </a:ln>
            </p:spPr>
          </p:sp>
          <p:sp>
            <p:nvSpPr>
              <p:cNvPr id="43036" name="Line 4"/>
              <p:cNvSpPr/>
              <p:nvPr/>
            </p:nvSpPr>
            <p:spPr>
              <a:xfrm flipH="1">
                <a:off x="612" y="1797"/>
                <a:ext cx="1270" cy="635"/>
              </a:xfrm>
              <a:prstGeom prst="line">
                <a:avLst/>
              </a:prstGeom>
              <a:ln w="28575" cap="flat" cmpd="sng">
                <a:solidFill>
                  <a:srgbClr val="FFFF00"/>
                </a:solidFill>
                <a:prstDash val="solid"/>
                <a:headEnd type="none" w="med" len="med"/>
                <a:tailEnd type="triangle" w="med" len="med"/>
              </a:ln>
            </p:spPr>
          </p:sp>
          <p:sp>
            <p:nvSpPr>
              <p:cNvPr id="43037" name="Line 5"/>
              <p:cNvSpPr/>
              <p:nvPr/>
            </p:nvSpPr>
            <p:spPr>
              <a:xfrm flipH="1" flipV="1">
                <a:off x="1882" y="527"/>
                <a:ext cx="0" cy="1315"/>
              </a:xfrm>
              <a:prstGeom prst="line">
                <a:avLst/>
              </a:prstGeom>
              <a:ln w="28575" cap="flat" cmpd="sng">
                <a:solidFill>
                  <a:srgbClr val="FFFF00"/>
                </a:solidFill>
                <a:prstDash val="solid"/>
                <a:headEnd type="none" w="med" len="med"/>
                <a:tailEnd type="triangle" w="med" len="med"/>
              </a:ln>
            </p:spPr>
          </p:sp>
          <p:sp>
            <p:nvSpPr>
              <p:cNvPr id="43038" name="AutoShape 6"/>
              <p:cNvSpPr/>
              <p:nvPr/>
            </p:nvSpPr>
            <p:spPr>
              <a:xfrm>
                <a:off x="567" y="527"/>
                <a:ext cx="2631" cy="1951"/>
              </a:xfrm>
              <a:prstGeom prst="triangle">
                <a:avLst>
                  <a:gd name="adj" fmla="val 50000"/>
                </a:avLst>
              </a:prstGeom>
              <a:noFill/>
              <a:ln w="28575" cap="flat" cmpd="sng">
                <a:solidFill>
                  <a:srgbClr val="00FFFF"/>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3039" name="Line 11"/>
              <p:cNvSpPr/>
              <p:nvPr/>
            </p:nvSpPr>
            <p:spPr>
              <a:xfrm>
                <a:off x="1882" y="1797"/>
                <a:ext cx="0" cy="681"/>
              </a:xfrm>
              <a:prstGeom prst="line">
                <a:avLst/>
              </a:prstGeom>
              <a:ln w="28575" cap="flat" cmpd="sng">
                <a:solidFill>
                  <a:srgbClr val="66FF33"/>
                </a:solidFill>
                <a:prstDash val="sysDot"/>
                <a:headEnd type="none" w="med" len="med"/>
                <a:tailEnd type="none" w="med" len="med"/>
              </a:ln>
            </p:spPr>
          </p:sp>
        </p:grpSp>
        <p:sp>
          <p:nvSpPr>
            <p:cNvPr id="43033" name="Text Box 12"/>
            <p:cNvSpPr txBox="1"/>
            <p:nvPr/>
          </p:nvSpPr>
          <p:spPr>
            <a:xfrm>
              <a:off x="567" y="1480"/>
              <a:ext cx="499" cy="316"/>
            </a:xfrm>
            <a:prstGeom prst="rect">
              <a:avLst/>
            </a:prstGeom>
            <a:noFill/>
            <a:ln w="28575">
              <a:noFill/>
            </a:ln>
          </p:spPr>
          <p:txBody>
            <a:bodyPr>
              <a:spAutoFit/>
            </a:bodyPr>
            <a:p>
              <a:pPr>
                <a:spcBef>
                  <a:spcPct val="50000"/>
                </a:spcBef>
                <a:buNone/>
              </a:pPr>
              <a:r>
                <a:rPr lang="en-US" altLang="zh-CN" sz="2400" b="0" dirty="0">
                  <a:solidFill>
                    <a:schemeClr val="bg1"/>
                  </a:solidFill>
                  <a:latin typeface="Times New Roman" panose="02020603050405020304" pitchFamily="18" charset="0"/>
                  <a:ea typeface="仿宋_GB2312" pitchFamily="49" charset="-122"/>
                </a:rPr>
                <a:t>N'</a:t>
              </a:r>
              <a:endParaRPr lang="en-US" altLang="zh-CN" sz="2400" b="0" dirty="0">
                <a:solidFill>
                  <a:schemeClr val="bg1"/>
                </a:solidFill>
                <a:latin typeface="Times New Roman" panose="02020603050405020304" pitchFamily="18" charset="0"/>
                <a:ea typeface="仿宋_GB2312" pitchFamily="49" charset="-122"/>
              </a:endParaRPr>
            </a:p>
          </p:txBody>
        </p:sp>
        <p:sp>
          <p:nvSpPr>
            <p:cNvPr id="43034" name="AutoShape 15"/>
            <p:cNvSpPr/>
            <p:nvPr/>
          </p:nvSpPr>
          <p:spPr>
            <a:xfrm>
              <a:off x="930" y="527"/>
              <a:ext cx="2041" cy="2205"/>
            </a:xfrm>
            <a:custGeom>
              <a:avLst/>
              <a:gdLst>
                <a:gd name="txL" fmla="*/ 0 w 21600"/>
                <a:gd name="txT" fmla="*/ 0 h 21600"/>
                <a:gd name="txR" fmla="*/ 21600 w 21600"/>
                <a:gd name="txB" fmla="*/ 7719 h 21600"/>
              </a:gdLst>
              <a:ahLst/>
              <a:cxnLst>
                <a:cxn ang="0">
                  <a:pos x="96" y="0"/>
                </a:cxn>
                <a:cxn ang="0">
                  <a:pos x="0" y="113"/>
                </a:cxn>
                <a:cxn ang="0">
                  <a:pos x="96" y="0"/>
                </a:cxn>
                <a:cxn ang="0">
                  <a:pos x="193" y="113"/>
                </a:cxn>
              </a:cxnLst>
              <a:rect l="txL" t="txT" r="txR" b="txB"/>
              <a:pathLst>
                <a:path w="21600" h="21600">
                  <a:moveTo>
                    <a:pt x="0" y="10805"/>
                  </a:moveTo>
                  <a:cubicBezTo>
                    <a:pt x="0" y="10803"/>
                    <a:pt x="0" y="10801"/>
                    <a:pt x="0" y="10800"/>
                  </a:cubicBezTo>
                  <a:cubicBezTo>
                    <a:pt x="0" y="4835"/>
                    <a:pt x="4835" y="0"/>
                    <a:pt x="10800" y="0"/>
                  </a:cubicBezTo>
                  <a:cubicBezTo>
                    <a:pt x="16764" y="0"/>
                    <a:pt x="21600" y="4835"/>
                    <a:pt x="21600" y="10800"/>
                  </a:cubicBezTo>
                  <a:cubicBezTo>
                    <a:pt x="21600" y="10801"/>
                    <a:pt x="21599" y="10803"/>
                    <a:pt x="21599" y="10805"/>
                  </a:cubicBezTo>
                  <a:cubicBezTo>
                    <a:pt x="21599" y="10803"/>
                    <a:pt x="21600" y="10801"/>
                    <a:pt x="21600" y="10800"/>
                  </a:cubicBezTo>
                  <a:cubicBezTo>
                    <a:pt x="21600" y="4835"/>
                    <a:pt x="16764" y="0"/>
                    <a:pt x="10800" y="0"/>
                  </a:cubicBezTo>
                  <a:cubicBezTo>
                    <a:pt x="4835" y="0"/>
                    <a:pt x="0" y="4835"/>
                    <a:pt x="0" y="10800"/>
                  </a:cubicBezTo>
                  <a:cubicBezTo>
                    <a:pt x="-1" y="10801"/>
                    <a:pt x="0" y="10803"/>
                    <a:pt x="0" y="10805"/>
                  </a:cubicBezTo>
                  <a:close/>
                </a:path>
              </a:pathLst>
            </a:custGeom>
            <a:solidFill>
              <a:schemeClr val="accent1"/>
            </a:solidFill>
            <a:ln w="28575" cap="flat" cmpd="sng">
              <a:solidFill>
                <a:srgbClr val="FF3300"/>
              </a:solidFill>
              <a:prstDash val="dash"/>
              <a:miter/>
              <a:headEnd type="none" w="med" len="med"/>
              <a:tailEnd type="none" w="med" len="med"/>
            </a:ln>
          </p:spPr>
          <p:txBody>
            <a:bodyPr wrap="none" anchor="ctr" anchorCtr="0"/>
            <a:p>
              <a:endParaRPr lang="zh-CN" altLang="en-US" dirty="0">
                <a:latin typeface="Arial" panose="020B0604020202020204" pitchFamily="34" charset="0"/>
              </a:endParaRPr>
            </a:p>
          </p:txBody>
        </p:sp>
      </p:grpSp>
      <p:sp>
        <p:nvSpPr>
          <p:cNvPr id="58385" name="AutoShape 17" descr="羊皮纸"/>
          <p:cNvSpPr/>
          <p:nvPr/>
        </p:nvSpPr>
        <p:spPr>
          <a:xfrm>
            <a:off x="4716463" y="620713"/>
            <a:ext cx="3455987" cy="647700"/>
          </a:xfrm>
          <a:prstGeom prst="wedgeRoundRectCallout">
            <a:avLst>
              <a:gd name="adj1" fmla="val -87667"/>
              <a:gd name="adj2" fmla="val 131130"/>
              <a:gd name="adj3" fmla="val 16667"/>
            </a:avLst>
          </a:prstGeom>
          <a:blipFill rotWithShape="1">
            <a:blip r:embed="rId1"/>
          </a:blipFill>
          <a:ln w="9525">
            <a:noFill/>
          </a:ln>
        </p:spPr>
        <p:txBody>
          <a:bodyPr/>
          <a:p>
            <a:pPr algn="ctr"/>
            <a:r>
              <a:rPr lang="zh-CN" altLang="en-US" sz="2800" dirty="0">
                <a:solidFill>
                  <a:srgbClr val="990033"/>
                </a:solidFill>
                <a:latin typeface="Arial" panose="020B0604020202020204" pitchFamily="34" charset="0"/>
              </a:rPr>
              <a:t>三相电源的相量图</a:t>
            </a:r>
            <a:endParaRPr lang="zh-CN" altLang="en-US" sz="2800" dirty="0">
              <a:solidFill>
                <a:srgbClr val="990033"/>
              </a:solidFill>
              <a:latin typeface="Arial" panose="020B0604020202020204" pitchFamily="34" charset="0"/>
            </a:endParaRPr>
          </a:p>
        </p:txBody>
      </p:sp>
      <p:graphicFrame>
        <p:nvGraphicFramePr>
          <p:cNvPr id="58386" name="Object 18"/>
          <p:cNvGraphicFramePr/>
          <p:nvPr/>
        </p:nvGraphicFramePr>
        <p:xfrm>
          <a:off x="5292725" y="2276475"/>
          <a:ext cx="2720975" cy="917575"/>
        </p:xfrm>
        <a:graphic>
          <a:graphicData uri="http://schemas.openxmlformats.org/presentationml/2006/ole">
            <mc:AlternateContent xmlns:mc="http://schemas.openxmlformats.org/markup-compatibility/2006">
              <mc:Choice xmlns:v="urn:schemas-microsoft-com:vml" Requires="v">
                <p:oleObj spid="_x0000_s3384" name="" r:id="rId2" imgW="1320165" imgH="444500" progId="Equation.3">
                  <p:embed/>
                </p:oleObj>
              </mc:Choice>
              <mc:Fallback>
                <p:oleObj name="" r:id="rId2" imgW="1320165" imgH="444500" progId="Equation.3">
                  <p:embed/>
                  <p:pic>
                    <p:nvPicPr>
                      <p:cNvPr id="0" name="图片 3383"/>
                      <p:cNvPicPr/>
                      <p:nvPr/>
                    </p:nvPicPr>
                    <p:blipFill>
                      <a:blip r:embed="rId3">
                        <a:clrChange>
                          <a:clrFrom>
                            <a:srgbClr val="000000"/>
                          </a:clrFrom>
                          <a:clrTo>
                            <a:srgbClr val="FFFFFF"/>
                          </a:clrTo>
                        </a:clrChange>
                      </a:blip>
                      <a:stretch>
                        <a:fillRect/>
                      </a:stretch>
                    </p:blipFill>
                    <p:spPr>
                      <a:xfrm>
                        <a:off x="5292725" y="2276475"/>
                        <a:ext cx="2720975" cy="917575"/>
                      </a:xfrm>
                      <a:prstGeom prst="rect">
                        <a:avLst/>
                      </a:prstGeom>
                      <a:noFill/>
                      <a:ln w="38100">
                        <a:noFill/>
                        <a:miter/>
                      </a:ln>
                    </p:spPr>
                  </p:pic>
                </p:oleObj>
              </mc:Fallback>
            </mc:AlternateContent>
          </a:graphicData>
        </a:graphic>
      </p:graphicFrame>
      <p:sp>
        <p:nvSpPr>
          <p:cNvPr id="58387" name="Text Box 19"/>
          <p:cNvSpPr txBox="1"/>
          <p:nvPr/>
        </p:nvSpPr>
        <p:spPr>
          <a:xfrm>
            <a:off x="5076825" y="1412875"/>
            <a:ext cx="3816350" cy="946150"/>
          </a:xfrm>
          <a:prstGeom prst="rect">
            <a:avLst/>
          </a:prstGeom>
          <a:noFill/>
          <a:ln w="9525">
            <a:noFill/>
          </a:ln>
        </p:spPr>
        <p:txBody>
          <a:bodyPr>
            <a:spAutoFit/>
          </a:bodyPr>
          <a:p>
            <a:pPr>
              <a:spcBef>
                <a:spcPct val="50000"/>
              </a:spcBef>
            </a:pPr>
            <a:r>
              <a:rPr lang="zh-CN" altLang="en-US" sz="2800" dirty="0">
                <a:latin typeface="楷体_GB2312" pitchFamily="49" charset="-122"/>
              </a:rPr>
              <a:t>电容断路，</a:t>
            </a:r>
            <a:r>
              <a:rPr lang="en-US" altLang="zh-CN" sz="2800" b="0" dirty="0">
                <a:solidFill>
                  <a:schemeClr val="bg1"/>
                </a:solidFill>
                <a:latin typeface="Times New Roman" panose="02020603050405020304" pitchFamily="18" charset="0"/>
              </a:rPr>
              <a:t>N</a:t>
            </a:r>
            <a:r>
              <a:rPr lang="en-US" altLang="zh-CN" sz="2800" b="0" dirty="0">
                <a:solidFill>
                  <a:schemeClr val="bg1"/>
                </a:solidFill>
                <a:latin typeface="Times New Roman" panose="02020603050405020304" pitchFamily="18" charset="0"/>
                <a:cs typeface="Times New Roman" panose="02020603050405020304" pitchFamily="18" charset="0"/>
              </a:rPr>
              <a:t>'</a:t>
            </a:r>
            <a:r>
              <a:rPr lang="zh-CN" altLang="en-US" sz="2800" dirty="0">
                <a:latin typeface="楷体_GB2312" pitchFamily="49" charset="-122"/>
              </a:rPr>
              <a:t>在</a:t>
            </a:r>
            <a:r>
              <a:rPr lang="en-US" altLang="zh-CN" sz="2800" b="0" dirty="0">
                <a:latin typeface="Times New Roman" panose="02020603050405020304" pitchFamily="18" charset="0"/>
              </a:rPr>
              <a:t>CB</a:t>
            </a:r>
            <a:r>
              <a:rPr lang="zh-CN" altLang="en-US" sz="2800" dirty="0">
                <a:latin typeface="楷体_GB2312" pitchFamily="49" charset="-122"/>
              </a:rPr>
              <a:t>线中点。</a:t>
            </a:r>
            <a:endParaRPr lang="zh-CN" altLang="en-US" sz="2800" dirty="0">
              <a:latin typeface="楷体_GB2312" pitchFamily="49" charset="-122"/>
            </a:endParaRPr>
          </a:p>
        </p:txBody>
      </p:sp>
      <p:sp>
        <p:nvSpPr>
          <p:cNvPr id="58388" name="Text Box 20"/>
          <p:cNvSpPr txBox="1"/>
          <p:nvPr/>
        </p:nvSpPr>
        <p:spPr>
          <a:xfrm>
            <a:off x="4859338" y="3213100"/>
            <a:ext cx="3960812" cy="946150"/>
          </a:xfrm>
          <a:prstGeom prst="rect">
            <a:avLst/>
          </a:prstGeom>
          <a:noFill/>
          <a:ln w="9525">
            <a:noFill/>
          </a:ln>
        </p:spPr>
        <p:txBody>
          <a:bodyPr>
            <a:spAutoFit/>
          </a:bodyPr>
          <a:p>
            <a:pPr>
              <a:spcBef>
                <a:spcPct val="50000"/>
              </a:spcBef>
            </a:pPr>
            <a:r>
              <a:rPr lang="zh-CN" altLang="en-US" sz="2800" dirty="0">
                <a:latin typeface="楷体_GB2312" pitchFamily="49" charset="-122"/>
              </a:rPr>
              <a:t>电容变化，</a:t>
            </a:r>
            <a:r>
              <a:rPr lang="en-US" altLang="zh-CN" sz="2800" b="0" dirty="0">
                <a:solidFill>
                  <a:schemeClr val="bg1"/>
                </a:solidFill>
                <a:latin typeface="Times New Roman" panose="02020603050405020304" pitchFamily="18" charset="0"/>
              </a:rPr>
              <a:t>N</a:t>
            </a:r>
            <a:r>
              <a:rPr lang="en-US" altLang="zh-CN" sz="2800" b="0" dirty="0">
                <a:solidFill>
                  <a:schemeClr val="bg1"/>
                </a:solidFill>
                <a:latin typeface="Times New Roman" panose="02020603050405020304" pitchFamily="18" charset="0"/>
                <a:cs typeface="Times New Roman" panose="02020603050405020304" pitchFamily="18" charset="0"/>
              </a:rPr>
              <a:t>'</a:t>
            </a:r>
            <a:r>
              <a:rPr lang="zh-CN" altLang="en-US" sz="2800" dirty="0">
                <a:latin typeface="楷体_GB2312" pitchFamily="49" charset="-122"/>
              </a:rPr>
              <a:t>在半圆上运动，因此总满足：</a:t>
            </a:r>
            <a:endParaRPr lang="zh-CN" altLang="en-US" sz="2800" dirty="0">
              <a:latin typeface="楷体_GB2312" pitchFamily="49" charset="-122"/>
            </a:endParaRPr>
          </a:p>
        </p:txBody>
      </p:sp>
      <p:grpSp>
        <p:nvGrpSpPr>
          <p:cNvPr id="43017" name="Group 46"/>
          <p:cNvGrpSpPr/>
          <p:nvPr/>
        </p:nvGrpSpPr>
        <p:grpSpPr>
          <a:xfrm>
            <a:off x="8316913" y="6445250"/>
            <a:ext cx="792162" cy="366713"/>
            <a:chOff x="5193" y="4020"/>
            <a:chExt cx="499" cy="231"/>
          </a:xfrm>
        </p:grpSpPr>
        <p:pic>
          <p:nvPicPr>
            <p:cNvPr id="43026" name="Picture 47" descr="78900"/>
            <p:cNvPicPr>
              <a:picLocks noChangeAspect="1"/>
            </p:cNvPicPr>
            <p:nvPr/>
          </p:nvPicPr>
          <p:blipFill>
            <a:blip r:embed="rId4"/>
            <a:stretch>
              <a:fillRect/>
            </a:stretch>
          </p:blipFill>
          <p:spPr>
            <a:xfrm>
              <a:off x="5193" y="4066"/>
              <a:ext cx="499" cy="181"/>
            </a:xfrm>
            <a:prstGeom prst="rect">
              <a:avLst/>
            </a:prstGeom>
            <a:noFill/>
            <a:ln w="9525">
              <a:noFill/>
            </a:ln>
          </p:spPr>
        </p:pic>
        <p:sp>
          <p:nvSpPr>
            <p:cNvPr id="43027" name="Text Box 48">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3018" name="Group 49"/>
          <p:cNvGrpSpPr/>
          <p:nvPr/>
        </p:nvGrpSpPr>
        <p:grpSpPr>
          <a:xfrm>
            <a:off x="7451725" y="6445250"/>
            <a:ext cx="792163" cy="366713"/>
            <a:chOff x="5193" y="4020"/>
            <a:chExt cx="499" cy="231"/>
          </a:xfrm>
        </p:grpSpPr>
        <p:pic>
          <p:nvPicPr>
            <p:cNvPr id="43024" name="Picture 50" descr="78900"/>
            <p:cNvPicPr>
              <a:picLocks noChangeAspect="1"/>
            </p:cNvPicPr>
            <p:nvPr/>
          </p:nvPicPr>
          <p:blipFill>
            <a:blip r:embed="rId4"/>
            <a:stretch>
              <a:fillRect/>
            </a:stretch>
          </p:blipFill>
          <p:spPr>
            <a:xfrm>
              <a:off x="5193" y="4066"/>
              <a:ext cx="499" cy="181"/>
            </a:xfrm>
            <a:prstGeom prst="rect">
              <a:avLst/>
            </a:prstGeom>
            <a:noFill/>
            <a:ln w="9525">
              <a:noFill/>
            </a:ln>
          </p:spPr>
        </p:pic>
        <p:sp>
          <p:nvSpPr>
            <p:cNvPr id="43025" name="Text Box 51">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3019" name="Group 52"/>
          <p:cNvGrpSpPr/>
          <p:nvPr/>
        </p:nvGrpSpPr>
        <p:grpSpPr>
          <a:xfrm>
            <a:off x="6588125" y="6446838"/>
            <a:ext cx="792163" cy="366712"/>
            <a:chOff x="4695" y="4061"/>
            <a:chExt cx="499" cy="231"/>
          </a:xfrm>
        </p:grpSpPr>
        <p:pic>
          <p:nvPicPr>
            <p:cNvPr id="43022" name="Picture 53" descr="78900"/>
            <p:cNvPicPr>
              <a:picLocks noChangeAspect="1"/>
            </p:cNvPicPr>
            <p:nvPr/>
          </p:nvPicPr>
          <p:blipFill>
            <a:blip r:embed="rId4"/>
            <a:stretch>
              <a:fillRect/>
            </a:stretch>
          </p:blipFill>
          <p:spPr>
            <a:xfrm>
              <a:off x="4695" y="4107"/>
              <a:ext cx="499" cy="181"/>
            </a:xfrm>
            <a:prstGeom prst="rect">
              <a:avLst/>
            </a:prstGeom>
            <a:noFill/>
            <a:ln w="9525">
              <a:noFill/>
            </a:ln>
          </p:spPr>
        </p:pic>
        <p:sp>
          <p:nvSpPr>
            <p:cNvPr id="43023" name="Text Box 54">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 name="Group 56"/>
          <p:cNvGrpSpPr/>
          <p:nvPr/>
        </p:nvGrpSpPr>
        <p:grpSpPr>
          <a:xfrm>
            <a:off x="5292725" y="4235450"/>
            <a:ext cx="1920875" cy="622300"/>
            <a:chOff x="3334" y="2668"/>
            <a:chExt cx="1210" cy="392"/>
          </a:xfrm>
        </p:grpSpPr>
        <p:graphicFrame>
          <p:nvGraphicFramePr>
            <p:cNvPr id="43011" name="Object 21"/>
            <p:cNvGraphicFramePr/>
            <p:nvPr/>
          </p:nvGraphicFramePr>
          <p:xfrm>
            <a:off x="3334" y="2668"/>
            <a:ext cx="1210" cy="392"/>
          </p:xfrm>
          <a:graphic>
            <a:graphicData uri="http://schemas.openxmlformats.org/presentationml/2006/ole">
              <mc:AlternateContent xmlns:mc="http://schemas.openxmlformats.org/markup-compatibility/2006">
                <mc:Choice xmlns:v="urn:schemas-microsoft-com:vml" Requires="v">
                  <p:oleObj spid="_x0000_s3383" name="" r:id="rId5" imgW="786765" imgH="254000" progId="Equation.3">
                    <p:embed/>
                  </p:oleObj>
                </mc:Choice>
                <mc:Fallback>
                  <p:oleObj name="" r:id="rId5" imgW="786765" imgH="254000" progId="Equation.3">
                    <p:embed/>
                    <p:pic>
                      <p:nvPicPr>
                        <p:cNvPr id="0" name="图片 3382"/>
                        <p:cNvPicPr/>
                        <p:nvPr/>
                      </p:nvPicPr>
                      <p:blipFill>
                        <a:blip r:embed="rId6">
                          <a:clrChange>
                            <a:clrFrom>
                              <a:srgbClr val="000000"/>
                            </a:clrFrom>
                            <a:clrTo>
                              <a:srgbClr val="FFFFFF"/>
                            </a:clrTo>
                          </a:clrChange>
                        </a:blip>
                        <a:stretch>
                          <a:fillRect/>
                        </a:stretch>
                      </p:blipFill>
                      <p:spPr>
                        <a:xfrm>
                          <a:off x="3334" y="2668"/>
                          <a:ext cx="1210" cy="392"/>
                        </a:xfrm>
                        <a:prstGeom prst="rect">
                          <a:avLst/>
                        </a:prstGeom>
                        <a:noFill/>
                        <a:ln w="38100">
                          <a:noFill/>
                          <a:miter/>
                        </a:ln>
                      </p:spPr>
                    </p:pic>
                  </p:oleObj>
                </mc:Fallback>
              </mc:AlternateContent>
            </a:graphicData>
          </a:graphic>
        </p:graphicFrame>
        <p:sp>
          <p:nvSpPr>
            <p:cNvPr id="43021" name="Line 55"/>
            <p:cNvSpPr/>
            <p:nvPr/>
          </p:nvSpPr>
          <p:spPr>
            <a:xfrm flipV="1">
              <a:off x="3896" y="2931"/>
              <a:ext cx="136" cy="91"/>
            </a:xfrm>
            <a:prstGeom prst="line">
              <a:avLst/>
            </a:prstGeom>
            <a:ln w="19050"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edge">
                                      <p:cBhvr>
                                        <p:cTn id="7" dur="2000"/>
                                        <p:tgtEl>
                                          <p:spTgt spid="2"/>
                                        </p:tgtEl>
                                      </p:cBhvr>
                                    </p:animEffect>
                                  </p:childTnLst>
                                </p:cTn>
                              </p:par>
                            </p:childTnLst>
                          </p:cTn>
                        </p:par>
                        <p:par>
                          <p:cTn id="8" fill="hold">
                            <p:stCondLst>
                              <p:cond delay="2000"/>
                            </p:stCondLst>
                            <p:childTnLst>
                              <p:par>
                                <p:cTn id="9" presetID="20" presetClass="entr" presetSubtype="0" fill="hold" grpId="0" nodeType="afterEffect">
                                  <p:stCondLst>
                                    <p:cond delay="0"/>
                                  </p:stCondLst>
                                  <p:childTnLst>
                                    <p:set>
                                      <p:cBhvr>
                                        <p:cTn id="10" dur="1" fill="hold">
                                          <p:stCondLst>
                                            <p:cond delay="0"/>
                                          </p:stCondLst>
                                        </p:cTn>
                                        <p:tgtEl>
                                          <p:spTgt spid="58385"/>
                                        </p:tgtEl>
                                        <p:attrNameLst>
                                          <p:attrName>style.visibility</p:attrName>
                                        </p:attrNameLst>
                                      </p:cBhvr>
                                      <p:to>
                                        <p:strVal val="visible"/>
                                      </p:to>
                                    </p:set>
                                    <p:animEffect transition="in" filter="wedge">
                                      <p:cBhvr>
                                        <p:cTn id="11" dur="2000"/>
                                        <p:tgtEl>
                                          <p:spTgt spid="58385"/>
                                        </p:tgtEl>
                                      </p:cBhvr>
                                    </p:animEffect>
                                  </p:childTnLst>
                                </p:cTn>
                              </p:par>
                            </p:childTnLst>
                          </p:cTn>
                        </p:par>
                      </p:childTnLst>
                    </p:cTn>
                  </p:par>
                  <p:par>
                    <p:cTn id="12" fill="hold">
                      <p:stCondLst>
                        <p:cond delay="indefinite"/>
                      </p:stCondLst>
                      <p:childTnLst>
                        <p:par>
                          <p:cTn id="13" fill="hold">
                            <p:stCondLst>
                              <p:cond delay="0"/>
                            </p:stCondLst>
                            <p:childTnLst>
                              <p:par>
                                <p:cTn id="14" presetID="55" presetClass="entr" presetSubtype="0" fill="hold" grpId="0" nodeType="clickEffect">
                                  <p:stCondLst>
                                    <p:cond delay="0"/>
                                  </p:stCondLst>
                                  <p:childTnLst>
                                    <p:set>
                                      <p:cBhvr>
                                        <p:cTn id="15" dur="1" fill="hold">
                                          <p:stCondLst>
                                            <p:cond delay="0"/>
                                          </p:stCondLst>
                                        </p:cTn>
                                        <p:tgtEl>
                                          <p:spTgt spid="58387"/>
                                        </p:tgtEl>
                                        <p:attrNameLst>
                                          <p:attrName>style.visibility</p:attrName>
                                        </p:attrNameLst>
                                      </p:cBhvr>
                                      <p:to>
                                        <p:strVal val="visible"/>
                                      </p:to>
                                    </p:set>
                                    <p:anim calcmode="lin" valueType="num">
                                      <p:cBhvr>
                                        <p:cTn id="16" dur="1000" fill="hold"/>
                                        <p:tgtEl>
                                          <p:spTgt spid="58387"/>
                                        </p:tgtEl>
                                        <p:attrNameLst>
                                          <p:attrName>ppt_w</p:attrName>
                                        </p:attrNameLst>
                                      </p:cBhvr>
                                      <p:tavLst>
                                        <p:tav tm="0">
                                          <p:val>
                                            <p:strVal val="#ppt_w*0.70"/>
                                          </p:val>
                                        </p:tav>
                                        <p:tav tm="100000">
                                          <p:val>
                                            <p:strVal val="#ppt_w"/>
                                          </p:val>
                                        </p:tav>
                                      </p:tavLst>
                                    </p:anim>
                                    <p:anim calcmode="lin" valueType="num">
                                      <p:cBhvr>
                                        <p:cTn id="17" dur="1000" fill="hold"/>
                                        <p:tgtEl>
                                          <p:spTgt spid="58387"/>
                                        </p:tgtEl>
                                        <p:attrNameLst>
                                          <p:attrName>ppt_h</p:attrName>
                                        </p:attrNameLst>
                                      </p:cBhvr>
                                      <p:tavLst>
                                        <p:tav tm="0">
                                          <p:val>
                                            <p:strVal val="#ppt_h"/>
                                          </p:val>
                                        </p:tav>
                                        <p:tav tm="100000">
                                          <p:val>
                                            <p:strVal val="#ppt_h"/>
                                          </p:val>
                                        </p:tav>
                                      </p:tavLst>
                                    </p:anim>
                                    <p:animEffect transition="in" filter="fade">
                                      <p:cBhvr>
                                        <p:cTn id="18" dur="1000"/>
                                        <p:tgtEl>
                                          <p:spTgt spid="5838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58386"/>
                                        </p:tgtEl>
                                        <p:attrNameLst>
                                          <p:attrName>style.visibility</p:attrName>
                                        </p:attrNameLst>
                                      </p:cBhvr>
                                      <p:to>
                                        <p:strVal val="visible"/>
                                      </p:to>
                                    </p:set>
                                    <p:animEffect transition="in" filter="wipe(up)">
                                      <p:cBhvr>
                                        <p:cTn id="23" dur="2000"/>
                                        <p:tgtEl>
                                          <p:spTgt spid="58386"/>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58388"/>
                                        </p:tgtEl>
                                        <p:attrNameLst>
                                          <p:attrName>style.visibility</p:attrName>
                                        </p:attrNameLst>
                                      </p:cBhvr>
                                      <p:to>
                                        <p:strVal val="visible"/>
                                      </p:to>
                                    </p:set>
                                    <p:anim calcmode="lin" valueType="num">
                                      <p:cBhvr>
                                        <p:cTn id="28" dur="1000" fill="hold"/>
                                        <p:tgtEl>
                                          <p:spTgt spid="58388"/>
                                        </p:tgtEl>
                                        <p:attrNameLst>
                                          <p:attrName>ppt_w</p:attrName>
                                        </p:attrNameLst>
                                      </p:cBhvr>
                                      <p:tavLst>
                                        <p:tav tm="0">
                                          <p:val>
                                            <p:strVal val="#ppt_w*0.70"/>
                                          </p:val>
                                        </p:tav>
                                        <p:tav tm="100000">
                                          <p:val>
                                            <p:strVal val="#ppt_w"/>
                                          </p:val>
                                        </p:tav>
                                      </p:tavLst>
                                    </p:anim>
                                    <p:anim calcmode="lin" valueType="num">
                                      <p:cBhvr>
                                        <p:cTn id="29" dur="1000" fill="hold"/>
                                        <p:tgtEl>
                                          <p:spTgt spid="58388"/>
                                        </p:tgtEl>
                                        <p:attrNameLst>
                                          <p:attrName>ppt_h</p:attrName>
                                        </p:attrNameLst>
                                      </p:cBhvr>
                                      <p:tavLst>
                                        <p:tav tm="0">
                                          <p:val>
                                            <p:strVal val="#ppt_h"/>
                                          </p:val>
                                        </p:tav>
                                        <p:tav tm="100000">
                                          <p:val>
                                            <p:strVal val="#ppt_h"/>
                                          </p:val>
                                        </p:tav>
                                      </p:tavLst>
                                    </p:anim>
                                    <p:animEffect transition="in" filter="fade">
                                      <p:cBhvr>
                                        <p:cTn id="30" dur="1000"/>
                                        <p:tgtEl>
                                          <p:spTgt spid="58388"/>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blinds(horizontal)">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58370"/>
                                        </p:tgtEl>
                                        <p:attrNameLst>
                                          <p:attrName>style.visibility</p:attrName>
                                        </p:attrNameLst>
                                      </p:cBhvr>
                                      <p:to>
                                        <p:strVal val="visible"/>
                                      </p:to>
                                    </p:set>
                                    <p:animEffect transition="in" filter="wipe(up)">
                                      <p:cBhvr>
                                        <p:cTn id="40" dur="2000"/>
                                        <p:tgtEl>
                                          <p:spTgt spid="58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p:bldP spid="58385" grpId="0" animBg="1"/>
      <p:bldP spid="58387" grpId="0"/>
      <p:bldP spid="58388"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2"/>
          <p:cNvSpPr/>
          <p:nvPr/>
        </p:nvSpPr>
        <p:spPr>
          <a:xfrm>
            <a:off x="250825" y="549275"/>
            <a:ext cx="1366838" cy="579438"/>
          </a:xfrm>
          <a:prstGeom prst="rect">
            <a:avLst/>
          </a:prstGeom>
          <a:noFill/>
          <a:ln w="9525">
            <a:noFill/>
          </a:ln>
        </p:spPr>
        <p:txBody>
          <a:bodyPr>
            <a:spAutoFit/>
          </a:bodyPr>
          <a:p>
            <a:r>
              <a:rPr lang="zh-CN" altLang="en-US" dirty="0">
                <a:solidFill>
                  <a:schemeClr val="bg1"/>
                </a:solidFill>
                <a:latin typeface="Times New Roman" panose="02020603050405020304" pitchFamily="18" charset="0"/>
                <a:ea typeface="宋体" panose="02010600030101010101" pitchFamily="2" charset="-122"/>
              </a:rPr>
              <a:t>例</a:t>
            </a:r>
            <a:r>
              <a:rPr lang="en-US" altLang="zh-CN" b="0" dirty="0">
                <a:solidFill>
                  <a:schemeClr val="bg1"/>
                </a:solidFill>
                <a:latin typeface="Times New Roman" panose="02020603050405020304" pitchFamily="18" charset="0"/>
                <a:ea typeface="宋体" panose="02010600030101010101" pitchFamily="2" charset="-122"/>
              </a:rPr>
              <a:t>4-3</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64538" name="Text Box 26"/>
          <p:cNvSpPr txBox="1"/>
          <p:nvPr/>
        </p:nvSpPr>
        <p:spPr>
          <a:xfrm>
            <a:off x="1331913" y="476250"/>
            <a:ext cx="7561262" cy="1117600"/>
          </a:xfrm>
          <a:prstGeom prst="rect">
            <a:avLst/>
          </a:prstGeom>
          <a:noFill/>
          <a:ln w="9525">
            <a:noFill/>
          </a:ln>
        </p:spPr>
        <p:txBody>
          <a:bodyPr>
            <a:spAutoFit/>
          </a:bodyPr>
          <a:p>
            <a:pPr algn="just">
              <a:lnSpc>
                <a:spcPct val="120000"/>
              </a:lnSpc>
              <a:spcBef>
                <a:spcPct val="50000"/>
              </a:spcBef>
            </a:pPr>
            <a:r>
              <a:rPr lang="zh-CN" altLang="en-US" sz="2800" dirty="0">
                <a:latin typeface="楷体_GB2312" pitchFamily="49" charset="-122"/>
              </a:rPr>
              <a:t>如图电路中，电源三相对称。当开关</a:t>
            </a:r>
            <a:r>
              <a:rPr lang="en-US" altLang="zh-CN" sz="2800" b="0" dirty="0">
                <a:latin typeface="Times New Roman" panose="02020603050405020304" pitchFamily="18" charset="0"/>
              </a:rPr>
              <a:t>S</a:t>
            </a:r>
            <a:r>
              <a:rPr lang="zh-CN" altLang="en-US" sz="2800" dirty="0">
                <a:latin typeface="楷体_GB2312" pitchFamily="49" charset="-122"/>
              </a:rPr>
              <a:t>闭合时，电流表的读数均为</a:t>
            </a:r>
            <a:r>
              <a:rPr lang="en-US" altLang="zh-CN" sz="2800" b="0" dirty="0">
                <a:latin typeface="Times New Roman" panose="02020603050405020304" pitchFamily="18" charset="0"/>
              </a:rPr>
              <a:t>5A</a:t>
            </a:r>
            <a:r>
              <a:rPr lang="zh-CN" altLang="en-US" sz="2800" dirty="0">
                <a:latin typeface="楷体_GB2312" pitchFamily="49" charset="-122"/>
              </a:rPr>
              <a:t>。</a:t>
            </a:r>
            <a:endParaRPr lang="zh-CN" altLang="en-US" sz="2800" dirty="0">
              <a:latin typeface="楷体_GB2312" pitchFamily="49" charset="-122"/>
            </a:endParaRPr>
          </a:p>
        </p:txBody>
      </p:sp>
      <p:sp>
        <p:nvSpPr>
          <p:cNvPr id="64539" name="Text Box 27"/>
          <p:cNvSpPr txBox="1"/>
          <p:nvPr/>
        </p:nvSpPr>
        <p:spPr>
          <a:xfrm>
            <a:off x="1187450" y="1628775"/>
            <a:ext cx="3457575" cy="1117600"/>
          </a:xfrm>
          <a:prstGeom prst="rect">
            <a:avLst/>
          </a:prstGeom>
          <a:noFill/>
          <a:ln w="9525">
            <a:noFill/>
          </a:ln>
        </p:spPr>
        <p:txBody>
          <a:bodyPr>
            <a:spAutoFit/>
          </a:bodyPr>
          <a:p>
            <a:pPr marL="571500" indent="-571500" algn="just">
              <a:lnSpc>
                <a:spcPct val="120000"/>
              </a:lnSpc>
              <a:spcBef>
                <a:spcPct val="50000"/>
              </a:spcBef>
            </a:pPr>
            <a:r>
              <a:rPr lang="zh-CN" altLang="en-US" sz="2800" dirty="0">
                <a:latin typeface="楷体_GB2312" pitchFamily="49" charset="-122"/>
              </a:rPr>
              <a:t>求：开关</a:t>
            </a:r>
            <a:r>
              <a:rPr lang="en-US" altLang="zh-CN" sz="2800" b="0" dirty="0">
                <a:latin typeface="Times New Roman" panose="02020603050405020304" pitchFamily="18" charset="0"/>
              </a:rPr>
              <a:t>S</a:t>
            </a:r>
            <a:r>
              <a:rPr lang="zh-CN" altLang="en-US" sz="2800" dirty="0">
                <a:latin typeface="楷体_GB2312" pitchFamily="49" charset="-122"/>
              </a:rPr>
              <a:t>打开后各电流表的读数。</a:t>
            </a:r>
            <a:endParaRPr lang="zh-CN" altLang="en-US" sz="2800" dirty="0">
              <a:latin typeface="楷体_GB2312" pitchFamily="49" charset="-122"/>
            </a:endParaRPr>
          </a:p>
        </p:txBody>
      </p:sp>
      <p:sp>
        <p:nvSpPr>
          <p:cNvPr id="64540" name="Rectangle 28"/>
          <p:cNvSpPr/>
          <p:nvPr/>
        </p:nvSpPr>
        <p:spPr>
          <a:xfrm>
            <a:off x="755650" y="2852738"/>
            <a:ext cx="541338" cy="519112"/>
          </a:xfrm>
          <a:prstGeom prst="rect">
            <a:avLst/>
          </a:prstGeom>
          <a:solidFill>
            <a:srgbClr val="990033"/>
          </a:solidFill>
          <a:ln w="9525">
            <a:noFill/>
          </a:ln>
        </p:spPr>
        <p:txBody>
          <a:bodyPr wrap="none">
            <a:spAutoFit/>
          </a:bodyPr>
          <a:p>
            <a:r>
              <a:rPr lang="zh-CN" altLang="en-US" sz="2800" dirty="0">
                <a:solidFill>
                  <a:schemeClr val="bg1"/>
                </a:solidFill>
                <a:latin typeface="Times New Roman" panose="02020603050405020304" pitchFamily="18" charset="0"/>
                <a:ea typeface="宋体" panose="02010600030101010101" pitchFamily="2" charset="-122"/>
              </a:rPr>
              <a:t>解</a:t>
            </a:r>
            <a:endParaRPr lang="zh-CN" altLang="en-US" sz="2800" dirty="0">
              <a:solidFill>
                <a:schemeClr val="bg1"/>
              </a:solidFill>
              <a:latin typeface="Times New Roman" panose="02020603050405020304" pitchFamily="18" charset="0"/>
              <a:ea typeface="宋体" panose="02010600030101010101" pitchFamily="2" charset="-122"/>
            </a:endParaRPr>
          </a:p>
        </p:txBody>
      </p:sp>
      <p:sp>
        <p:nvSpPr>
          <p:cNvPr id="64541" name="Text Box 29"/>
          <p:cNvSpPr txBox="1"/>
          <p:nvPr/>
        </p:nvSpPr>
        <p:spPr>
          <a:xfrm>
            <a:off x="900113" y="3644900"/>
            <a:ext cx="7273925" cy="1630363"/>
          </a:xfrm>
          <a:prstGeom prst="rect">
            <a:avLst/>
          </a:prstGeom>
          <a:noFill/>
          <a:ln w="9525">
            <a:noFill/>
          </a:ln>
        </p:spPr>
        <p:txBody>
          <a:bodyPr>
            <a:spAutoFit/>
          </a:bodyPr>
          <a:p>
            <a:pPr algn="just">
              <a:lnSpc>
                <a:spcPct val="120000"/>
              </a:lnSpc>
              <a:spcBef>
                <a:spcPct val="50000"/>
              </a:spcBef>
            </a:pPr>
            <a:r>
              <a:rPr lang="en-US" altLang="zh-CN" sz="2800" dirty="0">
                <a:latin typeface="仿宋_GB2312" pitchFamily="49" charset="-122"/>
                <a:ea typeface="仿宋_GB2312" pitchFamily="49" charset="-122"/>
              </a:rPr>
              <a:t>    </a:t>
            </a:r>
            <a:r>
              <a:rPr lang="zh-CN" altLang="en-US" sz="2800" dirty="0">
                <a:latin typeface="楷体_GB2312" pitchFamily="49" charset="-122"/>
              </a:rPr>
              <a:t>开关</a:t>
            </a:r>
            <a:r>
              <a:rPr lang="en-US" altLang="zh-CN" sz="2800" b="0" dirty="0">
                <a:latin typeface="Times New Roman" panose="02020603050405020304" pitchFamily="18" charset="0"/>
              </a:rPr>
              <a:t>S</a:t>
            </a:r>
            <a:r>
              <a:rPr lang="zh-CN" altLang="en-US" sz="2800" dirty="0">
                <a:latin typeface="楷体_GB2312" pitchFamily="49" charset="-122"/>
              </a:rPr>
              <a:t>打开后，表</a:t>
            </a:r>
            <a:r>
              <a:rPr lang="en-US" altLang="zh-CN" sz="2800" b="0" dirty="0">
                <a:latin typeface="Times New Roman" panose="02020603050405020304" pitchFamily="18" charset="0"/>
              </a:rPr>
              <a:t>A</a:t>
            </a:r>
            <a:r>
              <a:rPr lang="en-US" altLang="zh-CN" sz="2800" b="0" baseline="-25000" dirty="0">
                <a:latin typeface="Times New Roman" panose="02020603050405020304" pitchFamily="18" charset="0"/>
              </a:rPr>
              <a:t>2</a:t>
            </a:r>
            <a:r>
              <a:rPr lang="zh-CN" altLang="en-US" sz="2800" dirty="0">
                <a:latin typeface="楷体_GB2312" pitchFamily="49" charset="-122"/>
              </a:rPr>
              <a:t>的电流数与负载对称时相同。而表</a:t>
            </a:r>
            <a:r>
              <a:rPr lang="en-US" altLang="zh-CN" sz="2800" b="0" dirty="0">
                <a:latin typeface="Times New Roman" panose="02020603050405020304" pitchFamily="18" charset="0"/>
              </a:rPr>
              <a:t>A</a:t>
            </a:r>
            <a:r>
              <a:rPr lang="en-US" altLang="zh-CN" sz="2800" b="0" baseline="-25000" dirty="0">
                <a:latin typeface="Times New Roman" panose="02020603050405020304" pitchFamily="18" charset="0"/>
              </a:rPr>
              <a:t>1</a:t>
            </a:r>
            <a:r>
              <a:rPr lang="zh-CN" altLang="en-US" sz="2800" b="0" dirty="0">
                <a:latin typeface="Times New Roman" panose="02020603050405020304" pitchFamily="18" charset="0"/>
              </a:rPr>
              <a:t>和表</a:t>
            </a:r>
            <a:r>
              <a:rPr lang="en-US" altLang="zh-CN" sz="2800" b="0" dirty="0">
                <a:latin typeface="Times New Roman" panose="02020603050405020304" pitchFamily="18" charset="0"/>
              </a:rPr>
              <a:t>A</a:t>
            </a:r>
            <a:r>
              <a:rPr lang="en-US" altLang="zh-CN" sz="2800" b="0" baseline="-25000" dirty="0">
                <a:latin typeface="Times New Roman" panose="02020603050405020304" pitchFamily="18" charset="0"/>
              </a:rPr>
              <a:t>3</a:t>
            </a:r>
            <a:r>
              <a:rPr lang="zh-CN" altLang="en-US" sz="2800" dirty="0">
                <a:latin typeface="楷体_GB2312" pitchFamily="49" charset="-122"/>
              </a:rPr>
              <a:t>的电流数等于负载对称时的相电流。</a:t>
            </a:r>
            <a:endParaRPr lang="zh-CN" altLang="en-US" sz="2800" dirty="0">
              <a:latin typeface="楷体_GB2312" pitchFamily="49" charset="-122"/>
            </a:endParaRPr>
          </a:p>
        </p:txBody>
      </p:sp>
      <p:grpSp>
        <p:nvGrpSpPr>
          <p:cNvPr id="2" name="Group 96"/>
          <p:cNvGrpSpPr/>
          <p:nvPr/>
        </p:nvGrpSpPr>
        <p:grpSpPr>
          <a:xfrm>
            <a:off x="4932363" y="1125538"/>
            <a:ext cx="3832225" cy="2520950"/>
            <a:chOff x="3107" y="709"/>
            <a:chExt cx="2414" cy="1588"/>
          </a:xfrm>
        </p:grpSpPr>
        <p:sp>
          <p:nvSpPr>
            <p:cNvPr id="44056" name="Line 50"/>
            <p:cNvSpPr/>
            <p:nvPr/>
          </p:nvSpPr>
          <p:spPr>
            <a:xfrm>
              <a:off x="4500" y="1061"/>
              <a:ext cx="0" cy="1056"/>
            </a:xfrm>
            <a:prstGeom prst="line">
              <a:avLst/>
            </a:prstGeom>
            <a:ln w="28575" cap="flat" cmpd="sng">
              <a:solidFill>
                <a:srgbClr val="FFCC00"/>
              </a:solidFill>
              <a:prstDash val="solid"/>
              <a:headEnd type="none" w="med" len="med"/>
              <a:tailEnd type="none" w="med" len="med"/>
            </a:ln>
          </p:spPr>
        </p:sp>
        <p:sp>
          <p:nvSpPr>
            <p:cNvPr id="44057" name="Line 51"/>
            <p:cNvSpPr/>
            <p:nvPr/>
          </p:nvSpPr>
          <p:spPr>
            <a:xfrm>
              <a:off x="3152" y="1061"/>
              <a:ext cx="1575" cy="0"/>
            </a:xfrm>
            <a:prstGeom prst="line">
              <a:avLst/>
            </a:prstGeom>
            <a:ln w="28575" cap="flat" cmpd="sng">
              <a:solidFill>
                <a:srgbClr val="FFCC00"/>
              </a:solidFill>
              <a:prstDash val="solid"/>
              <a:headEnd type="none" w="med" len="med"/>
              <a:tailEnd type="none" w="med" len="med"/>
            </a:ln>
          </p:spPr>
        </p:sp>
        <p:sp>
          <p:nvSpPr>
            <p:cNvPr id="44058" name="Line 52"/>
            <p:cNvSpPr/>
            <p:nvPr/>
          </p:nvSpPr>
          <p:spPr>
            <a:xfrm flipV="1">
              <a:off x="3169" y="1589"/>
              <a:ext cx="1328" cy="0"/>
            </a:xfrm>
            <a:prstGeom prst="line">
              <a:avLst/>
            </a:prstGeom>
            <a:ln w="28575" cap="flat" cmpd="sng">
              <a:solidFill>
                <a:srgbClr val="FFCC00"/>
              </a:solidFill>
              <a:prstDash val="solid"/>
              <a:headEnd type="none" w="med" len="med"/>
              <a:tailEnd type="none" w="med" len="med"/>
            </a:ln>
          </p:spPr>
        </p:sp>
        <p:sp>
          <p:nvSpPr>
            <p:cNvPr id="44059" name="Line 53"/>
            <p:cNvSpPr/>
            <p:nvPr/>
          </p:nvSpPr>
          <p:spPr>
            <a:xfrm>
              <a:off x="3171" y="2117"/>
              <a:ext cx="2061" cy="0"/>
            </a:xfrm>
            <a:prstGeom prst="line">
              <a:avLst/>
            </a:prstGeom>
            <a:ln w="28575" cap="flat" cmpd="sng">
              <a:solidFill>
                <a:srgbClr val="FFCC00"/>
              </a:solidFill>
              <a:prstDash val="solid"/>
              <a:headEnd type="none" w="med" len="med"/>
              <a:tailEnd type="none" w="med" len="med"/>
            </a:ln>
          </p:spPr>
        </p:sp>
        <p:sp>
          <p:nvSpPr>
            <p:cNvPr id="44060" name="Line 54"/>
            <p:cNvSpPr/>
            <p:nvPr/>
          </p:nvSpPr>
          <p:spPr>
            <a:xfrm>
              <a:off x="5232" y="1061"/>
              <a:ext cx="0" cy="1056"/>
            </a:xfrm>
            <a:prstGeom prst="line">
              <a:avLst/>
            </a:prstGeom>
            <a:ln w="28575" cap="flat" cmpd="sng">
              <a:solidFill>
                <a:srgbClr val="FFCC00"/>
              </a:solidFill>
              <a:prstDash val="solid"/>
              <a:headEnd type="none" w="med" len="med"/>
              <a:tailEnd type="none" w="med" len="med"/>
            </a:ln>
          </p:spPr>
        </p:sp>
        <p:sp>
          <p:nvSpPr>
            <p:cNvPr id="44061" name="Text Box 55"/>
            <p:cNvSpPr txBox="1"/>
            <p:nvPr/>
          </p:nvSpPr>
          <p:spPr>
            <a:xfrm>
              <a:off x="4215" y="1146"/>
              <a:ext cx="241" cy="327"/>
            </a:xfrm>
            <a:prstGeom prst="rect">
              <a:avLst/>
            </a:prstGeom>
            <a:noFill/>
            <a:ln w="38100">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4062" name="Text Box 56"/>
            <p:cNvSpPr txBox="1"/>
            <p:nvPr/>
          </p:nvSpPr>
          <p:spPr>
            <a:xfrm>
              <a:off x="4209" y="1653"/>
              <a:ext cx="241" cy="327"/>
            </a:xfrm>
            <a:prstGeom prst="rect">
              <a:avLst/>
            </a:prstGeom>
            <a:noFill/>
            <a:ln w="38100">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4063" name="Text Box 57"/>
            <p:cNvSpPr txBox="1"/>
            <p:nvPr/>
          </p:nvSpPr>
          <p:spPr>
            <a:xfrm>
              <a:off x="5280" y="1413"/>
              <a:ext cx="241" cy="327"/>
            </a:xfrm>
            <a:prstGeom prst="rect">
              <a:avLst/>
            </a:prstGeom>
            <a:noFill/>
            <a:ln w="38100">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4064" name="Line 58"/>
            <p:cNvSpPr/>
            <p:nvPr/>
          </p:nvSpPr>
          <p:spPr>
            <a:xfrm flipH="1">
              <a:off x="4740" y="1034"/>
              <a:ext cx="155" cy="219"/>
            </a:xfrm>
            <a:prstGeom prst="line">
              <a:avLst/>
            </a:prstGeom>
            <a:ln w="28575" cap="flat" cmpd="sng">
              <a:solidFill>
                <a:srgbClr val="FFCC00"/>
              </a:solidFill>
              <a:prstDash val="solid"/>
              <a:headEnd type="none" w="med" len="med"/>
              <a:tailEnd type="none" w="med" len="med"/>
            </a:ln>
          </p:spPr>
        </p:sp>
        <p:sp>
          <p:nvSpPr>
            <p:cNvPr id="44065" name="Oval 59"/>
            <p:cNvSpPr/>
            <p:nvPr/>
          </p:nvSpPr>
          <p:spPr>
            <a:xfrm>
              <a:off x="4883" y="1028"/>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4066" name="Arc 60"/>
            <p:cNvSpPr/>
            <p:nvPr/>
          </p:nvSpPr>
          <p:spPr>
            <a:xfrm rot="-10060647">
              <a:off x="4740" y="1026"/>
              <a:ext cx="201" cy="132"/>
            </a:xfrm>
            <a:custGeom>
              <a:avLst/>
              <a:gdLst>
                <a:gd name="txL" fmla="*/ 0 w 21600"/>
                <a:gd name="txT" fmla="*/ 0 h 21600"/>
                <a:gd name="txR" fmla="*/ 21600 w 21600"/>
                <a:gd name="txB" fmla="*/ 21600 h 21600"/>
              </a:gdLst>
              <a:ahLst/>
              <a:cxnLst>
                <a:cxn ang="0">
                  <a:pos x="0" y="0"/>
                </a:cxn>
                <a:cxn ang="0">
                  <a:pos x="2" y="1"/>
                </a:cxn>
                <a:cxn ang="0">
                  <a:pos x="0" y="1"/>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38100" cap="flat" cmpd="sng">
              <a:solidFill>
                <a:srgbClr val="FF3300"/>
              </a:solidFill>
              <a:prstDash val="solid"/>
              <a:round/>
              <a:headEnd type="none" w="med" len="med"/>
              <a:tailEnd type="triangle" w="med" len="med"/>
            </a:ln>
          </p:spPr>
          <p:txBody>
            <a:bodyPr wrap="none" anchor="ctr" anchorCtr="0"/>
            <a:p>
              <a:endParaRPr lang="zh-CN" altLang="en-US" dirty="0">
                <a:latin typeface="Arial" panose="020B0604020202020204" pitchFamily="34" charset="0"/>
              </a:endParaRPr>
            </a:p>
          </p:txBody>
        </p:sp>
        <p:sp>
          <p:nvSpPr>
            <p:cNvPr id="44067" name="Line 61"/>
            <p:cNvSpPr/>
            <p:nvPr/>
          </p:nvSpPr>
          <p:spPr>
            <a:xfrm>
              <a:off x="4934" y="1058"/>
              <a:ext cx="304" cy="0"/>
            </a:xfrm>
            <a:prstGeom prst="line">
              <a:avLst/>
            </a:prstGeom>
            <a:ln w="28575" cap="flat" cmpd="sng">
              <a:solidFill>
                <a:srgbClr val="FFCC00"/>
              </a:solidFill>
              <a:prstDash val="solid"/>
              <a:headEnd type="none" w="med" len="med"/>
              <a:tailEnd type="none" w="med" len="med"/>
            </a:ln>
          </p:spPr>
        </p:sp>
        <p:sp>
          <p:nvSpPr>
            <p:cNvPr id="44068" name="Oval 62"/>
            <p:cNvSpPr/>
            <p:nvPr/>
          </p:nvSpPr>
          <p:spPr>
            <a:xfrm>
              <a:off x="3107" y="1034"/>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4069" name="Oval 63"/>
            <p:cNvSpPr/>
            <p:nvPr/>
          </p:nvSpPr>
          <p:spPr>
            <a:xfrm>
              <a:off x="3113" y="1559"/>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4070" name="Oval 64"/>
            <p:cNvSpPr/>
            <p:nvPr/>
          </p:nvSpPr>
          <p:spPr>
            <a:xfrm>
              <a:off x="3125" y="2090"/>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4071" name="Oval 65"/>
            <p:cNvSpPr/>
            <p:nvPr/>
          </p:nvSpPr>
          <p:spPr>
            <a:xfrm>
              <a:off x="3606" y="1390"/>
              <a:ext cx="363" cy="363"/>
            </a:xfrm>
            <a:prstGeom prst="ellipse">
              <a:avLst/>
            </a:prstGeom>
            <a:gradFill rotWithShape="1">
              <a:gsLst>
                <a:gs pos="0">
                  <a:srgbClr val="184776"/>
                </a:gs>
                <a:gs pos="100000">
                  <a:srgbClr val="3399FF"/>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r>
                <a:rPr lang="en-US" altLang="zh-CN" sz="2800" b="0" dirty="0">
                  <a:solidFill>
                    <a:schemeClr val="bg1"/>
                  </a:solidFill>
                  <a:latin typeface="Times New Roman" panose="02020603050405020304" pitchFamily="18" charset="0"/>
                  <a:ea typeface="宋体" panose="02010600030101010101" pitchFamily="2" charset="-122"/>
                </a:rPr>
                <a:t>A</a:t>
              </a:r>
              <a:r>
                <a:rPr lang="en-US" altLang="zh-CN" sz="2800" b="0" baseline="-25000" dirty="0">
                  <a:solidFill>
                    <a:schemeClr val="bg1"/>
                  </a:solidFill>
                  <a:latin typeface="Times New Roman" panose="02020603050405020304" pitchFamily="18" charset="0"/>
                  <a:ea typeface="宋体" panose="02010600030101010101" pitchFamily="2" charset="-122"/>
                </a:rPr>
                <a:t>2</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4072" name="Text Box 66"/>
            <p:cNvSpPr txBox="1"/>
            <p:nvPr/>
          </p:nvSpPr>
          <p:spPr>
            <a:xfrm>
              <a:off x="4694" y="709"/>
              <a:ext cx="241"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S</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4073" name="Oval 67"/>
            <p:cNvSpPr/>
            <p:nvPr/>
          </p:nvSpPr>
          <p:spPr>
            <a:xfrm>
              <a:off x="3606" y="1934"/>
              <a:ext cx="363" cy="363"/>
            </a:xfrm>
            <a:prstGeom prst="ellipse">
              <a:avLst/>
            </a:prstGeom>
            <a:gradFill rotWithShape="1">
              <a:gsLst>
                <a:gs pos="0">
                  <a:srgbClr val="184776"/>
                </a:gs>
                <a:gs pos="100000">
                  <a:srgbClr val="3399FF"/>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r>
                <a:rPr lang="en-US" altLang="zh-CN" sz="2800" b="0" dirty="0">
                  <a:solidFill>
                    <a:schemeClr val="bg1"/>
                  </a:solidFill>
                  <a:latin typeface="Times New Roman" panose="02020603050405020304" pitchFamily="18" charset="0"/>
                  <a:ea typeface="宋体" panose="02010600030101010101" pitchFamily="2" charset="-122"/>
                </a:rPr>
                <a:t>A</a:t>
              </a:r>
              <a:r>
                <a:rPr lang="en-US" altLang="zh-CN" sz="2800" b="0" baseline="-25000" dirty="0">
                  <a:solidFill>
                    <a:schemeClr val="bg1"/>
                  </a:solidFill>
                  <a:latin typeface="Times New Roman" panose="02020603050405020304" pitchFamily="18" charset="0"/>
                  <a:ea typeface="宋体" panose="02010600030101010101" pitchFamily="2" charset="-122"/>
                </a:rPr>
                <a:t>3</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4074" name="Oval 68"/>
            <p:cNvSpPr/>
            <p:nvPr/>
          </p:nvSpPr>
          <p:spPr>
            <a:xfrm>
              <a:off x="3606" y="845"/>
              <a:ext cx="363" cy="363"/>
            </a:xfrm>
            <a:prstGeom prst="ellipse">
              <a:avLst/>
            </a:prstGeom>
            <a:gradFill rotWithShape="1">
              <a:gsLst>
                <a:gs pos="0">
                  <a:srgbClr val="184776"/>
                </a:gs>
                <a:gs pos="100000">
                  <a:srgbClr val="3399FF"/>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r>
                <a:rPr lang="en-US" altLang="zh-CN" sz="2800" b="0" dirty="0">
                  <a:solidFill>
                    <a:schemeClr val="bg1"/>
                  </a:solidFill>
                  <a:latin typeface="Times New Roman" panose="02020603050405020304" pitchFamily="18" charset="0"/>
                  <a:ea typeface="宋体" panose="02010600030101010101" pitchFamily="2" charset="-122"/>
                </a:rPr>
                <a:t>A</a:t>
              </a:r>
              <a:r>
                <a:rPr lang="en-US" altLang="zh-CN" sz="2800" b="0" baseline="-25000" dirty="0">
                  <a:solidFill>
                    <a:schemeClr val="bg1"/>
                  </a:solidFill>
                  <a:latin typeface="Times New Roman" panose="02020603050405020304" pitchFamily="18" charset="0"/>
                  <a:ea typeface="宋体" panose="02010600030101010101" pitchFamily="2" charset="-122"/>
                </a:rPr>
                <a:t>1</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4075" name="Rectangle 69"/>
            <p:cNvSpPr/>
            <p:nvPr/>
          </p:nvSpPr>
          <p:spPr>
            <a:xfrm>
              <a:off x="5166" y="1390"/>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44076" name="Rectangle 70"/>
            <p:cNvSpPr/>
            <p:nvPr/>
          </p:nvSpPr>
          <p:spPr>
            <a:xfrm>
              <a:off x="4441" y="1707"/>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44077" name="Rectangle 71"/>
            <p:cNvSpPr/>
            <p:nvPr/>
          </p:nvSpPr>
          <p:spPr>
            <a:xfrm>
              <a:off x="4441" y="1163"/>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3" name="Group 74"/>
          <p:cNvGrpSpPr/>
          <p:nvPr/>
        </p:nvGrpSpPr>
        <p:grpSpPr>
          <a:xfrm>
            <a:off x="1258888" y="5445125"/>
            <a:ext cx="1873250" cy="676275"/>
            <a:chOff x="1519" y="3249"/>
            <a:chExt cx="1180" cy="426"/>
          </a:xfrm>
        </p:grpSpPr>
        <p:sp>
          <p:nvSpPr>
            <p:cNvPr id="44054" name="Text Box 30"/>
            <p:cNvSpPr txBox="1"/>
            <p:nvPr/>
          </p:nvSpPr>
          <p:spPr>
            <a:xfrm>
              <a:off x="1882" y="3249"/>
              <a:ext cx="817" cy="426"/>
            </a:xfrm>
            <a:prstGeom prst="rect">
              <a:avLst/>
            </a:prstGeom>
            <a:noFill/>
            <a:ln w="9525">
              <a:noFill/>
            </a:ln>
          </p:spPr>
          <p:txBody>
            <a:bodyPr>
              <a:spAutoFit/>
            </a:bodyPr>
            <a:p>
              <a:pPr algn="just">
                <a:lnSpc>
                  <a:spcPct val="120000"/>
                </a:lnSpc>
                <a:spcBef>
                  <a:spcPct val="50000"/>
                </a:spcBef>
              </a:pPr>
              <a:r>
                <a:rPr lang="en-US" altLang="zh-CN" dirty="0">
                  <a:solidFill>
                    <a:schemeClr val="bg1"/>
                  </a:solidFill>
                  <a:latin typeface="Times New Roman" panose="02020603050405020304" pitchFamily="18" charset="0"/>
                  <a:ea typeface="宋体" panose="02010600030101010101" pitchFamily="2" charset="-122"/>
                </a:rPr>
                <a:t>=</a:t>
              </a:r>
              <a:r>
                <a:rPr lang="en-US" altLang="zh-CN" b="0" dirty="0">
                  <a:solidFill>
                    <a:schemeClr val="bg1"/>
                  </a:solidFill>
                  <a:latin typeface="Times New Roman" panose="02020603050405020304" pitchFamily="18" charset="0"/>
                  <a:ea typeface="宋体" panose="02010600030101010101" pitchFamily="2" charset="-122"/>
                </a:rPr>
                <a:t>5A</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4055" name="Oval 73"/>
            <p:cNvSpPr/>
            <p:nvPr/>
          </p:nvSpPr>
          <p:spPr>
            <a:xfrm>
              <a:off x="1519" y="3294"/>
              <a:ext cx="363" cy="363"/>
            </a:xfrm>
            <a:prstGeom prst="ellipse">
              <a:avLst/>
            </a:prstGeom>
            <a:gradFill rotWithShape="1">
              <a:gsLst>
                <a:gs pos="0">
                  <a:srgbClr val="184776"/>
                </a:gs>
                <a:gs pos="100000">
                  <a:srgbClr val="3399FF"/>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r>
                <a:rPr lang="en-US" altLang="zh-CN" sz="2800" b="0" dirty="0">
                  <a:solidFill>
                    <a:schemeClr val="bg1"/>
                  </a:solidFill>
                  <a:latin typeface="Times New Roman" panose="02020603050405020304" pitchFamily="18" charset="0"/>
                  <a:ea typeface="宋体" panose="02010600030101010101" pitchFamily="2" charset="-122"/>
                </a:rPr>
                <a:t>A</a:t>
              </a:r>
              <a:r>
                <a:rPr lang="en-US" altLang="zh-CN" sz="2800" b="0" baseline="-25000" dirty="0">
                  <a:solidFill>
                    <a:schemeClr val="bg1"/>
                  </a:solidFill>
                  <a:latin typeface="Times New Roman" panose="02020603050405020304" pitchFamily="18" charset="0"/>
                  <a:ea typeface="宋体" panose="02010600030101010101" pitchFamily="2" charset="-122"/>
                </a:rPr>
                <a:t>2</a:t>
              </a:r>
              <a:endParaRPr lang="en-US" altLang="zh-CN" sz="2800" b="0" dirty="0">
                <a:solidFill>
                  <a:schemeClr val="bg1"/>
                </a:solidFill>
                <a:latin typeface="Times New Roman" panose="02020603050405020304" pitchFamily="18" charset="0"/>
                <a:ea typeface="宋体" panose="02010600030101010101" pitchFamily="2" charset="-122"/>
              </a:endParaRPr>
            </a:p>
          </p:txBody>
        </p:sp>
      </p:grpSp>
      <p:grpSp>
        <p:nvGrpSpPr>
          <p:cNvPr id="4" name="Group 76"/>
          <p:cNvGrpSpPr/>
          <p:nvPr/>
        </p:nvGrpSpPr>
        <p:grpSpPr>
          <a:xfrm>
            <a:off x="3276600" y="5487988"/>
            <a:ext cx="5102225" cy="631825"/>
            <a:chOff x="2064" y="3276"/>
            <a:chExt cx="3409" cy="398"/>
          </a:xfrm>
        </p:grpSpPr>
        <p:graphicFrame>
          <p:nvGraphicFramePr>
            <p:cNvPr id="44034" name="Object 32"/>
            <p:cNvGraphicFramePr/>
            <p:nvPr/>
          </p:nvGraphicFramePr>
          <p:xfrm>
            <a:off x="2271" y="3276"/>
            <a:ext cx="3202" cy="398"/>
          </p:xfrm>
          <a:graphic>
            <a:graphicData uri="http://schemas.openxmlformats.org/presentationml/2006/ole">
              <mc:AlternateContent xmlns:mc="http://schemas.openxmlformats.org/markup-compatibility/2006">
                <mc:Choice xmlns:v="urn:schemas-microsoft-com:vml" Requires="v">
                  <p:oleObj spid="_x0000_s3387" name="" r:id="rId1" imgW="1816100" imgH="279400" progId="Equation.3">
                    <p:embed/>
                  </p:oleObj>
                </mc:Choice>
                <mc:Fallback>
                  <p:oleObj name="" r:id="rId1" imgW="1816100" imgH="279400" progId="Equation.3">
                    <p:embed/>
                    <p:pic>
                      <p:nvPicPr>
                        <p:cNvPr id="0" name="图片 3386"/>
                        <p:cNvPicPr/>
                        <p:nvPr/>
                      </p:nvPicPr>
                      <p:blipFill>
                        <a:blip r:embed="rId2">
                          <a:clrChange>
                            <a:clrFrom>
                              <a:srgbClr val="000000"/>
                            </a:clrFrom>
                            <a:clrTo>
                              <a:srgbClr val="FFFFFF"/>
                            </a:clrTo>
                          </a:clrChange>
                        </a:blip>
                        <a:stretch>
                          <a:fillRect/>
                        </a:stretch>
                      </p:blipFill>
                      <p:spPr>
                        <a:xfrm>
                          <a:off x="2271" y="3276"/>
                          <a:ext cx="3202" cy="398"/>
                        </a:xfrm>
                        <a:prstGeom prst="rect">
                          <a:avLst/>
                        </a:prstGeom>
                        <a:noFill/>
                        <a:ln w="38100">
                          <a:noFill/>
                          <a:miter/>
                        </a:ln>
                      </p:spPr>
                    </p:pic>
                  </p:oleObj>
                </mc:Fallback>
              </mc:AlternateContent>
            </a:graphicData>
          </a:graphic>
        </p:graphicFrame>
        <p:sp>
          <p:nvSpPr>
            <p:cNvPr id="44052" name="Oval 72"/>
            <p:cNvSpPr/>
            <p:nvPr/>
          </p:nvSpPr>
          <p:spPr>
            <a:xfrm>
              <a:off x="2064" y="3294"/>
              <a:ext cx="363" cy="363"/>
            </a:xfrm>
            <a:prstGeom prst="ellipse">
              <a:avLst/>
            </a:prstGeom>
            <a:gradFill rotWithShape="1">
              <a:gsLst>
                <a:gs pos="0">
                  <a:srgbClr val="184776"/>
                </a:gs>
                <a:gs pos="100000">
                  <a:srgbClr val="3399FF"/>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r>
                <a:rPr lang="en-US" altLang="zh-CN" sz="2800" b="0" dirty="0">
                  <a:solidFill>
                    <a:schemeClr val="bg1"/>
                  </a:solidFill>
                  <a:latin typeface="Times New Roman" panose="02020603050405020304" pitchFamily="18" charset="0"/>
                  <a:ea typeface="宋体" panose="02010600030101010101" pitchFamily="2" charset="-122"/>
                </a:rPr>
                <a:t>A</a:t>
              </a:r>
              <a:r>
                <a:rPr lang="en-US" altLang="zh-CN" sz="2800" b="0" baseline="-25000" dirty="0">
                  <a:solidFill>
                    <a:schemeClr val="bg1"/>
                  </a:solidFill>
                  <a:latin typeface="Times New Roman" panose="02020603050405020304" pitchFamily="18" charset="0"/>
                  <a:ea typeface="宋体" panose="02010600030101010101" pitchFamily="2" charset="-122"/>
                </a:rPr>
                <a:t>1</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4053" name="Oval 75"/>
            <p:cNvSpPr/>
            <p:nvPr/>
          </p:nvSpPr>
          <p:spPr>
            <a:xfrm>
              <a:off x="2744" y="3294"/>
              <a:ext cx="363" cy="363"/>
            </a:xfrm>
            <a:prstGeom prst="ellipse">
              <a:avLst/>
            </a:prstGeom>
            <a:gradFill rotWithShape="1">
              <a:gsLst>
                <a:gs pos="0">
                  <a:srgbClr val="184776"/>
                </a:gs>
                <a:gs pos="100000">
                  <a:srgbClr val="3399FF"/>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r>
                <a:rPr lang="en-US" altLang="zh-CN" sz="2800" b="0" dirty="0">
                  <a:solidFill>
                    <a:schemeClr val="bg1"/>
                  </a:solidFill>
                  <a:latin typeface="Times New Roman" panose="02020603050405020304" pitchFamily="18" charset="0"/>
                  <a:ea typeface="宋体" panose="02010600030101010101" pitchFamily="2" charset="-122"/>
                </a:rPr>
                <a:t>A</a:t>
              </a:r>
              <a:r>
                <a:rPr lang="en-US" altLang="zh-CN" sz="2800" b="0" baseline="-25000" dirty="0">
                  <a:solidFill>
                    <a:schemeClr val="bg1"/>
                  </a:solidFill>
                  <a:latin typeface="Times New Roman" panose="02020603050405020304" pitchFamily="18" charset="0"/>
                  <a:ea typeface="宋体" panose="02010600030101010101" pitchFamily="2" charset="-122"/>
                </a:rPr>
                <a:t>3</a:t>
              </a:r>
              <a:endParaRPr lang="en-US" altLang="zh-CN" sz="2800" b="0" dirty="0">
                <a:solidFill>
                  <a:schemeClr val="bg1"/>
                </a:solidFill>
                <a:latin typeface="Times New Roman" panose="02020603050405020304" pitchFamily="18" charset="0"/>
                <a:ea typeface="宋体" panose="02010600030101010101" pitchFamily="2" charset="-122"/>
              </a:endParaRPr>
            </a:p>
          </p:txBody>
        </p:sp>
      </p:grpSp>
      <p:grpSp>
        <p:nvGrpSpPr>
          <p:cNvPr id="44043" name="Group 87"/>
          <p:cNvGrpSpPr/>
          <p:nvPr/>
        </p:nvGrpSpPr>
        <p:grpSpPr>
          <a:xfrm>
            <a:off x="8316913" y="6445250"/>
            <a:ext cx="792162" cy="366713"/>
            <a:chOff x="5193" y="4020"/>
            <a:chExt cx="499" cy="231"/>
          </a:xfrm>
        </p:grpSpPr>
        <p:pic>
          <p:nvPicPr>
            <p:cNvPr id="44050" name="Picture 88"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44051" name="Text Box 89">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4044" name="Group 90"/>
          <p:cNvGrpSpPr/>
          <p:nvPr/>
        </p:nvGrpSpPr>
        <p:grpSpPr>
          <a:xfrm>
            <a:off x="7451725" y="6445250"/>
            <a:ext cx="792163" cy="366713"/>
            <a:chOff x="5193" y="4020"/>
            <a:chExt cx="499" cy="231"/>
          </a:xfrm>
        </p:grpSpPr>
        <p:pic>
          <p:nvPicPr>
            <p:cNvPr id="44048" name="Picture 91"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44049" name="Text Box 92">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4045" name="Group 93"/>
          <p:cNvGrpSpPr/>
          <p:nvPr/>
        </p:nvGrpSpPr>
        <p:grpSpPr>
          <a:xfrm>
            <a:off x="6588125" y="6446838"/>
            <a:ext cx="792163" cy="366712"/>
            <a:chOff x="4695" y="4061"/>
            <a:chExt cx="499" cy="231"/>
          </a:xfrm>
        </p:grpSpPr>
        <p:pic>
          <p:nvPicPr>
            <p:cNvPr id="44046" name="Picture 94" descr="78900"/>
            <p:cNvPicPr>
              <a:picLocks noChangeAspect="1"/>
            </p:cNvPicPr>
            <p:nvPr/>
          </p:nvPicPr>
          <p:blipFill>
            <a:blip r:embed="rId3"/>
            <a:stretch>
              <a:fillRect/>
            </a:stretch>
          </p:blipFill>
          <p:spPr>
            <a:xfrm>
              <a:off x="4695" y="4107"/>
              <a:ext cx="499" cy="181"/>
            </a:xfrm>
            <a:prstGeom prst="rect">
              <a:avLst/>
            </a:prstGeom>
            <a:noFill/>
            <a:ln w="9525">
              <a:noFill/>
            </a:ln>
          </p:spPr>
        </p:pic>
        <p:sp>
          <p:nvSpPr>
            <p:cNvPr id="44047" name="Text Box 95">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64514"/>
                                        </p:tgtEl>
                                        <p:attrNameLst>
                                          <p:attrName>style.visibility</p:attrName>
                                        </p:attrNameLst>
                                      </p:cBhvr>
                                      <p:to>
                                        <p:strVal val="visible"/>
                                      </p:to>
                                    </p:set>
                                    <p:anim calcmode="lin" valueType="num">
                                      <p:cBhvr>
                                        <p:cTn id="7" dur="1000" fill="hold"/>
                                        <p:tgtEl>
                                          <p:spTgt spid="64514"/>
                                        </p:tgtEl>
                                        <p:attrNameLst>
                                          <p:attrName>ppt_w</p:attrName>
                                        </p:attrNameLst>
                                      </p:cBhvr>
                                      <p:tavLst>
                                        <p:tav tm="0">
                                          <p:val>
                                            <p:fltVal val="0.000000"/>
                                          </p:val>
                                        </p:tav>
                                        <p:tav tm="100000">
                                          <p:val>
                                            <p:strVal val="#ppt_w"/>
                                          </p:val>
                                        </p:tav>
                                      </p:tavLst>
                                    </p:anim>
                                    <p:anim calcmode="lin" valueType="num">
                                      <p:cBhvr>
                                        <p:cTn id="8" dur="1000" fill="hold"/>
                                        <p:tgtEl>
                                          <p:spTgt spid="64514"/>
                                        </p:tgtEl>
                                        <p:attrNameLst>
                                          <p:attrName>ppt_h</p:attrName>
                                        </p:attrNameLst>
                                      </p:cBhvr>
                                      <p:tavLst>
                                        <p:tav tm="0">
                                          <p:val>
                                            <p:fltVal val="0.000000"/>
                                          </p:val>
                                        </p:tav>
                                        <p:tav tm="100000">
                                          <p:val>
                                            <p:strVal val="#ppt_h"/>
                                          </p:val>
                                        </p:tav>
                                      </p:tavLst>
                                    </p:anim>
                                    <p:anim calcmode="lin" valueType="num">
                                      <p:cBhvr>
                                        <p:cTn id="9" dur="1000" fill="hold"/>
                                        <p:tgtEl>
                                          <p:spTgt spid="64514"/>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64514"/>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linds(horizontal)">
                                      <p:cBhvr>
                                        <p:cTn id="14" dur="500"/>
                                        <p:tgtEl>
                                          <p:spTgt spid="2"/>
                                        </p:tgtEl>
                                      </p:cBhvr>
                                    </p:animEffect>
                                  </p:childTnLst>
                                </p:cTn>
                              </p:par>
                            </p:childTnLst>
                          </p:cTn>
                        </p:par>
                        <p:par>
                          <p:cTn id="15" fill="hold">
                            <p:stCondLst>
                              <p:cond delay="1500"/>
                            </p:stCondLst>
                            <p:childTnLst>
                              <p:par>
                                <p:cTn id="16" presetID="22" presetClass="entr" presetSubtype="1" fill="hold" grpId="0" nodeType="afterEffect">
                                  <p:stCondLst>
                                    <p:cond delay="0"/>
                                  </p:stCondLst>
                                  <p:childTnLst>
                                    <p:set>
                                      <p:cBhvr>
                                        <p:cTn id="17" dur="1" fill="hold">
                                          <p:stCondLst>
                                            <p:cond delay="0"/>
                                          </p:stCondLst>
                                        </p:cTn>
                                        <p:tgtEl>
                                          <p:spTgt spid="64538"/>
                                        </p:tgtEl>
                                        <p:attrNameLst>
                                          <p:attrName>style.visibility</p:attrName>
                                        </p:attrNameLst>
                                      </p:cBhvr>
                                      <p:to>
                                        <p:strVal val="visible"/>
                                      </p:to>
                                    </p:set>
                                    <p:animEffect transition="in" filter="wipe(up)">
                                      <p:cBhvr>
                                        <p:cTn id="18" dur="2000"/>
                                        <p:tgtEl>
                                          <p:spTgt spid="64538"/>
                                        </p:tgtEl>
                                      </p:cBhvr>
                                    </p:animEffect>
                                  </p:childTnLst>
                                </p:cTn>
                              </p:par>
                            </p:childTnLst>
                          </p:cTn>
                        </p:par>
                        <p:par>
                          <p:cTn id="19" fill="hold">
                            <p:stCondLst>
                              <p:cond delay="3500"/>
                            </p:stCondLst>
                            <p:childTnLst>
                              <p:par>
                                <p:cTn id="20" presetID="22" presetClass="entr" presetSubtype="1" fill="hold" grpId="0" nodeType="afterEffect">
                                  <p:stCondLst>
                                    <p:cond delay="0"/>
                                  </p:stCondLst>
                                  <p:childTnLst>
                                    <p:set>
                                      <p:cBhvr>
                                        <p:cTn id="21" dur="1" fill="hold">
                                          <p:stCondLst>
                                            <p:cond delay="0"/>
                                          </p:stCondLst>
                                        </p:cTn>
                                        <p:tgtEl>
                                          <p:spTgt spid="64539"/>
                                        </p:tgtEl>
                                        <p:attrNameLst>
                                          <p:attrName>style.visibility</p:attrName>
                                        </p:attrNameLst>
                                      </p:cBhvr>
                                      <p:to>
                                        <p:strVal val="visible"/>
                                      </p:to>
                                    </p:set>
                                    <p:animEffect transition="in" filter="wipe(up)">
                                      <p:cBhvr>
                                        <p:cTn id="22" dur="2000"/>
                                        <p:tgtEl>
                                          <p:spTgt spid="64539"/>
                                        </p:tgtEl>
                                      </p:cBhvr>
                                    </p:animEffect>
                                  </p:childTnLst>
                                </p:cTn>
                              </p:par>
                            </p:childTnLst>
                          </p:cTn>
                        </p:par>
                      </p:childTnLst>
                    </p:cTn>
                  </p:par>
                  <p:par>
                    <p:cTn id="23" fill="hold">
                      <p:stCondLst>
                        <p:cond delay="indefinite"/>
                      </p:stCondLst>
                      <p:childTnLst>
                        <p:par>
                          <p:cTn id="24" fill="hold">
                            <p:stCondLst>
                              <p:cond delay="0"/>
                            </p:stCondLst>
                            <p:childTnLst>
                              <p:par>
                                <p:cTn id="25" presetID="15" presetClass="entr" presetSubtype="0" fill="hold" grpId="0" nodeType="clickEffect">
                                  <p:stCondLst>
                                    <p:cond delay="0"/>
                                  </p:stCondLst>
                                  <p:childTnLst>
                                    <p:set>
                                      <p:cBhvr>
                                        <p:cTn id="26" dur="1" fill="hold">
                                          <p:stCondLst>
                                            <p:cond delay="0"/>
                                          </p:stCondLst>
                                        </p:cTn>
                                        <p:tgtEl>
                                          <p:spTgt spid="64540"/>
                                        </p:tgtEl>
                                        <p:attrNameLst>
                                          <p:attrName>style.visibility</p:attrName>
                                        </p:attrNameLst>
                                      </p:cBhvr>
                                      <p:to>
                                        <p:strVal val="visible"/>
                                      </p:to>
                                    </p:set>
                                    <p:anim calcmode="lin" valueType="num">
                                      <p:cBhvr>
                                        <p:cTn id="27" dur="1000" fill="hold"/>
                                        <p:tgtEl>
                                          <p:spTgt spid="64540"/>
                                        </p:tgtEl>
                                        <p:attrNameLst>
                                          <p:attrName>ppt_w</p:attrName>
                                        </p:attrNameLst>
                                      </p:cBhvr>
                                      <p:tavLst>
                                        <p:tav tm="0">
                                          <p:val>
                                            <p:fltVal val="0.000000"/>
                                          </p:val>
                                        </p:tav>
                                        <p:tav tm="100000">
                                          <p:val>
                                            <p:strVal val="#ppt_w"/>
                                          </p:val>
                                        </p:tav>
                                      </p:tavLst>
                                    </p:anim>
                                    <p:anim calcmode="lin" valueType="num">
                                      <p:cBhvr>
                                        <p:cTn id="28" dur="1000" fill="hold"/>
                                        <p:tgtEl>
                                          <p:spTgt spid="64540"/>
                                        </p:tgtEl>
                                        <p:attrNameLst>
                                          <p:attrName>ppt_h</p:attrName>
                                        </p:attrNameLst>
                                      </p:cBhvr>
                                      <p:tavLst>
                                        <p:tav tm="0">
                                          <p:val>
                                            <p:fltVal val="0.000000"/>
                                          </p:val>
                                        </p:tav>
                                        <p:tav tm="100000">
                                          <p:val>
                                            <p:strVal val="#ppt_h"/>
                                          </p:val>
                                        </p:tav>
                                      </p:tavLst>
                                    </p:anim>
                                    <p:anim calcmode="lin" valueType="num">
                                      <p:cBhvr>
                                        <p:cTn id="29" dur="1000" fill="hold"/>
                                        <p:tgtEl>
                                          <p:spTgt spid="64540"/>
                                        </p:tgtEl>
                                        <p:attrNameLst>
                                          <p:attrName>ppt_x</p:attrName>
                                        </p:attrNameLst>
                                      </p:cBhvr>
                                      <p:tavLst>
                                        <p:tav tm="0" fmla="#ppt_x+(cos(-2*pi*(1-$))*-#ppt_x-sin(-2*pi*(1-$))*(1-#ppt_y))*(1-$)">
                                          <p:val>
                                            <p:fltVal val="0.000000"/>
                                          </p:val>
                                        </p:tav>
                                        <p:tav tm="100000">
                                          <p:val>
                                            <p:fltVal val="1.000000"/>
                                          </p:val>
                                        </p:tav>
                                      </p:tavLst>
                                    </p:anim>
                                    <p:anim calcmode="lin" valueType="num">
                                      <p:cBhvr>
                                        <p:cTn id="30" dur="1000" fill="hold"/>
                                        <p:tgtEl>
                                          <p:spTgt spid="64540"/>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iterate type="lt">
                                    <p:tmPct val="100000"/>
                                  </p:iterate>
                                  <p:childTnLst>
                                    <p:set>
                                      <p:cBhvr>
                                        <p:cTn id="34" dur="1" fill="hold">
                                          <p:stCondLst>
                                            <p:cond delay="0"/>
                                          </p:stCondLst>
                                        </p:cTn>
                                        <p:tgtEl>
                                          <p:spTgt spid="64541"/>
                                        </p:tgtEl>
                                        <p:attrNameLst>
                                          <p:attrName>style.visibility</p:attrName>
                                        </p:attrNameLst>
                                      </p:cBhvr>
                                      <p:to>
                                        <p:strVal val="visible"/>
                                      </p:to>
                                    </p:set>
                                    <p:animEffect transition="in" filter="wipe(left)">
                                      <p:cBhvr>
                                        <p:cTn id="35" dur="100"/>
                                        <p:tgtEl>
                                          <p:spTgt spid="64541"/>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blinds(horizontal)">
                                      <p:cBhvr>
                                        <p:cTn id="40" dur="500"/>
                                        <p:tgtEl>
                                          <p:spTgt spid="3"/>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blinds(horizontal)">
                                      <p:cBhvr>
                                        <p:cTn id="4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4" grpId="0"/>
      <p:bldP spid="64538" grpId="0"/>
      <p:bldP spid="64539" grpId="0"/>
      <p:bldP spid="64540" grpId="0" animBg="1"/>
      <p:bldP spid="64541"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Text Box 2"/>
          <p:cNvSpPr txBox="1"/>
          <p:nvPr/>
        </p:nvSpPr>
        <p:spPr>
          <a:xfrm>
            <a:off x="468313" y="1485900"/>
            <a:ext cx="6265862" cy="579438"/>
          </a:xfrm>
          <a:prstGeom prst="rect">
            <a:avLst/>
          </a:prstGeom>
          <a:noFill/>
          <a:ln w="9525">
            <a:noFill/>
          </a:ln>
        </p:spPr>
        <p:txBody>
          <a:bodyPr>
            <a:spAutoFit/>
          </a:bodyPr>
          <a:p>
            <a:r>
              <a:rPr lang="en-US" altLang="zh-CN" dirty="0">
                <a:solidFill>
                  <a:schemeClr val="bg1"/>
                </a:solidFill>
                <a:latin typeface="楷体_GB2312" pitchFamily="49" charset="-122"/>
              </a:rPr>
              <a:t>1. </a:t>
            </a:r>
            <a:r>
              <a:rPr lang="zh-CN" altLang="en-US" dirty="0">
                <a:solidFill>
                  <a:schemeClr val="bg1"/>
                </a:solidFill>
                <a:latin typeface="楷体_GB2312" pitchFamily="49" charset="-122"/>
              </a:rPr>
              <a:t>对称三相电路功率的计算</a:t>
            </a:r>
            <a:endParaRPr lang="zh-CN" altLang="en-US" dirty="0">
              <a:solidFill>
                <a:schemeClr val="bg1"/>
              </a:solidFill>
              <a:latin typeface="楷体_GB2312" pitchFamily="49" charset="-122"/>
            </a:endParaRPr>
          </a:p>
        </p:txBody>
      </p:sp>
      <p:sp>
        <p:nvSpPr>
          <p:cNvPr id="63491" name="Text Box 3" descr="蓝色砂纸"/>
          <p:cNvSpPr txBox="1"/>
          <p:nvPr/>
        </p:nvSpPr>
        <p:spPr>
          <a:xfrm>
            <a:off x="1547813" y="549275"/>
            <a:ext cx="5832475" cy="762000"/>
          </a:xfrm>
          <a:prstGeom prst="rect">
            <a:avLst/>
          </a:prstGeom>
          <a:noFill/>
          <a:ln w="9525">
            <a:noFill/>
          </a:ln>
          <a:effectLst>
            <a:prstShdw prst="shdw17" dist="17961" dir="2699999">
              <a:srgbClr val="7A8E99"/>
            </a:prstShdw>
          </a:effectLst>
        </p:spPr>
        <p:txBody>
          <a:bodyPr>
            <a:spAutoFit/>
          </a:bodyPr>
          <a:p>
            <a:pPr>
              <a:spcBef>
                <a:spcPct val="50000"/>
              </a:spcBef>
            </a:pPr>
            <a:r>
              <a:rPr lang="en-US" altLang="zh-CN" sz="4400" b="0" dirty="0">
                <a:solidFill>
                  <a:schemeClr val="bg1"/>
                </a:solidFill>
                <a:latin typeface="Times New Roman" panose="02020603050405020304" pitchFamily="18" charset="0"/>
              </a:rPr>
              <a:t>12-5</a:t>
            </a:r>
            <a:r>
              <a:rPr lang="en-US" altLang="zh-CN" sz="4400" dirty="0">
                <a:solidFill>
                  <a:schemeClr val="bg1"/>
                </a:solidFill>
                <a:latin typeface="楷体_GB2312" pitchFamily="49" charset="-122"/>
              </a:rPr>
              <a:t>  </a:t>
            </a:r>
            <a:r>
              <a:rPr lang="zh-CN" altLang="en-US" sz="4400" dirty="0">
                <a:solidFill>
                  <a:schemeClr val="bg1"/>
                </a:solidFill>
                <a:latin typeface="楷体_GB2312" pitchFamily="49" charset="-122"/>
              </a:rPr>
              <a:t>三相电路的功率 </a:t>
            </a:r>
            <a:endParaRPr lang="zh-CN" altLang="en-US" sz="4400" dirty="0">
              <a:solidFill>
                <a:schemeClr val="bg1"/>
              </a:solidFill>
              <a:latin typeface="楷体_GB2312" pitchFamily="49" charset="-122"/>
            </a:endParaRPr>
          </a:p>
        </p:txBody>
      </p:sp>
      <p:sp>
        <p:nvSpPr>
          <p:cNvPr id="63493" name="Text Box 5"/>
          <p:cNvSpPr txBox="1"/>
          <p:nvPr/>
        </p:nvSpPr>
        <p:spPr>
          <a:xfrm>
            <a:off x="4284663" y="2205038"/>
            <a:ext cx="2447925" cy="579437"/>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P</a:t>
            </a:r>
            <a:r>
              <a:rPr lang="en-US" altLang="zh-CN" b="0" baseline="-25000" dirty="0">
                <a:solidFill>
                  <a:schemeClr val="bg1"/>
                </a:solidFill>
                <a:latin typeface="Times New Roman" panose="02020603050405020304" pitchFamily="18" charset="0"/>
                <a:ea typeface="宋体" panose="02010600030101010101" pitchFamily="2" charset="-122"/>
              </a:rPr>
              <a:t>P</a:t>
            </a:r>
            <a:r>
              <a:rPr lang="en-US" altLang="zh-CN" b="0" dirty="0">
                <a:solidFill>
                  <a:schemeClr val="bg1"/>
                </a:solidFill>
                <a:latin typeface="Times New Roman" panose="02020603050405020304" pitchFamily="18" charset="0"/>
                <a:ea typeface="宋体" panose="02010600030101010101" pitchFamily="2" charset="-122"/>
              </a:rPr>
              <a:t>=</a:t>
            </a: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P</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P</a:t>
            </a:r>
            <a:r>
              <a:rPr lang="en-US" altLang="zh-CN" b="0" dirty="0">
                <a:solidFill>
                  <a:schemeClr val="bg1"/>
                </a:solidFill>
                <a:latin typeface="Times New Roman" panose="02020603050405020304" pitchFamily="18" charset="0"/>
                <a:ea typeface="宋体" panose="02010600030101010101" pitchFamily="2" charset="-122"/>
              </a:rPr>
              <a:t>cos</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63494" name="Text Box 6"/>
          <p:cNvSpPr txBox="1"/>
          <p:nvPr/>
        </p:nvSpPr>
        <p:spPr>
          <a:xfrm>
            <a:off x="611188" y="2997200"/>
            <a:ext cx="5832475" cy="579438"/>
          </a:xfrm>
          <a:prstGeom prst="rect">
            <a:avLst/>
          </a:prstGeom>
          <a:noFill/>
          <a:ln w="9525">
            <a:noFill/>
          </a:ln>
        </p:spPr>
        <p:txBody>
          <a:bodyPr>
            <a:spAutoFit/>
          </a:bodyPr>
          <a:p>
            <a:pPr>
              <a:spcBef>
                <a:spcPct val="50000"/>
              </a:spcBef>
            </a:pPr>
            <a:r>
              <a:rPr lang="zh-CN" altLang="zh-CN" sz="2800" dirty="0">
                <a:solidFill>
                  <a:schemeClr val="bg1"/>
                </a:solidFill>
                <a:latin typeface="Times New Roman" panose="02020603050405020304" pitchFamily="18" charset="0"/>
              </a:rPr>
              <a:t>三相总功率</a:t>
            </a:r>
            <a:r>
              <a:rPr lang="zh-CN" altLang="en-US" sz="2800" dirty="0">
                <a:solidFill>
                  <a:schemeClr val="bg1"/>
                </a:solidFill>
                <a:latin typeface="Times New Roman" panose="02020603050405020304" pitchFamily="18" charset="0"/>
              </a:rPr>
              <a:t>：</a:t>
            </a:r>
            <a:r>
              <a:rPr lang="zh-CN" altLang="zh-CN" sz="2800" i="1" dirty="0">
                <a:solidFill>
                  <a:schemeClr val="bg1"/>
                </a:solidFill>
                <a:latin typeface="Times New Roman" panose="02020603050405020304" pitchFamily="18" charset="0"/>
                <a:ea typeface="宋体" panose="02010600030101010101" pitchFamily="2" charset="-122"/>
              </a:rPr>
              <a:t> </a:t>
            </a:r>
            <a:r>
              <a:rPr lang="en-US" altLang="zh-CN" b="0" i="1" dirty="0">
                <a:solidFill>
                  <a:schemeClr val="bg1"/>
                </a:solidFill>
                <a:latin typeface="Times New Roman" panose="02020603050405020304" pitchFamily="18" charset="0"/>
                <a:ea typeface="宋体" panose="02010600030101010101" pitchFamily="2" charset="-122"/>
              </a:rPr>
              <a:t>P</a:t>
            </a:r>
            <a:r>
              <a:rPr lang="en-US" altLang="zh-CN" b="0" dirty="0">
                <a:solidFill>
                  <a:schemeClr val="bg1"/>
                </a:solidFill>
                <a:latin typeface="Times New Roman" panose="02020603050405020304" pitchFamily="18" charset="0"/>
                <a:ea typeface="宋体" panose="02010600030101010101" pitchFamily="2" charset="-122"/>
              </a:rPr>
              <a:t>=3</a:t>
            </a:r>
            <a:r>
              <a:rPr lang="en-US" altLang="zh-CN" b="0" i="1" dirty="0">
                <a:solidFill>
                  <a:schemeClr val="bg1"/>
                </a:solidFill>
                <a:latin typeface="Times New Roman" panose="02020603050405020304" pitchFamily="18" charset="0"/>
                <a:ea typeface="宋体" panose="02010600030101010101" pitchFamily="2" charset="-122"/>
              </a:rPr>
              <a:t>P</a:t>
            </a:r>
            <a:r>
              <a:rPr lang="en-US" altLang="zh-CN" b="0" baseline="-25000" dirty="0">
                <a:solidFill>
                  <a:schemeClr val="bg1"/>
                </a:solidFill>
                <a:latin typeface="Times New Roman" panose="02020603050405020304" pitchFamily="18" charset="0"/>
                <a:ea typeface="宋体" panose="02010600030101010101" pitchFamily="2" charset="-122"/>
              </a:rPr>
              <a:t>P</a:t>
            </a:r>
            <a:r>
              <a:rPr lang="en-US" altLang="zh-CN" b="0" dirty="0">
                <a:solidFill>
                  <a:schemeClr val="bg1"/>
                </a:solidFill>
                <a:latin typeface="Times New Roman" panose="02020603050405020304" pitchFamily="18" charset="0"/>
                <a:ea typeface="宋体" panose="02010600030101010101" pitchFamily="2" charset="-122"/>
              </a:rPr>
              <a:t>=3</a:t>
            </a: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P</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P</a:t>
            </a:r>
            <a:r>
              <a:rPr lang="en-US" altLang="zh-CN" b="0" dirty="0">
                <a:solidFill>
                  <a:schemeClr val="bg1"/>
                </a:solidFill>
                <a:latin typeface="Times New Roman" panose="02020603050405020304" pitchFamily="18" charset="0"/>
                <a:ea typeface="宋体" panose="02010600030101010101" pitchFamily="2" charset="-122"/>
              </a:rPr>
              <a:t>cos</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graphicFrame>
        <p:nvGraphicFramePr>
          <p:cNvPr id="63495" name="Object 7"/>
          <p:cNvGraphicFramePr/>
          <p:nvPr/>
        </p:nvGraphicFramePr>
        <p:xfrm>
          <a:off x="958850" y="3832225"/>
          <a:ext cx="5140325" cy="600075"/>
        </p:xfrm>
        <a:graphic>
          <a:graphicData uri="http://schemas.openxmlformats.org/presentationml/2006/ole">
            <mc:AlternateContent xmlns:mc="http://schemas.openxmlformats.org/markup-compatibility/2006">
              <mc:Choice xmlns:v="urn:schemas-microsoft-com:vml" Requires="v">
                <p:oleObj spid="_x0000_s3386" name="" r:id="rId1" imgW="2270125" imgH="266065" progId="Equation.3">
                  <p:embed/>
                </p:oleObj>
              </mc:Choice>
              <mc:Fallback>
                <p:oleObj name="" r:id="rId1" imgW="2270125" imgH="266065" progId="Equation.3">
                  <p:embed/>
                  <p:pic>
                    <p:nvPicPr>
                      <p:cNvPr id="0" name="图片 3385"/>
                      <p:cNvPicPr/>
                      <p:nvPr/>
                    </p:nvPicPr>
                    <p:blipFill>
                      <a:blip r:embed="rId2">
                        <a:clrChange>
                          <a:clrFrom>
                            <a:srgbClr val="000000"/>
                          </a:clrFrom>
                          <a:clrTo>
                            <a:srgbClr val="FFFFFF"/>
                          </a:clrTo>
                        </a:clrChange>
                      </a:blip>
                      <a:stretch>
                        <a:fillRect/>
                      </a:stretch>
                    </p:blipFill>
                    <p:spPr>
                      <a:xfrm>
                        <a:off x="958850" y="3832225"/>
                        <a:ext cx="5140325" cy="600075"/>
                      </a:xfrm>
                      <a:prstGeom prst="rect">
                        <a:avLst/>
                      </a:prstGeom>
                      <a:noFill/>
                      <a:ln w="38100">
                        <a:noFill/>
                        <a:miter/>
                      </a:ln>
                    </p:spPr>
                  </p:pic>
                </p:oleObj>
              </mc:Fallback>
            </mc:AlternateContent>
          </a:graphicData>
        </a:graphic>
      </p:graphicFrame>
      <p:graphicFrame>
        <p:nvGraphicFramePr>
          <p:cNvPr id="63496" name="Object 8"/>
          <p:cNvGraphicFramePr/>
          <p:nvPr/>
        </p:nvGraphicFramePr>
        <p:xfrm>
          <a:off x="555625" y="4797425"/>
          <a:ext cx="7496175" cy="1341438"/>
        </p:xfrm>
        <a:graphic>
          <a:graphicData uri="http://schemas.openxmlformats.org/presentationml/2006/ole">
            <mc:AlternateContent xmlns:mc="http://schemas.openxmlformats.org/markup-compatibility/2006">
              <mc:Choice xmlns:v="urn:schemas-microsoft-com:vml" Requires="v">
                <p:oleObj spid="_x0000_s3385" name="" r:id="rId3" imgW="2616200" imgH="469900" progId="Equation.3">
                  <p:embed/>
                </p:oleObj>
              </mc:Choice>
              <mc:Fallback>
                <p:oleObj name="" r:id="rId3" imgW="2616200" imgH="469900" progId="Equation.3">
                  <p:embed/>
                  <p:pic>
                    <p:nvPicPr>
                      <p:cNvPr id="0" name="图片 3384"/>
                      <p:cNvPicPr/>
                      <p:nvPr/>
                    </p:nvPicPr>
                    <p:blipFill>
                      <a:blip r:embed="rId4"/>
                      <a:stretch>
                        <a:fillRect/>
                      </a:stretch>
                    </p:blipFill>
                    <p:spPr>
                      <a:xfrm>
                        <a:off x="555625" y="4797425"/>
                        <a:ext cx="7496175" cy="1341438"/>
                      </a:xfrm>
                      <a:prstGeom prst="rect">
                        <a:avLst/>
                      </a:prstGeom>
                      <a:gradFill rotWithShape="1">
                        <a:gsLst>
                          <a:gs pos="0">
                            <a:srgbClr val="3399FF"/>
                          </a:gs>
                          <a:gs pos="50000">
                            <a:srgbClr val="FFFFFF"/>
                          </a:gs>
                          <a:gs pos="100000">
                            <a:srgbClr val="3399FF"/>
                          </a:gs>
                        </a:gsLst>
                        <a:lin ang="5400000" scaled="1"/>
                        <a:tileRect/>
                      </a:gradFill>
                      <a:ln w="38100">
                        <a:noFill/>
                        <a:miter/>
                      </a:ln>
                      <a:effectLst>
                        <a:prstShdw prst="shdw17" dist="17961" dir="2699999">
                          <a:srgbClr val="3399FF">
                            <a:gamma/>
                            <a:shade val="60000"/>
                            <a:invGamma/>
                          </a:srgbClr>
                        </a:prstShdw>
                      </a:effectLst>
                    </p:spPr>
                  </p:pic>
                </p:oleObj>
              </mc:Fallback>
            </mc:AlternateContent>
          </a:graphicData>
        </a:graphic>
      </p:graphicFrame>
      <p:sp>
        <p:nvSpPr>
          <p:cNvPr id="63515" name="Text Box 27"/>
          <p:cNvSpPr txBox="1"/>
          <p:nvPr/>
        </p:nvSpPr>
        <p:spPr>
          <a:xfrm>
            <a:off x="755650" y="2276475"/>
            <a:ext cx="2430463" cy="557213"/>
          </a:xfrm>
          <a:prstGeom prst="rect">
            <a:avLst/>
          </a:prstGeom>
          <a:noFill/>
          <a:ln w="38100" cap="flat" cmpd="sng">
            <a:solidFill>
              <a:srgbClr val="00FFFF"/>
            </a:solidFill>
            <a:prstDash val="solid"/>
            <a:miter/>
            <a:headEnd type="none" w="med" len="med"/>
            <a:tailEnd type="none" w="med" len="med"/>
          </a:ln>
        </p:spPr>
        <p:txBody>
          <a:bodyPr>
            <a:spAutoFit/>
          </a:bodyPr>
          <a:p>
            <a:pPr marL="342900" indent="-342900">
              <a:spcBef>
                <a:spcPct val="50000"/>
              </a:spcBef>
              <a:buAutoNum type="circleNumDbPlain"/>
            </a:pPr>
            <a:r>
              <a:rPr lang="zh-CN" altLang="en-US" sz="2800" dirty="0">
                <a:latin typeface="楷体_GB2312" pitchFamily="49" charset="-122"/>
              </a:rPr>
              <a:t>平均功率</a:t>
            </a:r>
            <a:endParaRPr lang="zh-CN" altLang="en-US" sz="2800" dirty="0">
              <a:latin typeface="楷体_GB2312" pitchFamily="49" charset="-122"/>
            </a:endParaRPr>
          </a:p>
        </p:txBody>
      </p:sp>
      <p:sp>
        <p:nvSpPr>
          <p:cNvPr id="63516" name="Line 28"/>
          <p:cNvSpPr/>
          <p:nvPr/>
        </p:nvSpPr>
        <p:spPr>
          <a:xfrm>
            <a:off x="3419475" y="2493963"/>
            <a:ext cx="792163" cy="0"/>
          </a:xfrm>
          <a:prstGeom prst="line">
            <a:avLst/>
          </a:prstGeom>
          <a:ln w="76200" cap="flat" cmpd="sng">
            <a:solidFill>
              <a:srgbClr val="3399FF"/>
            </a:solidFill>
            <a:prstDash val="solid"/>
            <a:headEnd type="none" w="med" len="med"/>
            <a:tailEnd type="triangle" w="med" len="med"/>
          </a:ln>
        </p:spPr>
      </p:sp>
      <p:grpSp>
        <p:nvGrpSpPr>
          <p:cNvPr id="2" name="Group 91"/>
          <p:cNvGrpSpPr/>
          <p:nvPr/>
        </p:nvGrpSpPr>
        <p:grpSpPr>
          <a:xfrm>
            <a:off x="6732588" y="1989138"/>
            <a:ext cx="1692275" cy="2232025"/>
            <a:chOff x="4241" y="1344"/>
            <a:chExt cx="1066" cy="1406"/>
          </a:xfrm>
        </p:grpSpPr>
        <p:sp>
          <p:nvSpPr>
            <p:cNvPr id="45076" name="Oval 92"/>
            <p:cNvSpPr/>
            <p:nvPr/>
          </p:nvSpPr>
          <p:spPr>
            <a:xfrm>
              <a:off x="5260" y="2128"/>
              <a:ext cx="47" cy="47"/>
            </a:xfrm>
            <a:prstGeom prst="ellipse">
              <a:avLst/>
            </a:prstGeom>
            <a:solidFill>
              <a:srgbClr val="FFCC00"/>
            </a:solidFill>
            <a:ln w="38100"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5077" name="Text Box 93"/>
            <p:cNvSpPr txBox="1"/>
            <p:nvPr/>
          </p:nvSpPr>
          <p:spPr>
            <a:xfrm>
              <a:off x="4377" y="1368"/>
              <a:ext cx="453" cy="327"/>
            </a:xfrm>
            <a:prstGeom prst="rect">
              <a:avLst/>
            </a:prstGeom>
            <a:noFill/>
            <a:ln w="38100">
              <a:noFill/>
            </a:ln>
          </p:spPr>
          <p:txBody>
            <a:bodyPr>
              <a:spAutoFit/>
            </a:bodyPr>
            <a:p>
              <a:pPr>
                <a:spcBef>
                  <a:spcPct val="50000"/>
                </a:spcBef>
                <a:buNone/>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5078" name="Text Box 94"/>
            <p:cNvSpPr txBox="1"/>
            <p:nvPr/>
          </p:nvSpPr>
          <p:spPr>
            <a:xfrm>
              <a:off x="4377" y="1867"/>
              <a:ext cx="453" cy="327"/>
            </a:xfrm>
            <a:prstGeom prst="rect">
              <a:avLst/>
            </a:prstGeom>
            <a:noFill/>
            <a:ln w="38100">
              <a:noFill/>
            </a:ln>
          </p:spPr>
          <p:txBody>
            <a:bodyPr>
              <a:spAutoFit/>
            </a:bodyPr>
            <a:p>
              <a:pPr>
                <a:spcBef>
                  <a:spcPct val="50000"/>
                </a:spcBef>
                <a:buNone/>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5079" name="Text Box 95"/>
            <p:cNvSpPr txBox="1"/>
            <p:nvPr/>
          </p:nvSpPr>
          <p:spPr>
            <a:xfrm>
              <a:off x="4332" y="2412"/>
              <a:ext cx="362" cy="327"/>
            </a:xfrm>
            <a:prstGeom prst="rect">
              <a:avLst/>
            </a:prstGeom>
            <a:noFill/>
            <a:ln w="38100">
              <a:noFill/>
            </a:ln>
          </p:spPr>
          <p:txBody>
            <a:bodyPr>
              <a:spAutoFit/>
            </a:bodyPr>
            <a:p>
              <a:pPr>
                <a:spcBef>
                  <a:spcPct val="50000"/>
                </a:spcBef>
                <a:buNone/>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5080" name="Line 96"/>
            <p:cNvSpPr/>
            <p:nvPr/>
          </p:nvSpPr>
          <p:spPr>
            <a:xfrm>
              <a:off x="4286" y="1661"/>
              <a:ext cx="998" cy="0"/>
            </a:xfrm>
            <a:prstGeom prst="line">
              <a:avLst/>
            </a:prstGeom>
            <a:ln w="28575" cap="flat" cmpd="sng">
              <a:solidFill>
                <a:srgbClr val="FFCC00"/>
              </a:solidFill>
              <a:prstDash val="solid"/>
              <a:headEnd type="none" w="med" len="med"/>
              <a:tailEnd type="none" w="med" len="med"/>
            </a:ln>
          </p:spPr>
        </p:sp>
        <p:sp>
          <p:nvSpPr>
            <p:cNvPr id="45081" name="Line 97"/>
            <p:cNvSpPr/>
            <p:nvPr/>
          </p:nvSpPr>
          <p:spPr>
            <a:xfrm>
              <a:off x="4286" y="2160"/>
              <a:ext cx="979" cy="0"/>
            </a:xfrm>
            <a:prstGeom prst="line">
              <a:avLst/>
            </a:prstGeom>
            <a:ln w="28575" cap="flat" cmpd="sng">
              <a:solidFill>
                <a:srgbClr val="FFCC00"/>
              </a:solidFill>
              <a:prstDash val="solid"/>
              <a:headEnd type="none" w="med" len="med"/>
              <a:tailEnd type="none" w="med" len="med"/>
            </a:ln>
          </p:spPr>
        </p:sp>
        <p:sp>
          <p:nvSpPr>
            <p:cNvPr id="45082" name="Line 98"/>
            <p:cNvSpPr/>
            <p:nvPr/>
          </p:nvSpPr>
          <p:spPr>
            <a:xfrm>
              <a:off x="4241" y="2704"/>
              <a:ext cx="1043" cy="0"/>
            </a:xfrm>
            <a:prstGeom prst="line">
              <a:avLst/>
            </a:prstGeom>
            <a:ln w="28575" cap="flat" cmpd="sng">
              <a:solidFill>
                <a:srgbClr val="FFCC00"/>
              </a:solidFill>
              <a:prstDash val="solid"/>
              <a:headEnd type="none" w="med" len="med"/>
              <a:tailEnd type="none" w="med" len="med"/>
            </a:ln>
          </p:spPr>
        </p:sp>
        <p:sp>
          <p:nvSpPr>
            <p:cNvPr id="45083" name="Line 99"/>
            <p:cNvSpPr/>
            <p:nvPr/>
          </p:nvSpPr>
          <p:spPr>
            <a:xfrm>
              <a:off x="5284" y="1661"/>
              <a:ext cx="0" cy="1043"/>
            </a:xfrm>
            <a:prstGeom prst="line">
              <a:avLst/>
            </a:prstGeom>
            <a:ln w="28575" cap="flat" cmpd="sng">
              <a:solidFill>
                <a:srgbClr val="FFCC00"/>
              </a:solidFill>
              <a:prstDash val="solid"/>
              <a:headEnd type="none" w="med" len="med"/>
              <a:tailEnd type="none" w="med" len="med"/>
            </a:ln>
          </p:spPr>
        </p:sp>
        <p:sp>
          <p:nvSpPr>
            <p:cNvPr id="45084" name="Text Box 100"/>
            <p:cNvSpPr txBox="1"/>
            <p:nvPr/>
          </p:nvSpPr>
          <p:spPr>
            <a:xfrm>
              <a:off x="4785" y="1344"/>
              <a:ext cx="392"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5085" name="Text Box 101"/>
            <p:cNvSpPr txBox="1"/>
            <p:nvPr/>
          </p:nvSpPr>
          <p:spPr>
            <a:xfrm>
              <a:off x="4830" y="1797"/>
              <a:ext cx="392"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5086" name="Text Box 102"/>
            <p:cNvSpPr txBox="1"/>
            <p:nvPr/>
          </p:nvSpPr>
          <p:spPr>
            <a:xfrm>
              <a:off x="4785" y="2341"/>
              <a:ext cx="392"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5087" name="Rectangle 103"/>
            <p:cNvSpPr/>
            <p:nvPr/>
          </p:nvSpPr>
          <p:spPr>
            <a:xfrm>
              <a:off x="4740" y="1616"/>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45088" name="Rectangle 104"/>
            <p:cNvSpPr/>
            <p:nvPr/>
          </p:nvSpPr>
          <p:spPr>
            <a:xfrm>
              <a:off x="4740" y="206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45089" name="Rectangle 105"/>
            <p:cNvSpPr/>
            <p:nvPr/>
          </p:nvSpPr>
          <p:spPr>
            <a:xfrm>
              <a:off x="4740" y="261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45067" name="Group 115"/>
          <p:cNvGrpSpPr/>
          <p:nvPr/>
        </p:nvGrpSpPr>
        <p:grpSpPr>
          <a:xfrm>
            <a:off x="8316913" y="6445250"/>
            <a:ext cx="792162" cy="366713"/>
            <a:chOff x="5193" y="4020"/>
            <a:chExt cx="499" cy="231"/>
          </a:xfrm>
        </p:grpSpPr>
        <p:pic>
          <p:nvPicPr>
            <p:cNvPr id="45074" name="Picture 116" descr="78900"/>
            <p:cNvPicPr>
              <a:picLocks noChangeAspect="1"/>
            </p:cNvPicPr>
            <p:nvPr/>
          </p:nvPicPr>
          <p:blipFill>
            <a:blip r:embed="rId5"/>
            <a:stretch>
              <a:fillRect/>
            </a:stretch>
          </p:blipFill>
          <p:spPr>
            <a:xfrm>
              <a:off x="5193" y="4066"/>
              <a:ext cx="499" cy="181"/>
            </a:xfrm>
            <a:prstGeom prst="rect">
              <a:avLst/>
            </a:prstGeom>
            <a:noFill/>
            <a:ln w="9525">
              <a:noFill/>
            </a:ln>
          </p:spPr>
        </p:pic>
        <p:sp>
          <p:nvSpPr>
            <p:cNvPr id="45075" name="Text Box 117">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5068" name="Group 118"/>
          <p:cNvGrpSpPr/>
          <p:nvPr/>
        </p:nvGrpSpPr>
        <p:grpSpPr>
          <a:xfrm>
            <a:off x="7451725" y="6445250"/>
            <a:ext cx="792163" cy="366713"/>
            <a:chOff x="5193" y="4020"/>
            <a:chExt cx="499" cy="231"/>
          </a:xfrm>
        </p:grpSpPr>
        <p:pic>
          <p:nvPicPr>
            <p:cNvPr id="45072" name="Picture 119" descr="78900"/>
            <p:cNvPicPr>
              <a:picLocks noChangeAspect="1"/>
            </p:cNvPicPr>
            <p:nvPr/>
          </p:nvPicPr>
          <p:blipFill>
            <a:blip r:embed="rId5"/>
            <a:stretch>
              <a:fillRect/>
            </a:stretch>
          </p:blipFill>
          <p:spPr>
            <a:xfrm>
              <a:off x="5193" y="4066"/>
              <a:ext cx="499" cy="181"/>
            </a:xfrm>
            <a:prstGeom prst="rect">
              <a:avLst/>
            </a:prstGeom>
            <a:noFill/>
            <a:ln w="9525">
              <a:noFill/>
            </a:ln>
          </p:spPr>
        </p:pic>
        <p:sp>
          <p:nvSpPr>
            <p:cNvPr id="45073" name="Text Box 120">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5069" name="Group 121"/>
          <p:cNvGrpSpPr/>
          <p:nvPr/>
        </p:nvGrpSpPr>
        <p:grpSpPr>
          <a:xfrm>
            <a:off x="6588125" y="6446838"/>
            <a:ext cx="792163" cy="366712"/>
            <a:chOff x="4695" y="4061"/>
            <a:chExt cx="499" cy="231"/>
          </a:xfrm>
        </p:grpSpPr>
        <p:pic>
          <p:nvPicPr>
            <p:cNvPr id="45070" name="Picture 122" descr="78900"/>
            <p:cNvPicPr>
              <a:picLocks noChangeAspect="1"/>
            </p:cNvPicPr>
            <p:nvPr/>
          </p:nvPicPr>
          <p:blipFill>
            <a:blip r:embed="rId5"/>
            <a:stretch>
              <a:fillRect/>
            </a:stretch>
          </p:blipFill>
          <p:spPr>
            <a:xfrm>
              <a:off x="4695" y="4107"/>
              <a:ext cx="499" cy="181"/>
            </a:xfrm>
            <a:prstGeom prst="rect">
              <a:avLst/>
            </a:prstGeom>
            <a:noFill/>
            <a:ln w="9525">
              <a:noFill/>
            </a:ln>
          </p:spPr>
        </p:pic>
        <p:sp>
          <p:nvSpPr>
            <p:cNvPr id="45071" name="Text Box 123">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63491"/>
                                        </p:tgtEl>
                                        <p:attrNameLst>
                                          <p:attrName>style.visibility</p:attrName>
                                        </p:attrNameLst>
                                      </p:cBhvr>
                                      <p:to>
                                        <p:strVal val="visible"/>
                                      </p:to>
                                    </p:set>
                                    <p:anim calcmode="lin" valueType="num">
                                      <p:cBhvr additive="base">
                                        <p:cTn id="7" dur="500" fill="hold"/>
                                        <p:tgtEl>
                                          <p:spTgt spid="63491"/>
                                        </p:tgtEl>
                                        <p:attrNameLst>
                                          <p:attrName>ppt_x</p:attrName>
                                        </p:attrNameLst>
                                      </p:cBhvr>
                                      <p:tavLst>
                                        <p:tav tm="0">
                                          <p:val>
                                            <p:strVal val="0-#ppt_w/2"/>
                                          </p:val>
                                        </p:tav>
                                        <p:tav tm="100000">
                                          <p:val>
                                            <p:strVal val="#ppt_x"/>
                                          </p:val>
                                        </p:tav>
                                      </p:tavLst>
                                    </p:anim>
                                    <p:anim calcmode="lin" valueType="num">
                                      <p:cBhvr additive="base">
                                        <p:cTn id="8" dur="500" fill="hold"/>
                                        <p:tgtEl>
                                          <p:spTgt spid="63491"/>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3490"/>
                                        </p:tgtEl>
                                        <p:attrNameLst>
                                          <p:attrName>style.visibility</p:attrName>
                                        </p:attrNameLst>
                                      </p:cBhvr>
                                      <p:to>
                                        <p:strVal val="visible"/>
                                      </p:to>
                                    </p:set>
                                    <p:anim calcmode="lin" valueType="num">
                                      <p:cBhvr additive="base">
                                        <p:cTn id="13" dur="500" fill="hold"/>
                                        <p:tgtEl>
                                          <p:spTgt spid="63490"/>
                                        </p:tgtEl>
                                        <p:attrNameLst>
                                          <p:attrName>ppt_x</p:attrName>
                                        </p:attrNameLst>
                                      </p:cBhvr>
                                      <p:tavLst>
                                        <p:tav tm="0">
                                          <p:val>
                                            <p:strVal val="0-#ppt_w/2"/>
                                          </p:val>
                                        </p:tav>
                                        <p:tav tm="100000">
                                          <p:val>
                                            <p:strVal val="#ppt_x"/>
                                          </p:val>
                                        </p:tav>
                                      </p:tavLst>
                                    </p:anim>
                                    <p:anim calcmode="lin" valueType="num">
                                      <p:cBhvr additive="base">
                                        <p:cTn id="14" dur="500" fill="hold"/>
                                        <p:tgtEl>
                                          <p:spTgt spid="6349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linds(horizontal)">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63515"/>
                                        </p:tgtEl>
                                        <p:attrNameLst>
                                          <p:attrName>style.visibility</p:attrName>
                                        </p:attrNameLst>
                                      </p:cBhvr>
                                      <p:to>
                                        <p:strVal val="visible"/>
                                      </p:to>
                                    </p:set>
                                    <p:anim calcmode="lin" valueType="num">
                                      <p:cBhvr additive="base">
                                        <p:cTn id="24" dur="500" fill="hold"/>
                                        <p:tgtEl>
                                          <p:spTgt spid="63515"/>
                                        </p:tgtEl>
                                        <p:attrNameLst>
                                          <p:attrName>ppt_x</p:attrName>
                                        </p:attrNameLst>
                                      </p:cBhvr>
                                      <p:tavLst>
                                        <p:tav tm="0">
                                          <p:val>
                                            <p:strVal val="0-#ppt_w/2"/>
                                          </p:val>
                                        </p:tav>
                                        <p:tav tm="100000">
                                          <p:val>
                                            <p:strVal val="#ppt_x"/>
                                          </p:val>
                                        </p:tav>
                                      </p:tavLst>
                                    </p:anim>
                                    <p:anim calcmode="lin" valueType="num">
                                      <p:cBhvr additive="base">
                                        <p:cTn id="25" dur="500" fill="hold"/>
                                        <p:tgtEl>
                                          <p:spTgt spid="63515"/>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2" presetClass="entr" presetSubtype="8" fill="hold" nodeType="clickEffect">
                                  <p:stCondLst>
                                    <p:cond delay="0"/>
                                  </p:stCondLst>
                                  <p:childTnLst>
                                    <p:set>
                                      <p:cBhvr>
                                        <p:cTn id="29" dur="1" fill="hold">
                                          <p:stCondLst>
                                            <p:cond delay="0"/>
                                          </p:stCondLst>
                                        </p:cTn>
                                        <p:tgtEl>
                                          <p:spTgt spid="63516"/>
                                        </p:tgtEl>
                                        <p:attrNameLst>
                                          <p:attrName>style.visibility</p:attrName>
                                        </p:attrNameLst>
                                      </p:cBhvr>
                                      <p:to>
                                        <p:strVal val="visible"/>
                                      </p:to>
                                    </p:set>
                                    <p:animEffect transition="in" filter="slide(fromLeft)">
                                      <p:cBhvr>
                                        <p:cTn id="30" dur="500"/>
                                        <p:tgtEl>
                                          <p:spTgt spid="63516"/>
                                        </p:tgtEl>
                                      </p:cBhvr>
                                    </p:animEffect>
                                  </p:childTnLst>
                                </p:cTn>
                              </p:par>
                            </p:childTnLst>
                          </p:cTn>
                        </p:par>
                        <p:par>
                          <p:cTn id="31" fill="hold">
                            <p:stCondLst>
                              <p:cond delay="500"/>
                            </p:stCondLst>
                            <p:childTnLst>
                              <p:par>
                                <p:cTn id="32" presetID="12" presetClass="entr" presetSubtype="2" fill="hold" grpId="0" nodeType="afterEffect">
                                  <p:stCondLst>
                                    <p:cond delay="0"/>
                                  </p:stCondLst>
                                  <p:childTnLst>
                                    <p:set>
                                      <p:cBhvr>
                                        <p:cTn id="33" dur="1" fill="hold">
                                          <p:stCondLst>
                                            <p:cond delay="0"/>
                                          </p:stCondLst>
                                        </p:cTn>
                                        <p:tgtEl>
                                          <p:spTgt spid="63493"/>
                                        </p:tgtEl>
                                        <p:attrNameLst>
                                          <p:attrName>style.visibility</p:attrName>
                                        </p:attrNameLst>
                                      </p:cBhvr>
                                      <p:to>
                                        <p:strVal val="visible"/>
                                      </p:to>
                                    </p:set>
                                    <p:animEffect transition="in" filter="slide(fromRight)">
                                      <p:cBhvr>
                                        <p:cTn id="34" dur="1000"/>
                                        <p:tgtEl>
                                          <p:spTgt spid="6349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63494"/>
                                        </p:tgtEl>
                                        <p:attrNameLst>
                                          <p:attrName>style.visibility</p:attrName>
                                        </p:attrNameLst>
                                      </p:cBhvr>
                                      <p:to>
                                        <p:strVal val="visible"/>
                                      </p:to>
                                    </p:set>
                                    <p:animEffect transition="in" filter="wipe(left)">
                                      <p:cBhvr>
                                        <p:cTn id="39" dur="2000"/>
                                        <p:tgtEl>
                                          <p:spTgt spid="63494"/>
                                        </p:tgtEl>
                                      </p:cBhvr>
                                    </p:animEffect>
                                  </p:childTnLst>
                                </p:cTn>
                              </p:par>
                            </p:childTnLst>
                          </p:cTn>
                        </p:par>
                        <p:par>
                          <p:cTn id="40" fill="hold">
                            <p:stCondLst>
                              <p:cond delay="2000"/>
                            </p:stCondLst>
                            <p:childTnLst>
                              <p:par>
                                <p:cTn id="41" presetID="22" presetClass="entr" presetSubtype="8" fill="hold" nodeType="afterEffect">
                                  <p:stCondLst>
                                    <p:cond delay="0"/>
                                  </p:stCondLst>
                                  <p:childTnLst>
                                    <p:set>
                                      <p:cBhvr>
                                        <p:cTn id="42" dur="1" fill="hold">
                                          <p:stCondLst>
                                            <p:cond delay="0"/>
                                          </p:stCondLst>
                                        </p:cTn>
                                        <p:tgtEl>
                                          <p:spTgt spid="63495"/>
                                        </p:tgtEl>
                                        <p:attrNameLst>
                                          <p:attrName>style.visibility</p:attrName>
                                        </p:attrNameLst>
                                      </p:cBhvr>
                                      <p:to>
                                        <p:strVal val="visible"/>
                                      </p:to>
                                    </p:set>
                                    <p:animEffect transition="in" filter="wipe(left)">
                                      <p:cBhvr>
                                        <p:cTn id="43" dur="2000"/>
                                        <p:tgtEl>
                                          <p:spTgt spid="63495"/>
                                        </p:tgtEl>
                                      </p:cBhvr>
                                    </p:animEffect>
                                  </p:childTnLst>
                                </p:cTn>
                              </p:par>
                            </p:childTnLst>
                          </p:cTn>
                        </p:par>
                      </p:childTnLst>
                    </p:cTn>
                  </p:par>
                  <p:par>
                    <p:cTn id="44" fill="hold">
                      <p:stCondLst>
                        <p:cond delay="indefinite"/>
                      </p:stCondLst>
                      <p:childTnLst>
                        <p:par>
                          <p:cTn id="45" fill="hold">
                            <p:stCondLst>
                              <p:cond delay="0"/>
                            </p:stCondLst>
                            <p:childTnLst>
                              <p:par>
                                <p:cTn id="46" presetID="18" presetClass="entr" presetSubtype="6" fill="hold" nodeType="clickEffect">
                                  <p:stCondLst>
                                    <p:cond delay="0"/>
                                  </p:stCondLst>
                                  <p:childTnLst>
                                    <p:set>
                                      <p:cBhvr>
                                        <p:cTn id="47" dur="1" fill="hold">
                                          <p:stCondLst>
                                            <p:cond delay="0"/>
                                          </p:stCondLst>
                                        </p:cTn>
                                        <p:tgtEl>
                                          <p:spTgt spid="63496"/>
                                        </p:tgtEl>
                                        <p:attrNameLst>
                                          <p:attrName>style.visibility</p:attrName>
                                        </p:attrNameLst>
                                      </p:cBhvr>
                                      <p:to>
                                        <p:strVal val="visible"/>
                                      </p:to>
                                    </p:set>
                                    <p:animEffect transition="in" filter="strips(downRight)">
                                      <p:cBhvr>
                                        <p:cTn id="48" dur="2000"/>
                                        <p:tgtEl>
                                          <p:spTgt spid="634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0" grpId="0"/>
      <p:bldP spid="63491" grpId="0"/>
      <p:bldP spid="63493" grpId="0"/>
      <p:bldP spid="63494" grpId="0"/>
      <p:bldP spid="63515"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7346" name="Object 2"/>
          <p:cNvGraphicFramePr/>
          <p:nvPr/>
        </p:nvGraphicFramePr>
        <p:xfrm>
          <a:off x="434975" y="809625"/>
          <a:ext cx="5351463" cy="627063"/>
        </p:xfrm>
        <a:graphic>
          <a:graphicData uri="http://schemas.openxmlformats.org/presentationml/2006/ole">
            <mc:AlternateContent xmlns:mc="http://schemas.openxmlformats.org/markup-compatibility/2006">
              <mc:Choice xmlns:v="urn:schemas-microsoft-com:vml" Requires="v">
                <p:oleObj spid="_x0000_s3389" name="" r:id="rId1" imgW="2257425" imgH="266065" progId="Equation.3">
                  <p:embed/>
                </p:oleObj>
              </mc:Choice>
              <mc:Fallback>
                <p:oleObj name="" r:id="rId1" imgW="2257425" imgH="266065" progId="Equation.3">
                  <p:embed/>
                  <p:pic>
                    <p:nvPicPr>
                      <p:cNvPr id="0" name="图片 3388"/>
                      <p:cNvPicPr/>
                      <p:nvPr/>
                    </p:nvPicPr>
                    <p:blipFill>
                      <a:blip r:embed="rId2">
                        <a:clrChange>
                          <a:clrFrom>
                            <a:srgbClr val="000000"/>
                          </a:clrFrom>
                          <a:clrTo>
                            <a:srgbClr val="FFFFFF"/>
                          </a:clrTo>
                        </a:clrChange>
                      </a:blip>
                      <a:stretch>
                        <a:fillRect/>
                      </a:stretch>
                    </p:blipFill>
                    <p:spPr>
                      <a:xfrm>
                        <a:off x="434975" y="809625"/>
                        <a:ext cx="5351463" cy="627063"/>
                      </a:xfrm>
                      <a:prstGeom prst="rect">
                        <a:avLst/>
                      </a:prstGeom>
                      <a:noFill/>
                      <a:ln w="38100">
                        <a:noFill/>
                        <a:miter/>
                      </a:ln>
                    </p:spPr>
                  </p:pic>
                </p:oleObj>
              </mc:Fallback>
            </mc:AlternateContent>
          </a:graphicData>
        </a:graphic>
      </p:graphicFrame>
      <p:graphicFrame>
        <p:nvGraphicFramePr>
          <p:cNvPr id="57347" name="Object 3"/>
          <p:cNvGraphicFramePr/>
          <p:nvPr/>
        </p:nvGraphicFramePr>
        <p:xfrm>
          <a:off x="381000" y="1700213"/>
          <a:ext cx="6007100" cy="1071562"/>
        </p:xfrm>
        <a:graphic>
          <a:graphicData uri="http://schemas.openxmlformats.org/presentationml/2006/ole">
            <mc:AlternateContent xmlns:mc="http://schemas.openxmlformats.org/markup-compatibility/2006">
              <mc:Choice xmlns:v="urn:schemas-microsoft-com:vml" Requires="v">
                <p:oleObj spid="_x0000_s3388" name="" r:id="rId3" imgW="2628900" imgH="469900" progId="Equation.3">
                  <p:embed/>
                </p:oleObj>
              </mc:Choice>
              <mc:Fallback>
                <p:oleObj name="" r:id="rId3" imgW="2628900" imgH="469900" progId="Equation.3">
                  <p:embed/>
                  <p:pic>
                    <p:nvPicPr>
                      <p:cNvPr id="0" name="图片 3387"/>
                      <p:cNvPicPr/>
                      <p:nvPr/>
                    </p:nvPicPr>
                    <p:blipFill>
                      <a:blip r:embed="rId4"/>
                      <a:stretch>
                        <a:fillRect/>
                      </a:stretch>
                    </p:blipFill>
                    <p:spPr>
                      <a:xfrm>
                        <a:off x="381000" y="1700213"/>
                        <a:ext cx="6007100" cy="1071562"/>
                      </a:xfrm>
                      <a:prstGeom prst="rect">
                        <a:avLst/>
                      </a:prstGeom>
                      <a:gradFill rotWithShape="1">
                        <a:gsLst>
                          <a:gs pos="0">
                            <a:srgbClr val="3399FF"/>
                          </a:gs>
                          <a:gs pos="50000">
                            <a:srgbClr val="FFFFFF"/>
                          </a:gs>
                          <a:gs pos="100000">
                            <a:srgbClr val="3399FF"/>
                          </a:gs>
                        </a:gsLst>
                        <a:lin ang="5400000" scaled="1"/>
                        <a:tileRect/>
                      </a:gradFill>
                      <a:ln w="38100">
                        <a:noFill/>
                        <a:miter/>
                      </a:ln>
                      <a:effectLst>
                        <a:prstShdw prst="shdw17" dist="17961" dir="2699999">
                          <a:srgbClr val="3399FF">
                            <a:gamma/>
                            <a:shade val="60000"/>
                            <a:invGamma/>
                          </a:srgbClr>
                        </a:prstShdw>
                      </a:effectLst>
                    </p:spPr>
                  </p:pic>
                </p:oleObj>
              </mc:Fallback>
            </mc:AlternateContent>
          </a:graphicData>
        </a:graphic>
      </p:graphicFrame>
      <p:sp>
        <p:nvSpPr>
          <p:cNvPr id="57351" name="Text Box 7"/>
          <p:cNvSpPr txBox="1"/>
          <p:nvPr/>
        </p:nvSpPr>
        <p:spPr>
          <a:xfrm>
            <a:off x="1258888" y="3357563"/>
            <a:ext cx="7416800" cy="1117600"/>
          </a:xfrm>
          <a:prstGeom prst="rect">
            <a:avLst/>
          </a:prstGeom>
          <a:noFill/>
          <a:ln w="9525">
            <a:noFill/>
          </a:ln>
        </p:spPr>
        <p:txBody>
          <a:bodyPr>
            <a:spAutoFit/>
          </a:bodyPr>
          <a:p>
            <a:pPr marL="476250" indent="-476250">
              <a:lnSpc>
                <a:spcPct val="120000"/>
              </a:lnSpc>
            </a:pPr>
            <a:r>
              <a:rPr lang="en-US" altLang="zh-CN" sz="2800" b="0" dirty="0">
                <a:latin typeface="Times New Roman" panose="02020603050405020304" pitchFamily="18" charset="0"/>
                <a:ea typeface="宋体" panose="02010600030101010101" pitchFamily="2" charset="-122"/>
              </a:rPr>
              <a:t>(1)</a:t>
            </a:r>
            <a:r>
              <a:rPr lang="en-US" altLang="zh-CN" sz="2800" dirty="0">
                <a:latin typeface="Times New Roman" panose="02020603050405020304" pitchFamily="18" charset="0"/>
                <a:ea typeface="宋体" panose="02010600030101010101" pitchFamily="2" charset="-122"/>
              </a:rPr>
              <a:t>  </a:t>
            </a:r>
            <a:r>
              <a:rPr lang="en-US" altLang="zh-CN" sz="28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2800" i="1" dirty="0">
                <a:latin typeface="Times New Roman" panose="02020603050405020304" pitchFamily="18" charset="0"/>
                <a:ea typeface="宋体" panose="02010600030101010101" pitchFamily="2" charset="-122"/>
                <a:sym typeface="Symbol" panose="05050102010706020507" pitchFamily="18" charset="2"/>
              </a:rPr>
              <a:t> </a:t>
            </a:r>
            <a:r>
              <a:rPr lang="zh-CN" altLang="en-US" sz="2800" dirty="0">
                <a:latin typeface="楷体_GB2312" pitchFamily="49" charset="-122"/>
              </a:rPr>
              <a:t>为相电压与相电流的相位差</a:t>
            </a:r>
            <a:r>
              <a:rPr lang="en-US" altLang="zh-CN" sz="2800" dirty="0">
                <a:latin typeface="楷体_GB2312" pitchFamily="49" charset="-122"/>
              </a:rPr>
              <a:t>(</a:t>
            </a:r>
            <a:r>
              <a:rPr lang="zh-CN" altLang="en-US" sz="2800" dirty="0">
                <a:latin typeface="楷体_GB2312" pitchFamily="49" charset="-122"/>
              </a:rPr>
              <a:t>阻抗角</a:t>
            </a:r>
            <a:r>
              <a:rPr lang="en-US" altLang="zh-CN" sz="2800" dirty="0">
                <a:latin typeface="楷体_GB2312" pitchFamily="49" charset="-122"/>
              </a:rPr>
              <a:t>)</a:t>
            </a:r>
            <a:r>
              <a:rPr lang="zh-CN" altLang="en-US" sz="2800" dirty="0">
                <a:latin typeface="楷体_GB2312" pitchFamily="49" charset="-122"/>
              </a:rPr>
              <a:t>，不要误以为是线电压与线电流的相位差。</a:t>
            </a:r>
            <a:endParaRPr lang="zh-CN" altLang="en-US" sz="2800" dirty="0">
              <a:latin typeface="楷体_GB2312" pitchFamily="49" charset="-122"/>
            </a:endParaRPr>
          </a:p>
        </p:txBody>
      </p:sp>
      <p:sp>
        <p:nvSpPr>
          <p:cNvPr id="57352" name="Rectangle 8"/>
          <p:cNvSpPr/>
          <p:nvPr/>
        </p:nvSpPr>
        <p:spPr>
          <a:xfrm>
            <a:off x="1258888" y="4365625"/>
            <a:ext cx="7518400" cy="1117600"/>
          </a:xfrm>
          <a:prstGeom prst="rect">
            <a:avLst/>
          </a:prstGeom>
          <a:noFill/>
          <a:ln w="9525">
            <a:noFill/>
          </a:ln>
        </p:spPr>
        <p:txBody>
          <a:bodyPr>
            <a:spAutoFit/>
          </a:bodyPr>
          <a:p>
            <a:pPr marL="476250" indent="-476250">
              <a:lnSpc>
                <a:spcPct val="120000"/>
              </a:lnSpc>
            </a:pPr>
            <a:r>
              <a:rPr lang="en-US" altLang="zh-CN" sz="2800" b="0" dirty="0">
                <a:latin typeface="Times New Roman" panose="02020603050405020304" pitchFamily="18" charset="0"/>
                <a:ea typeface="宋体" panose="02010600030101010101" pitchFamily="2" charset="-122"/>
              </a:rPr>
              <a:t>(2)</a:t>
            </a:r>
            <a:r>
              <a:rPr lang="en-US" altLang="zh-CN" sz="2800" dirty="0">
                <a:latin typeface="Times New Roman" panose="02020603050405020304" pitchFamily="18" charset="0"/>
                <a:ea typeface="宋体" panose="02010600030101010101" pitchFamily="2" charset="-122"/>
              </a:rPr>
              <a:t> </a:t>
            </a:r>
            <a:r>
              <a:rPr lang="en-US" altLang="zh-CN" sz="2800" b="0" dirty="0">
                <a:solidFill>
                  <a:schemeClr val="bg1"/>
                </a:solidFill>
                <a:latin typeface="Times New Roman" panose="02020603050405020304" pitchFamily="18" charset="0"/>
                <a:ea typeface="宋体" panose="02010600030101010101" pitchFamily="2" charset="-122"/>
              </a:rPr>
              <a:t>cos</a:t>
            </a:r>
            <a:r>
              <a:rPr lang="en-US" altLang="zh-CN" sz="28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zh-CN" altLang="en-US" sz="2800" dirty="0">
                <a:latin typeface="Times New Roman" panose="02020603050405020304" pitchFamily="18" charset="0"/>
              </a:rPr>
              <a:t>为每相的功率因数，在对称三相制中有</a:t>
            </a:r>
            <a:r>
              <a:rPr lang="zh-CN" altLang="en-US" sz="2800" dirty="0">
                <a:latin typeface="Times New Roman" panose="02020603050405020304" pitchFamily="18" charset="0"/>
                <a:ea typeface="宋体" panose="02010600030101010101" pitchFamily="2" charset="-122"/>
              </a:rPr>
              <a:t>   </a:t>
            </a:r>
            <a:r>
              <a:rPr lang="en-US" altLang="zh-CN" sz="2800" b="0" dirty="0">
                <a:solidFill>
                  <a:schemeClr val="bg1"/>
                </a:solidFill>
                <a:latin typeface="Times New Roman" panose="02020603050405020304" pitchFamily="18" charset="0"/>
                <a:ea typeface="宋体" panose="02010600030101010101" pitchFamily="2" charset="-122"/>
              </a:rPr>
              <a:t>cos</a:t>
            </a:r>
            <a:r>
              <a:rPr lang="en-US" altLang="zh-CN" sz="28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A</a:t>
            </a:r>
            <a:r>
              <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0" dirty="0">
                <a:solidFill>
                  <a:schemeClr val="bg1"/>
                </a:solidFill>
                <a:latin typeface="Times New Roman" panose="02020603050405020304" pitchFamily="18" charset="0"/>
                <a:ea typeface="宋体" panose="02010600030101010101" pitchFamily="2" charset="-122"/>
              </a:rPr>
              <a:t>cos</a:t>
            </a:r>
            <a:r>
              <a:rPr lang="en-US" altLang="zh-CN" sz="28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B</a:t>
            </a:r>
            <a:r>
              <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 = </a:t>
            </a:r>
            <a:r>
              <a:rPr lang="en-US" altLang="zh-CN" sz="2800" b="0" dirty="0">
                <a:solidFill>
                  <a:schemeClr val="bg1"/>
                </a:solidFill>
                <a:latin typeface="Times New Roman" panose="02020603050405020304" pitchFamily="18" charset="0"/>
                <a:ea typeface="宋体" panose="02010600030101010101" pitchFamily="2" charset="-122"/>
              </a:rPr>
              <a:t>cos</a:t>
            </a:r>
            <a:r>
              <a:rPr lang="en-US" altLang="zh-CN" sz="28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C</a:t>
            </a:r>
            <a:r>
              <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 = </a:t>
            </a:r>
            <a:r>
              <a:rPr lang="en-US" altLang="zh-CN" sz="2800" b="0" dirty="0">
                <a:solidFill>
                  <a:schemeClr val="bg1"/>
                </a:solidFill>
                <a:latin typeface="Times New Roman" panose="02020603050405020304" pitchFamily="18" charset="0"/>
                <a:ea typeface="宋体" panose="02010600030101010101" pitchFamily="2" charset="-122"/>
              </a:rPr>
              <a:t>cos</a:t>
            </a:r>
            <a:r>
              <a:rPr lang="en-US" altLang="zh-CN" sz="28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2800" b="0" i="1" dirty="0">
                <a:latin typeface="Times New Roman" panose="02020603050405020304" pitchFamily="18" charset="0"/>
                <a:ea typeface="宋体" panose="02010600030101010101" pitchFamily="2" charset="-122"/>
                <a:sym typeface="Symbol" panose="05050102010706020507" pitchFamily="18" charset="2"/>
              </a:rPr>
              <a:t> </a:t>
            </a:r>
            <a:r>
              <a:rPr lang="en-US" altLang="zh-CN" sz="2800" b="0" baseline="-25000" dirty="0">
                <a:latin typeface="Times New Roman" panose="02020603050405020304" pitchFamily="18" charset="0"/>
                <a:ea typeface="宋体" panose="02010600030101010101" pitchFamily="2" charset="-122"/>
                <a:sym typeface="Symbol" panose="05050102010706020507" pitchFamily="18" charset="2"/>
              </a:rPr>
              <a:t> </a:t>
            </a:r>
            <a:r>
              <a:rPr lang="zh-CN" altLang="en-US" sz="2800" b="0" dirty="0">
                <a:latin typeface="Times New Roman" panose="02020603050405020304" pitchFamily="18" charset="0"/>
                <a:ea typeface="宋体" panose="02010600030101010101" pitchFamily="2" charset="-122"/>
                <a:sym typeface="Symbol" panose="05050102010706020507" pitchFamily="18" charset="2"/>
              </a:rPr>
              <a:t>。</a:t>
            </a:r>
            <a:endParaRPr lang="zh-CN" altLang="en-US" sz="2800" b="0" dirty="0">
              <a:latin typeface="Times New Roman" panose="02020603050405020304" pitchFamily="18" charset="0"/>
              <a:ea typeface="宋体" panose="02010600030101010101" pitchFamily="2" charset="-122"/>
              <a:sym typeface="Symbol" panose="05050102010706020507" pitchFamily="18" charset="2"/>
            </a:endParaRPr>
          </a:p>
        </p:txBody>
      </p:sp>
      <p:sp>
        <p:nvSpPr>
          <p:cNvPr id="57354" name="Text Box 10"/>
          <p:cNvSpPr txBox="1"/>
          <p:nvPr/>
        </p:nvSpPr>
        <p:spPr>
          <a:xfrm>
            <a:off x="1187450" y="5516563"/>
            <a:ext cx="7343775" cy="1031875"/>
          </a:xfrm>
          <a:prstGeom prst="rect">
            <a:avLst/>
          </a:prstGeom>
          <a:noFill/>
          <a:ln w="9525">
            <a:noFill/>
          </a:ln>
        </p:spPr>
        <p:txBody>
          <a:bodyPr>
            <a:spAutoFit/>
          </a:bodyPr>
          <a:p>
            <a:pPr>
              <a:spcBef>
                <a:spcPct val="20000"/>
              </a:spcBef>
            </a:pPr>
            <a:r>
              <a:rPr lang="en-US" altLang="zh-CN" sz="2800" b="0" dirty="0">
                <a:latin typeface="楷体_GB2312" pitchFamily="49" charset="-122"/>
              </a:rPr>
              <a:t>(3)</a:t>
            </a:r>
            <a:r>
              <a:rPr lang="en-US" altLang="zh-CN" sz="2800" dirty="0">
                <a:latin typeface="楷体_GB2312" pitchFamily="49" charset="-122"/>
              </a:rPr>
              <a:t> </a:t>
            </a:r>
            <a:r>
              <a:rPr lang="zh-CN" altLang="en-US" sz="2800" dirty="0">
                <a:latin typeface="楷体_GB2312" pitchFamily="49" charset="-122"/>
              </a:rPr>
              <a:t>公式计算电源发出的功率</a:t>
            </a:r>
            <a:r>
              <a:rPr lang="en-US" altLang="zh-CN" sz="2800" dirty="0">
                <a:latin typeface="楷体_GB2312" pitchFamily="49" charset="-122"/>
              </a:rPr>
              <a:t>(</a:t>
            </a:r>
            <a:r>
              <a:rPr lang="zh-CN" altLang="en-US" sz="2800" dirty="0">
                <a:latin typeface="楷体_GB2312" pitchFamily="49" charset="-122"/>
              </a:rPr>
              <a:t>或负载吸收的</a:t>
            </a:r>
            <a:endParaRPr lang="zh-CN" altLang="en-US" sz="2800" dirty="0">
              <a:latin typeface="楷体_GB2312" pitchFamily="49" charset="-122"/>
            </a:endParaRPr>
          </a:p>
          <a:p>
            <a:pPr>
              <a:spcBef>
                <a:spcPct val="20000"/>
              </a:spcBef>
            </a:pPr>
            <a:r>
              <a:rPr lang="zh-CN" altLang="en-US" sz="2800" dirty="0">
                <a:latin typeface="楷体_GB2312" pitchFamily="49" charset="-122"/>
              </a:rPr>
              <a:t>   功率</a:t>
            </a:r>
            <a:r>
              <a:rPr lang="en-US" altLang="zh-CN" sz="2800" dirty="0">
                <a:latin typeface="楷体_GB2312" pitchFamily="49" charset="-122"/>
              </a:rPr>
              <a:t>)</a:t>
            </a:r>
            <a:r>
              <a:rPr lang="zh-CN" altLang="en-US" sz="2800" dirty="0">
                <a:latin typeface="楷体_GB2312" pitchFamily="49" charset="-122"/>
              </a:rPr>
              <a:t>。</a:t>
            </a:r>
            <a:endParaRPr lang="zh-CN" altLang="en-US" sz="2800" dirty="0">
              <a:latin typeface="楷体_GB2312" pitchFamily="49" charset="-122"/>
            </a:endParaRPr>
          </a:p>
        </p:txBody>
      </p:sp>
      <p:grpSp>
        <p:nvGrpSpPr>
          <p:cNvPr id="2" name="Group 55"/>
          <p:cNvGrpSpPr/>
          <p:nvPr/>
        </p:nvGrpSpPr>
        <p:grpSpPr>
          <a:xfrm>
            <a:off x="6516688" y="620713"/>
            <a:ext cx="2205037" cy="1885950"/>
            <a:chOff x="2562" y="2115"/>
            <a:chExt cx="1389" cy="1188"/>
          </a:xfrm>
        </p:grpSpPr>
        <p:sp>
          <p:nvSpPr>
            <p:cNvPr id="46100" name="Line 56"/>
            <p:cNvSpPr/>
            <p:nvPr/>
          </p:nvSpPr>
          <p:spPr>
            <a:xfrm>
              <a:off x="2608" y="2160"/>
              <a:ext cx="862" cy="0"/>
            </a:xfrm>
            <a:prstGeom prst="line">
              <a:avLst/>
            </a:prstGeom>
            <a:ln w="28575" cap="flat" cmpd="sng">
              <a:solidFill>
                <a:srgbClr val="FFCC00"/>
              </a:solidFill>
              <a:prstDash val="solid"/>
              <a:headEnd type="oval" w="med" len="med"/>
              <a:tailEnd type="oval" w="med" len="med"/>
            </a:ln>
          </p:spPr>
        </p:sp>
        <p:sp>
          <p:nvSpPr>
            <p:cNvPr id="46101" name="Freeform 57"/>
            <p:cNvSpPr/>
            <p:nvPr/>
          </p:nvSpPr>
          <p:spPr>
            <a:xfrm flipH="1">
              <a:off x="2653" y="2795"/>
              <a:ext cx="1203" cy="499"/>
            </a:xfrm>
            <a:custGeom>
              <a:avLst/>
              <a:gdLst>
                <a:gd name="txL" fmla="*/ 0 w 2184"/>
                <a:gd name="txT" fmla="*/ 0 h 426"/>
                <a:gd name="txR" fmla="*/ 2184 w 2184"/>
                <a:gd name="txB" fmla="*/ 426 h 426"/>
              </a:gdLst>
              <a:ahLst/>
              <a:cxnLst>
                <a:cxn ang="0">
                  <a:pos x="0" y="0"/>
                </a:cxn>
                <a:cxn ang="0">
                  <a:pos x="0" y="499"/>
                </a:cxn>
                <a:cxn ang="0">
                  <a:pos x="1203" y="499"/>
                </a:cxn>
              </a:cxnLst>
              <a:rect l="txL" t="txT" r="txR" b="txB"/>
              <a:pathLst>
                <a:path w="2184" h="426">
                  <a:moveTo>
                    <a:pt x="0" y="0"/>
                  </a:moveTo>
                  <a:lnTo>
                    <a:pt x="0" y="426"/>
                  </a:lnTo>
                  <a:lnTo>
                    <a:pt x="2184" y="426"/>
                  </a:lnTo>
                </a:path>
              </a:pathLst>
            </a:custGeom>
            <a:noFill/>
            <a:ln w="28575" cap="flat" cmpd="sng">
              <a:solidFill>
                <a:srgbClr val="FFCC00"/>
              </a:solidFill>
              <a:prstDash val="solid"/>
              <a:round/>
              <a:headEnd type="oval" w="med" len="med"/>
              <a:tailEnd type="oval" w="med" len="med"/>
            </a:ln>
          </p:spPr>
          <p:txBody>
            <a:bodyPr wrap="none" anchor="ctr" anchorCtr="0"/>
            <a:p>
              <a:endParaRPr lang="zh-CN" altLang="en-US" dirty="0">
                <a:latin typeface="Arial" panose="020B0604020202020204" pitchFamily="34" charset="0"/>
              </a:endParaRPr>
            </a:p>
          </p:txBody>
        </p:sp>
        <p:sp>
          <p:nvSpPr>
            <p:cNvPr id="46102" name="Text Box 58"/>
            <p:cNvSpPr txBox="1"/>
            <p:nvPr/>
          </p:nvSpPr>
          <p:spPr>
            <a:xfrm>
              <a:off x="2562" y="2115"/>
              <a:ext cx="363" cy="327"/>
            </a:xfrm>
            <a:prstGeom prst="rect">
              <a:avLst/>
            </a:prstGeom>
            <a:noFill/>
            <a:ln w="38100">
              <a:noFill/>
            </a:ln>
          </p:spPr>
          <p:txBody>
            <a:bodyPr>
              <a:spAutoFit/>
            </a:bodyPr>
            <a:p>
              <a:pPr>
                <a:spcBef>
                  <a:spcPct val="50000"/>
                </a:spcBef>
                <a:buNone/>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6103" name="Text Box 59"/>
            <p:cNvSpPr txBox="1"/>
            <p:nvPr/>
          </p:nvSpPr>
          <p:spPr>
            <a:xfrm>
              <a:off x="2608" y="2478"/>
              <a:ext cx="409" cy="327"/>
            </a:xfrm>
            <a:prstGeom prst="rect">
              <a:avLst/>
            </a:prstGeom>
            <a:noFill/>
            <a:ln w="38100">
              <a:noFill/>
            </a:ln>
          </p:spPr>
          <p:txBody>
            <a:bodyPr>
              <a:spAutoFit/>
            </a:bodyPr>
            <a:p>
              <a:pPr>
                <a:spcBef>
                  <a:spcPct val="50000"/>
                </a:spcBef>
                <a:buNone/>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6104" name="Text Box 60"/>
            <p:cNvSpPr txBox="1"/>
            <p:nvPr/>
          </p:nvSpPr>
          <p:spPr>
            <a:xfrm>
              <a:off x="2608" y="2976"/>
              <a:ext cx="409" cy="327"/>
            </a:xfrm>
            <a:prstGeom prst="rect">
              <a:avLst/>
            </a:prstGeom>
            <a:noFill/>
            <a:ln w="38100">
              <a:noFill/>
            </a:ln>
          </p:spPr>
          <p:txBody>
            <a:bodyPr>
              <a:spAutoFit/>
            </a:bodyPr>
            <a:p>
              <a:pPr>
                <a:spcBef>
                  <a:spcPct val="50000"/>
                </a:spcBef>
                <a:buNone/>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6105" name="Line 61"/>
            <p:cNvSpPr/>
            <p:nvPr/>
          </p:nvSpPr>
          <p:spPr>
            <a:xfrm rot="-1800000" flipH="1">
              <a:off x="3654" y="2126"/>
              <a:ext cx="0" cy="706"/>
            </a:xfrm>
            <a:prstGeom prst="line">
              <a:avLst/>
            </a:prstGeom>
            <a:ln w="28575" cap="flat" cmpd="sng">
              <a:solidFill>
                <a:srgbClr val="FFCC00"/>
              </a:solidFill>
              <a:prstDash val="solid"/>
              <a:headEnd type="oval" w="med" len="med"/>
              <a:tailEnd type="oval" w="med" len="med"/>
            </a:ln>
          </p:spPr>
        </p:sp>
        <p:sp>
          <p:nvSpPr>
            <p:cNvPr id="46106" name="Line 62"/>
            <p:cNvSpPr/>
            <p:nvPr/>
          </p:nvSpPr>
          <p:spPr>
            <a:xfrm rot="5400000">
              <a:off x="3252" y="2191"/>
              <a:ext cx="5" cy="1203"/>
            </a:xfrm>
            <a:prstGeom prst="line">
              <a:avLst/>
            </a:prstGeom>
            <a:ln w="28575" cap="flat" cmpd="sng">
              <a:solidFill>
                <a:srgbClr val="FFCC00"/>
              </a:solidFill>
              <a:prstDash val="solid"/>
              <a:headEnd type="oval" w="med" len="med"/>
              <a:tailEnd type="oval" w="med" len="med"/>
            </a:ln>
          </p:spPr>
        </p:sp>
        <p:sp>
          <p:nvSpPr>
            <p:cNvPr id="46107" name="Line 63"/>
            <p:cNvSpPr/>
            <p:nvPr/>
          </p:nvSpPr>
          <p:spPr>
            <a:xfrm rot="5400000">
              <a:off x="2898" y="2233"/>
              <a:ext cx="635" cy="489"/>
            </a:xfrm>
            <a:prstGeom prst="line">
              <a:avLst/>
            </a:prstGeom>
            <a:ln w="28575" cap="flat" cmpd="sng">
              <a:solidFill>
                <a:srgbClr val="FFCC00"/>
              </a:solidFill>
              <a:prstDash val="solid"/>
              <a:headEnd type="oval" w="med" len="med"/>
              <a:tailEnd type="oval" w="med" len="med"/>
            </a:ln>
          </p:spPr>
        </p:sp>
        <p:sp>
          <p:nvSpPr>
            <p:cNvPr id="46108" name="Text Box 64"/>
            <p:cNvSpPr txBox="1"/>
            <p:nvPr/>
          </p:nvSpPr>
          <p:spPr>
            <a:xfrm>
              <a:off x="3696" y="2205"/>
              <a:ext cx="255"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6109" name="Text Box 65"/>
            <p:cNvSpPr txBox="1"/>
            <p:nvPr/>
          </p:nvSpPr>
          <p:spPr>
            <a:xfrm>
              <a:off x="2880" y="2251"/>
              <a:ext cx="255"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6110" name="Text Box 66"/>
            <p:cNvSpPr txBox="1"/>
            <p:nvPr/>
          </p:nvSpPr>
          <p:spPr>
            <a:xfrm>
              <a:off x="3288" y="2795"/>
              <a:ext cx="255"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6111" name="Rectangle 67"/>
            <p:cNvSpPr/>
            <p:nvPr/>
          </p:nvSpPr>
          <p:spPr>
            <a:xfrm rot="-3006260">
              <a:off x="3061" y="2386"/>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46112" name="Rectangle 68"/>
            <p:cNvSpPr/>
            <p:nvPr/>
          </p:nvSpPr>
          <p:spPr>
            <a:xfrm rot="3471240">
              <a:off x="3470" y="2386"/>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46113" name="Rectangle 69"/>
            <p:cNvSpPr/>
            <p:nvPr/>
          </p:nvSpPr>
          <p:spPr>
            <a:xfrm>
              <a:off x="3243" y="270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3" name="Group 70"/>
          <p:cNvGrpSpPr/>
          <p:nvPr/>
        </p:nvGrpSpPr>
        <p:grpSpPr>
          <a:xfrm>
            <a:off x="468313" y="2781300"/>
            <a:ext cx="1644650" cy="850900"/>
            <a:chOff x="385" y="3022"/>
            <a:chExt cx="1036" cy="536"/>
          </a:xfrm>
        </p:grpSpPr>
        <p:pic>
          <p:nvPicPr>
            <p:cNvPr id="46098" name="Picture 71" descr="123"/>
            <p:cNvPicPr>
              <a:picLocks noChangeAspect="1"/>
            </p:cNvPicPr>
            <p:nvPr/>
          </p:nvPicPr>
          <p:blipFill>
            <a:blip r:embed="rId5"/>
            <a:stretch>
              <a:fillRect/>
            </a:stretch>
          </p:blipFill>
          <p:spPr>
            <a:xfrm>
              <a:off x="385" y="3022"/>
              <a:ext cx="590" cy="536"/>
            </a:xfrm>
            <a:prstGeom prst="rect">
              <a:avLst/>
            </a:prstGeom>
            <a:noFill/>
            <a:ln w="9525">
              <a:noFill/>
            </a:ln>
          </p:spPr>
        </p:pic>
        <p:sp>
          <p:nvSpPr>
            <p:cNvPr id="46099" name="Text Box 72"/>
            <p:cNvSpPr txBox="1"/>
            <p:nvPr/>
          </p:nvSpPr>
          <p:spPr>
            <a:xfrm>
              <a:off x="793" y="3125"/>
              <a:ext cx="628" cy="365"/>
            </a:xfrm>
            <a:prstGeom prst="rect">
              <a:avLst/>
            </a:prstGeom>
            <a:noFill/>
            <a:ln w="9525">
              <a:noFill/>
            </a:ln>
          </p:spPr>
          <p:txBody>
            <a:bodyPr wrap="none">
              <a:spAutoFit/>
            </a:bodyPr>
            <a:p>
              <a:r>
                <a:rPr lang="zh-CN" altLang="en-US" b="0" dirty="0">
                  <a:solidFill>
                    <a:srgbClr val="CC6600"/>
                  </a:solidFill>
                  <a:latin typeface="Arial" panose="020B0604020202020204" pitchFamily="34" charset="0"/>
                  <a:ea typeface="华文行楷" panose="02010800040101010101" pitchFamily="2" charset="-122"/>
                </a:rPr>
                <a:t>注意</a:t>
              </a:r>
              <a:endParaRPr lang="zh-CN" altLang="en-US" b="0" dirty="0">
                <a:solidFill>
                  <a:srgbClr val="CC6600"/>
                </a:solidFill>
                <a:latin typeface="Arial" panose="020B0604020202020204" pitchFamily="34" charset="0"/>
                <a:ea typeface="华文行楷" panose="02010800040101010101" pitchFamily="2" charset="-122"/>
              </a:endParaRPr>
            </a:p>
          </p:txBody>
        </p:sp>
      </p:grpSp>
      <p:grpSp>
        <p:nvGrpSpPr>
          <p:cNvPr id="46089" name="Group 82"/>
          <p:cNvGrpSpPr/>
          <p:nvPr/>
        </p:nvGrpSpPr>
        <p:grpSpPr>
          <a:xfrm>
            <a:off x="8316913" y="6445250"/>
            <a:ext cx="792162" cy="366713"/>
            <a:chOff x="5193" y="4020"/>
            <a:chExt cx="499" cy="231"/>
          </a:xfrm>
        </p:grpSpPr>
        <p:pic>
          <p:nvPicPr>
            <p:cNvPr id="46096" name="Picture 83" descr="78900"/>
            <p:cNvPicPr>
              <a:picLocks noChangeAspect="1"/>
            </p:cNvPicPr>
            <p:nvPr/>
          </p:nvPicPr>
          <p:blipFill>
            <a:blip r:embed="rId6"/>
            <a:stretch>
              <a:fillRect/>
            </a:stretch>
          </p:blipFill>
          <p:spPr>
            <a:xfrm>
              <a:off x="5193" y="4066"/>
              <a:ext cx="499" cy="181"/>
            </a:xfrm>
            <a:prstGeom prst="rect">
              <a:avLst/>
            </a:prstGeom>
            <a:noFill/>
            <a:ln w="9525">
              <a:noFill/>
            </a:ln>
          </p:spPr>
        </p:pic>
        <p:sp>
          <p:nvSpPr>
            <p:cNvPr id="46097" name="Text Box 8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6090" name="Group 85"/>
          <p:cNvGrpSpPr/>
          <p:nvPr/>
        </p:nvGrpSpPr>
        <p:grpSpPr>
          <a:xfrm>
            <a:off x="7451725" y="6445250"/>
            <a:ext cx="792163" cy="366713"/>
            <a:chOff x="5193" y="4020"/>
            <a:chExt cx="499" cy="231"/>
          </a:xfrm>
        </p:grpSpPr>
        <p:pic>
          <p:nvPicPr>
            <p:cNvPr id="46094" name="Picture 86" descr="78900"/>
            <p:cNvPicPr>
              <a:picLocks noChangeAspect="1"/>
            </p:cNvPicPr>
            <p:nvPr/>
          </p:nvPicPr>
          <p:blipFill>
            <a:blip r:embed="rId6"/>
            <a:stretch>
              <a:fillRect/>
            </a:stretch>
          </p:blipFill>
          <p:spPr>
            <a:xfrm>
              <a:off x="5193" y="4066"/>
              <a:ext cx="499" cy="181"/>
            </a:xfrm>
            <a:prstGeom prst="rect">
              <a:avLst/>
            </a:prstGeom>
            <a:noFill/>
            <a:ln w="9525">
              <a:noFill/>
            </a:ln>
          </p:spPr>
        </p:pic>
        <p:sp>
          <p:nvSpPr>
            <p:cNvPr id="46095" name="Text Box 87">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6091" name="Group 88"/>
          <p:cNvGrpSpPr/>
          <p:nvPr/>
        </p:nvGrpSpPr>
        <p:grpSpPr>
          <a:xfrm>
            <a:off x="6588125" y="6446838"/>
            <a:ext cx="792163" cy="366712"/>
            <a:chOff x="4695" y="4061"/>
            <a:chExt cx="499" cy="231"/>
          </a:xfrm>
        </p:grpSpPr>
        <p:pic>
          <p:nvPicPr>
            <p:cNvPr id="46092" name="Picture 89" descr="78900"/>
            <p:cNvPicPr>
              <a:picLocks noChangeAspect="1"/>
            </p:cNvPicPr>
            <p:nvPr/>
          </p:nvPicPr>
          <p:blipFill>
            <a:blip r:embed="rId6"/>
            <a:stretch>
              <a:fillRect/>
            </a:stretch>
          </p:blipFill>
          <p:spPr>
            <a:xfrm>
              <a:off x="4695" y="4107"/>
              <a:ext cx="499" cy="181"/>
            </a:xfrm>
            <a:prstGeom prst="rect">
              <a:avLst/>
            </a:prstGeom>
            <a:noFill/>
            <a:ln w="9525">
              <a:noFill/>
            </a:ln>
          </p:spPr>
        </p:pic>
        <p:sp>
          <p:nvSpPr>
            <p:cNvPr id="46093" name="Text Box 90">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7346"/>
                                        </p:tgtEl>
                                        <p:attrNameLst>
                                          <p:attrName>style.visibility</p:attrName>
                                        </p:attrNameLst>
                                      </p:cBhvr>
                                      <p:to>
                                        <p:strVal val="visible"/>
                                      </p:to>
                                    </p:set>
                                    <p:animEffect transition="in" filter="wipe(left)">
                                      <p:cBhvr>
                                        <p:cTn id="12" dur="2000"/>
                                        <p:tgtEl>
                                          <p:spTgt spid="57346"/>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57347"/>
                                        </p:tgtEl>
                                        <p:attrNameLst>
                                          <p:attrName>style.visibility</p:attrName>
                                        </p:attrNameLst>
                                      </p:cBhvr>
                                      <p:to>
                                        <p:strVal val="visible"/>
                                      </p:to>
                                    </p:set>
                                    <p:animEffect transition="in" filter="strips(downRight)">
                                      <p:cBhvr>
                                        <p:cTn id="17" dur="2000"/>
                                        <p:tgtEl>
                                          <p:spTgt spid="5734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7351"/>
                                        </p:tgtEl>
                                        <p:attrNameLst>
                                          <p:attrName>style.visibility</p:attrName>
                                        </p:attrNameLst>
                                      </p:cBhvr>
                                      <p:to>
                                        <p:strVal val="visible"/>
                                      </p:to>
                                    </p:set>
                                    <p:animEffect transition="in" filter="wipe(up)">
                                      <p:cBhvr>
                                        <p:cTn id="27" dur="2000"/>
                                        <p:tgtEl>
                                          <p:spTgt spid="5735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7352"/>
                                        </p:tgtEl>
                                        <p:attrNameLst>
                                          <p:attrName>style.visibility</p:attrName>
                                        </p:attrNameLst>
                                      </p:cBhvr>
                                      <p:to>
                                        <p:strVal val="visible"/>
                                      </p:to>
                                    </p:set>
                                    <p:animEffect transition="in" filter="wipe(up)">
                                      <p:cBhvr>
                                        <p:cTn id="32" dur="2000"/>
                                        <p:tgtEl>
                                          <p:spTgt spid="5735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7354"/>
                                        </p:tgtEl>
                                        <p:attrNameLst>
                                          <p:attrName>style.visibility</p:attrName>
                                        </p:attrNameLst>
                                      </p:cBhvr>
                                      <p:to>
                                        <p:strVal val="visible"/>
                                      </p:to>
                                    </p:set>
                                    <p:animEffect transition="in" filter="wipe(left)">
                                      <p:cBhvr>
                                        <p:cTn id="37" dur="2000"/>
                                        <p:tgtEl>
                                          <p:spTgt spid="573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1" grpId="0"/>
      <p:bldP spid="57352" grpId="0"/>
      <p:bldP spid="5735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58" name="Rectangle 46"/>
          <p:cNvSpPr/>
          <p:nvPr/>
        </p:nvSpPr>
        <p:spPr>
          <a:xfrm>
            <a:off x="323850" y="620713"/>
            <a:ext cx="1366838" cy="579437"/>
          </a:xfrm>
          <a:prstGeom prst="rect">
            <a:avLst/>
          </a:prstGeom>
          <a:noFill/>
          <a:ln w="9525">
            <a:noFill/>
          </a:ln>
        </p:spPr>
        <p:txBody>
          <a:bodyPr>
            <a:spAutoFit/>
          </a:bodyPr>
          <a:p>
            <a:r>
              <a:rPr lang="zh-CN" altLang="en-US" dirty="0">
                <a:solidFill>
                  <a:schemeClr val="bg1"/>
                </a:solidFill>
                <a:latin typeface="Times New Roman" panose="02020603050405020304" pitchFamily="18" charset="0"/>
                <a:ea typeface="宋体" panose="02010600030101010101" pitchFamily="2" charset="-122"/>
              </a:rPr>
              <a:t>例</a:t>
            </a:r>
            <a:r>
              <a:rPr lang="en-US" altLang="zh-CN" b="0" dirty="0">
                <a:solidFill>
                  <a:schemeClr val="bg1"/>
                </a:solidFill>
                <a:latin typeface="Times New Roman" panose="02020603050405020304" pitchFamily="18" charset="0"/>
                <a:ea typeface="宋体" panose="02010600030101010101" pitchFamily="2" charset="-122"/>
              </a:rPr>
              <a:t>5-1</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90159" name="Rectangle 47"/>
          <p:cNvSpPr/>
          <p:nvPr/>
        </p:nvSpPr>
        <p:spPr>
          <a:xfrm>
            <a:off x="1258888" y="476250"/>
            <a:ext cx="7561262" cy="1117600"/>
          </a:xfrm>
          <a:prstGeom prst="rect">
            <a:avLst/>
          </a:prstGeom>
          <a:noFill/>
          <a:ln w="9525">
            <a:noFill/>
          </a:ln>
        </p:spPr>
        <p:txBody>
          <a:bodyPr>
            <a:spAutoFit/>
          </a:bodyPr>
          <a:p>
            <a:pPr>
              <a:lnSpc>
                <a:spcPct val="120000"/>
              </a:lnSpc>
            </a:pPr>
            <a:r>
              <a:rPr lang="en-US" altLang="zh-CN" sz="2800" dirty="0">
                <a:latin typeface="Times New Roman" panose="02020603050405020304" pitchFamily="18" charset="0"/>
                <a:ea typeface="仿宋_GB2312" pitchFamily="49" charset="-122"/>
              </a:rPr>
              <a:t> </a:t>
            </a:r>
            <a:r>
              <a:rPr lang="zh-CN" altLang="en-US" sz="2800" dirty="0">
                <a:latin typeface="Times New Roman" panose="02020603050405020304" pitchFamily="18" charset="0"/>
              </a:rPr>
              <a:t>已知对称三相电路线电压</a:t>
            </a:r>
            <a:r>
              <a:rPr lang="en-US" altLang="zh-CN" sz="2800" b="0" i="1" dirty="0">
                <a:solidFill>
                  <a:schemeClr val="bg1"/>
                </a:solidFill>
                <a:latin typeface="Times New Roman" panose="02020603050405020304" pitchFamily="18" charset="0"/>
                <a:ea typeface="宋体" panose="02010600030101010101" pitchFamily="2" charset="-122"/>
              </a:rPr>
              <a:t>U</a:t>
            </a:r>
            <a:r>
              <a:rPr lang="en-US" altLang="zh-CN" sz="2800" b="0" baseline="-25000" dirty="0">
                <a:solidFill>
                  <a:schemeClr val="bg1"/>
                </a:solidFill>
                <a:latin typeface="Times New Roman" panose="02020603050405020304" pitchFamily="18" charset="0"/>
                <a:ea typeface="宋体" panose="02010600030101010101" pitchFamily="2" charset="-122"/>
              </a:rPr>
              <a:t>L</a:t>
            </a:r>
            <a:r>
              <a:rPr lang="en-US" altLang="zh-CN" sz="2800" b="0" i="1" baseline="-25000" dirty="0">
                <a:latin typeface="Times New Roman" panose="02020603050405020304" pitchFamily="18" charset="0"/>
                <a:ea typeface="宋体" panose="02010600030101010101" pitchFamily="2" charset="-122"/>
              </a:rPr>
              <a:t>  </a:t>
            </a:r>
            <a:r>
              <a:rPr lang="zh-CN" altLang="en-US" sz="2800" b="0" dirty="0">
                <a:latin typeface="Times New Roman" panose="02020603050405020304" pitchFamily="18" charset="0"/>
                <a:ea typeface="宋体" panose="02010600030101010101" pitchFamily="2" charset="-122"/>
              </a:rPr>
              <a:t>，</a:t>
            </a:r>
            <a:r>
              <a:rPr lang="zh-CN" altLang="en-US" sz="2800" dirty="0">
                <a:latin typeface="Times New Roman" panose="02020603050405020304" pitchFamily="18" charset="0"/>
              </a:rPr>
              <a:t>问负载接成</a:t>
            </a:r>
            <a:r>
              <a:rPr lang="en-US" altLang="zh-CN" sz="2800" b="0" dirty="0">
                <a:latin typeface="Times New Roman" panose="02020603050405020304" pitchFamily="18" charset="0"/>
              </a:rPr>
              <a:t>Y</a:t>
            </a:r>
            <a:r>
              <a:rPr lang="zh-CN" altLang="en-US" sz="2800" dirty="0">
                <a:latin typeface="Times New Roman" panose="02020603050405020304" pitchFamily="18" charset="0"/>
              </a:rPr>
              <a:t>形联结和</a:t>
            </a:r>
            <a:r>
              <a:rPr lang="zh-CN" altLang="en-US" sz="2800" b="0" dirty="0">
                <a:latin typeface="Times New Roman" panose="02020603050405020304" pitchFamily="18" charset="0"/>
                <a:sym typeface="Symbol" panose="05050102010706020507" pitchFamily="18" charset="2"/>
              </a:rPr>
              <a:t></a:t>
            </a:r>
            <a:r>
              <a:rPr lang="zh-CN" altLang="en-US" sz="2800" dirty="0">
                <a:latin typeface="Times New Roman" panose="02020603050405020304" pitchFamily="18" charset="0"/>
                <a:sym typeface="Symbol" panose="05050102010706020507" pitchFamily="18" charset="2"/>
              </a:rPr>
              <a:t>形联结各从电网获取多少功率？</a:t>
            </a:r>
            <a:endParaRPr lang="zh-CN" altLang="en-US" sz="2800" dirty="0">
              <a:latin typeface="仿宋_GB2312" pitchFamily="49" charset="-122"/>
              <a:sym typeface="Symbol" panose="05050102010706020507" pitchFamily="18" charset="2"/>
            </a:endParaRPr>
          </a:p>
        </p:txBody>
      </p:sp>
      <p:sp>
        <p:nvSpPr>
          <p:cNvPr id="90160" name="Text Box 48"/>
          <p:cNvSpPr txBox="1"/>
          <p:nvPr/>
        </p:nvSpPr>
        <p:spPr>
          <a:xfrm>
            <a:off x="468313" y="1844675"/>
            <a:ext cx="688975" cy="519113"/>
          </a:xfrm>
          <a:prstGeom prst="rect">
            <a:avLst/>
          </a:prstGeom>
          <a:solidFill>
            <a:srgbClr val="990033"/>
          </a:solidFill>
          <a:ln w="9525">
            <a:noFill/>
          </a:ln>
        </p:spPr>
        <p:txBody>
          <a:bodyPr>
            <a:spAutoFit/>
          </a:bodyPr>
          <a:p>
            <a:r>
              <a:rPr lang="zh-CN" altLang="en-US" sz="2800" dirty="0">
                <a:solidFill>
                  <a:schemeClr val="bg1"/>
                </a:solidFill>
                <a:latin typeface="Times New Roman" panose="02020603050405020304" pitchFamily="18" charset="0"/>
                <a:ea typeface="宋体" panose="02010600030101010101" pitchFamily="2" charset="-122"/>
              </a:rPr>
              <a:t>解</a:t>
            </a:r>
            <a:endParaRPr lang="zh-CN" altLang="en-US" sz="2800" dirty="0">
              <a:solidFill>
                <a:schemeClr val="bg1"/>
              </a:solidFill>
              <a:latin typeface="Times New Roman" panose="02020603050405020304" pitchFamily="18" charset="0"/>
              <a:ea typeface="宋体" panose="02010600030101010101" pitchFamily="2" charset="-122"/>
            </a:endParaRPr>
          </a:p>
        </p:txBody>
      </p:sp>
      <p:graphicFrame>
        <p:nvGraphicFramePr>
          <p:cNvPr id="90161" name="Object 49"/>
          <p:cNvGraphicFramePr/>
          <p:nvPr/>
        </p:nvGraphicFramePr>
        <p:xfrm>
          <a:off x="1187450" y="1628775"/>
          <a:ext cx="5113338" cy="969963"/>
        </p:xfrm>
        <a:graphic>
          <a:graphicData uri="http://schemas.openxmlformats.org/presentationml/2006/ole">
            <mc:AlternateContent xmlns:mc="http://schemas.openxmlformats.org/markup-compatibility/2006">
              <mc:Choice xmlns:v="urn:schemas-microsoft-com:vml" Requires="v">
                <p:oleObj spid="_x0000_s3392" name="" r:id="rId1" imgW="2463800" imgH="469900" progId="Equation.3">
                  <p:embed/>
                </p:oleObj>
              </mc:Choice>
              <mc:Fallback>
                <p:oleObj name="" r:id="rId1" imgW="2463800" imgH="469900" progId="Equation.3">
                  <p:embed/>
                  <p:pic>
                    <p:nvPicPr>
                      <p:cNvPr id="0" name="图片 3391"/>
                      <p:cNvPicPr/>
                      <p:nvPr/>
                    </p:nvPicPr>
                    <p:blipFill>
                      <a:blip r:embed="rId2">
                        <a:clrChange>
                          <a:clrFrom>
                            <a:srgbClr val="000000"/>
                          </a:clrFrom>
                          <a:clrTo>
                            <a:srgbClr val="FFFFFF"/>
                          </a:clrTo>
                        </a:clrChange>
                      </a:blip>
                      <a:stretch>
                        <a:fillRect/>
                      </a:stretch>
                    </p:blipFill>
                    <p:spPr>
                      <a:xfrm>
                        <a:off x="1187450" y="1628775"/>
                        <a:ext cx="5113338" cy="969963"/>
                      </a:xfrm>
                      <a:prstGeom prst="rect">
                        <a:avLst/>
                      </a:prstGeom>
                      <a:noFill/>
                      <a:ln w="38100">
                        <a:noFill/>
                        <a:miter/>
                      </a:ln>
                    </p:spPr>
                  </p:pic>
                </p:oleObj>
              </mc:Fallback>
            </mc:AlternateContent>
          </a:graphicData>
        </a:graphic>
      </p:graphicFrame>
      <p:graphicFrame>
        <p:nvGraphicFramePr>
          <p:cNvPr id="90162" name="Object 50"/>
          <p:cNvGraphicFramePr/>
          <p:nvPr/>
        </p:nvGraphicFramePr>
        <p:xfrm>
          <a:off x="1187450" y="2636838"/>
          <a:ext cx="4824413" cy="985837"/>
        </p:xfrm>
        <a:graphic>
          <a:graphicData uri="http://schemas.openxmlformats.org/presentationml/2006/ole">
            <mc:AlternateContent xmlns:mc="http://schemas.openxmlformats.org/markup-compatibility/2006">
              <mc:Choice xmlns:v="urn:schemas-microsoft-com:vml" Requires="v">
                <p:oleObj spid="_x0000_s3390" name="" r:id="rId3" imgW="2348230" imgH="482600" progId="Equation.3">
                  <p:embed/>
                </p:oleObj>
              </mc:Choice>
              <mc:Fallback>
                <p:oleObj name="" r:id="rId3" imgW="2348230" imgH="482600" progId="Equation.3">
                  <p:embed/>
                  <p:pic>
                    <p:nvPicPr>
                      <p:cNvPr id="0" name="图片 3389"/>
                      <p:cNvPicPr/>
                      <p:nvPr/>
                    </p:nvPicPr>
                    <p:blipFill>
                      <a:blip r:embed="rId4">
                        <a:clrChange>
                          <a:clrFrom>
                            <a:srgbClr val="000000"/>
                          </a:clrFrom>
                          <a:clrTo>
                            <a:srgbClr val="FFFFFF"/>
                          </a:clrTo>
                        </a:clrChange>
                      </a:blip>
                      <a:stretch>
                        <a:fillRect/>
                      </a:stretch>
                    </p:blipFill>
                    <p:spPr>
                      <a:xfrm>
                        <a:off x="1187450" y="2636838"/>
                        <a:ext cx="4824413" cy="985837"/>
                      </a:xfrm>
                      <a:prstGeom prst="rect">
                        <a:avLst/>
                      </a:prstGeom>
                      <a:noFill/>
                      <a:ln w="38100">
                        <a:noFill/>
                        <a:miter/>
                      </a:ln>
                    </p:spPr>
                  </p:pic>
                </p:oleObj>
              </mc:Fallback>
            </mc:AlternateContent>
          </a:graphicData>
        </a:graphic>
      </p:graphicFrame>
      <p:grpSp>
        <p:nvGrpSpPr>
          <p:cNvPr id="2" name="Group 51"/>
          <p:cNvGrpSpPr/>
          <p:nvPr/>
        </p:nvGrpSpPr>
        <p:grpSpPr>
          <a:xfrm>
            <a:off x="323850" y="3141663"/>
            <a:ext cx="1644650" cy="850900"/>
            <a:chOff x="385" y="3022"/>
            <a:chExt cx="1036" cy="536"/>
          </a:xfrm>
        </p:grpSpPr>
        <p:pic>
          <p:nvPicPr>
            <p:cNvPr id="47155" name="Picture 52" descr="123"/>
            <p:cNvPicPr>
              <a:picLocks noChangeAspect="1"/>
            </p:cNvPicPr>
            <p:nvPr/>
          </p:nvPicPr>
          <p:blipFill>
            <a:blip r:embed="rId5"/>
            <a:stretch>
              <a:fillRect/>
            </a:stretch>
          </p:blipFill>
          <p:spPr>
            <a:xfrm>
              <a:off x="385" y="3022"/>
              <a:ext cx="590" cy="536"/>
            </a:xfrm>
            <a:prstGeom prst="rect">
              <a:avLst/>
            </a:prstGeom>
            <a:noFill/>
            <a:ln w="9525">
              <a:noFill/>
            </a:ln>
          </p:spPr>
        </p:pic>
        <p:sp>
          <p:nvSpPr>
            <p:cNvPr id="47156" name="Text Box 53"/>
            <p:cNvSpPr txBox="1"/>
            <p:nvPr/>
          </p:nvSpPr>
          <p:spPr>
            <a:xfrm>
              <a:off x="793" y="3125"/>
              <a:ext cx="628" cy="365"/>
            </a:xfrm>
            <a:prstGeom prst="rect">
              <a:avLst/>
            </a:prstGeom>
            <a:noFill/>
            <a:ln w="9525">
              <a:noFill/>
            </a:ln>
          </p:spPr>
          <p:txBody>
            <a:bodyPr wrap="none">
              <a:spAutoFit/>
            </a:bodyPr>
            <a:p>
              <a:r>
                <a:rPr lang="zh-CN" altLang="en-US" b="0" dirty="0">
                  <a:solidFill>
                    <a:srgbClr val="CC6600"/>
                  </a:solidFill>
                  <a:latin typeface="Arial" panose="020B0604020202020204" pitchFamily="34" charset="0"/>
                  <a:ea typeface="华文行楷" panose="02010800040101010101" pitchFamily="2" charset="-122"/>
                </a:rPr>
                <a:t>结论</a:t>
              </a:r>
              <a:endParaRPr lang="zh-CN" altLang="en-US" b="0" dirty="0">
                <a:solidFill>
                  <a:srgbClr val="CC6600"/>
                </a:solidFill>
                <a:latin typeface="Arial" panose="020B0604020202020204" pitchFamily="34" charset="0"/>
                <a:ea typeface="华文行楷" panose="02010800040101010101" pitchFamily="2" charset="-122"/>
              </a:endParaRPr>
            </a:p>
          </p:txBody>
        </p:sp>
      </p:grpSp>
      <p:grpSp>
        <p:nvGrpSpPr>
          <p:cNvPr id="3" name="Group 106"/>
          <p:cNvGrpSpPr/>
          <p:nvPr/>
        </p:nvGrpSpPr>
        <p:grpSpPr>
          <a:xfrm>
            <a:off x="468313" y="3716338"/>
            <a:ext cx="6335712" cy="1643062"/>
            <a:chOff x="295" y="2341"/>
            <a:chExt cx="3991" cy="1035"/>
          </a:xfrm>
        </p:grpSpPr>
        <p:sp>
          <p:nvSpPr>
            <p:cNvPr id="47154" name="Text Box 54"/>
            <p:cNvSpPr txBox="1"/>
            <p:nvPr/>
          </p:nvSpPr>
          <p:spPr>
            <a:xfrm>
              <a:off x="295" y="2341"/>
              <a:ext cx="3991" cy="1027"/>
            </a:xfrm>
            <a:prstGeom prst="rect">
              <a:avLst/>
            </a:prstGeom>
            <a:noFill/>
            <a:ln w="9525">
              <a:noFill/>
            </a:ln>
          </p:spPr>
          <p:txBody>
            <a:bodyPr>
              <a:spAutoFit/>
            </a:bodyPr>
            <a:p>
              <a:pPr marL="476250" indent="-476250">
                <a:lnSpc>
                  <a:spcPct val="120000"/>
                </a:lnSpc>
                <a:buAutoNum type="circleNumDbPlain"/>
              </a:pPr>
              <a:r>
                <a:rPr lang="zh-CN" altLang="en-US" sz="2800" dirty="0">
                  <a:latin typeface="Times New Roman" panose="02020603050405020304" pitchFamily="18" charset="0"/>
                  <a:sym typeface="Symbol" panose="05050102010706020507" pitchFamily="18" charset="2"/>
                </a:rPr>
                <a:t>负载由</a:t>
              </a:r>
              <a:r>
                <a:rPr lang="en-US" altLang="zh-CN" sz="2800" b="0" dirty="0">
                  <a:solidFill>
                    <a:schemeClr val="bg1"/>
                  </a:solidFill>
                  <a:latin typeface="Times New Roman" panose="02020603050405020304" pitchFamily="18" charset="0"/>
                  <a:sym typeface="Symbol" panose="05050102010706020507" pitchFamily="18" charset="2"/>
                </a:rPr>
                <a:t>Y</a:t>
              </a:r>
              <a:r>
                <a:rPr lang="zh-CN" altLang="en-US" sz="2800" dirty="0">
                  <a:latin typeface="Times New Roman" panose="02020603050405020304" pitchFamily="18" charset="0"/>
                  <a:sym typeface="Symbol" panose="05050102010706020507" pitchFamily="18" charset="2"/>
                </a:rPr>
                <a:t>形联结改成</a:t>
              </a:r>
              <a:r>
                <a:rPr lang="zh-CN" altLang="en-US" sz="2800" b="0" dirty="0">
                  <a:solidFill>
                    <a:schemeClr val="bg1"/>
                  </a:solidFill>
                  <a:latin typeface="Times New Roman" panose="02020603050405020304" pitchFamily="18" charset="0"/>
                  <a:sym typeface="Symbol" panose="05050102010706020507" pitchFamily="18" charset="2"/>
                </a:rPr>
                <a:t></a:t>
              </a:r>
              <a:r>
                <a:rPr lang="zh-CN" altLang="en-US" sz="2800" dirty="0">
                  <a:latin typeface="Arial" panose="020B0604020202020204" pitchFamily="34" charset="0"/>
                  <a:sym typeface="Symbol" panose="05050102010706020507" pitchFamily="18" charset="2"/>
                </a:rPr>
                <a:t>形联结</a:t>
              </a:r>
              <a:r>
                <a:rPr lang="zh-CN" altLang="en-US" sz="2800" b="0" dirty="0">
                  <a:latin typeface="Times New Roman" panose="02020603050405020304" pitchFamily="18" charset="0"/>
                  <a:sym typeface="Symbol" panose="05050102010706020507" pitchFamily="18" charset="2"/>
                </a:rPr>
                <a:t>，</a:t>
              </a:r>
              <a:r>
                <a:rPr lang="zh-CN" altLang="en-US" sz="2800" dirty="0">
                  <a:latin typeface="Times New Roman" panose="02020603050405020304" pitchFamily="18" charset="0"/>
                  <a:sym typeface="Symbol" panose="05050102010706020507" pitchFamily="18" charset="2"/>
                </a:rPr>
                <a:t>若</a:t>
              </a:r>
              <a:r>
                <a:rPr lang="zh-CN" altLang="en-US" sz="2800" dirty="0">
                  <a:latin typeface="楷体_GB2312" pitchFamily="49" charset="-122"/>
                </a:rPr>
                <a:t>线电压不变，由于相电压与相电流增大   倍，则功率增大</a:t>
              </a:r>
              <a:r>
                <a:rPr lang="en-US" altLang="zh-CN" sz="2800" b="0" dirty="0">
                  <a:solidFill>
                    <a:schemeClr val="bg1"/>
                  </a:solidFill>
                  <a:latin typeface="Times New Roman" panose="02020603050405020304" pitchFamily="18" charset="0"/>
                </a:rPr>
                <a:t>3</a:t>
              </a:r>
              <a:r>
                <a:rPr lang="zh-CN" altLang="en-US" sz="2800" dirty="0">
                  <a:latin typeface="楷体_GB2312" pitchFamily="49" charset="-122"/>
                </a:rPr>
                <a:t>倍。</a:t>
              </a:r>
              <a:endParaRPr lang="zh-CN" altLang="en-US" sz="2800" dirty="0">
                <a:latin typeface="楷体_GB2312" pitchFamily="49" charset="-122"/>
              </a:endParaRPr>
            </a:p>
          </p:txBody>
        </p:sp>
        <p:graphicFrame>
          <p:nvGraphicFramePr>
            <p:cNvPr id="47108" name="Object 55"/>
            <p:cNvGraphicFramePr/>
            <p:nvPr/>
          </p:nvGraphicFramePr>
          <p:xfrm>
            <a:off x="839" y="3022"/>
            <a:ext cx="356" cy="354"/>
          </p:xfrm>
          <a:graphic>
            <a:graphicData uri="http://schemas.openxmlformats.org/presentationml/2006/ole">
              <mc:AlternateContent xmlns:mc="http://schemas.openxmlformats.org/markup-compatibility/2006">
                <mc:Choice xmlns:v="urn:schemas-microsoft-com:vml" Requires="v">
                  <p:oleObj spid="_x0000_s3391" name="" r:id="rId6" imgW="254000" imgH="254000" progId="Equation.3">
                    <p:embed/>
                  </p:oleObj>
                </mc:Choice>
                <mc:Fallback>
                  <p:oleObj name="" r:id="rId6" imgW="254000" imgH="254000" progId="Equation.3">
                    <p:embed/>
                    <p:pic>
                      <p:nvPicPr>
                        <p:cNvPr id="0" name="图片 3390"/>
                        <p:cNvPicPr/>
                        <p:nvPr/>
                      </p:nvPicPr>
                      <p:blipFill>
                        <a:blip r:embed="rId7">
                          <a:clrChange>
                            <a:clrFrom>
                              <a:srgbClr val="000000"/>
                            </a:clrFrom>
                            <a:clrTo>
                              <a:srgbClr val="FFFFFF"/>
                            </a:clrTo>
                          </a:clrChange>
                        </a:blip>
                        <a:stretch>
                          <a:fillRect/>
                        </a:stretch>
                      </p:blipFill>
                      <p:spPr>
                        <a:xfrm>
                          <a:off x="839" y="3022"/>
                          <a:ext cx="356" cy="354"/>
                        </a:xfrm>
                        <a:prstGeom prst="rect">
                          <a:avLst/>
                        </a:prstGeom>
                        <a:noFill/>
                        <a:ln w="38100">
                          <a:noFill/>
                          <a:miter/>
                        </a:ln>
                      </p:spPr>
                    </p:pic>
                  </p:oleObj>
                </mc:Fallback>
              </mc:AlternateContent>
            </a:graphicData>
          </a:graphic>
        </p:graphicFrame>
      </p:grpSp>
      <p:sp>
        <p:nvSpPr>
          <p:cNvPr id="90169" name="Rectangle 57"/>
          <p:cNvSpPr/>
          <p:nvPr/>
        </p:nvSpPr>
        <p:spPr>
          <a:xfrm>
            <a:off x="395288" y="5300663"/>
            <a:ext cx="6264275" cy="1117600"/>
          </a:xfrm>
          <a:prstGeom prst="rect">
            <a:avLst/>
          </a:prstGeom>
          <a:noFill/>
          <a:ln w="9525">
            <a:noFill/>
          </a:ln>
        </p:spPr>
        <p:txBody>
          <a:bodyPr>
            <a:spAutoFit/>
          </a:bodyPr>
          <a:p>
            <a:pPr marL="476250" indent="-476250">
              <a:lnSpc>
                <a:spcPct val="120000"/>
              </a:lnSpc>
              <a:buAutoNum type="circleNumDbPlain" startAt="2"/>
            </a:pPr>
            <a:r>
              <a:rPr lang="zh-CN" altLang="en-US" sz="2800" dirty="0">
                <a:latin typeface="楷体_GB2312" pitchFamily="49" charset="-122"/>
              </a:rPr>
              <a:t>若负载的相电压不变，则不论怎样连接其功率不变。</a:t>
            </a:r>
            <a:endParaRPr lang="zh-CN" altLang="en-US" sz="2800" dirty="0">
              <a:latin typeface="楷体_GB2312" pitchFamily="49" charset="-122"/>
              <a:sym typeface="Symbol" panose="05050102010706020507" pitchFamily="18" charset="2"/>
            </a:endParaRPr>
          </a:p>
        </p:txBody>
      </p:sp>
      <p:grpSp>
        <p:nvGrpSpPr>
          <p:cNvPr id="47115" name="Group 67"/>
          <p:cNvGrpSpPr/>
          <p:nvPr/>
        </p:nvGrpSpPr>
        <p:grpSpPr>
          <a:xfrm>
            <a:off x="8316913" y="6445250"/>
            <a:ext cx="792162" cy="366713"/>
            <a:chOff x="5193" y="4020"/>
            <a:chExt cx="499" cy="231"/>
          </a:xfrm>
        </p:grpSpPr>
        <p:pic>
          <p:nvPicPr>
            <p:cNvPr id="47152" name="Picture 68" descr="78900"/>
            <p:cNvPicPr>
              <a:picLocks noChangeAspect="1"/>
            </p:cNvPicPr>
            <p:nvPr/>
          </p:nvPicPr>
          <p:blipFill>
            <a:blip r:embed="rId8"/>
            <a:stretch>
              <a:fillRect/>
            </a:stretch>
          </p:blipFill>
          <p:spPr>
            <a:xfrm>
              <a:off x="5193" y="4066"/>
              <a:ext cx="499" cy="181"/>
            </a:xfrm>
            <a:prstGeom prst="rect">
              <a:avLst/>
            </a:prstGeom>
            <a:noFill/>
            <a:ln w="9525">
              <a:noFill/>
            </a:ln>
          </p:spPr>
        </p:pic>
        <p:sp>
          <p:nvSpPr>
            <p:cNvPr id="47153" name="Text Box 69">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7116" name="Group 70"/>
          <p:cNvGrpSpPr/>
          <p:nvPr/>
        </p:nvGrpSpPr>
        <p:grpSpPr>
          <a:xfrm>
            <a:off x="7451725" y="6445250"/>
            <a:ext cx="792163" cy="366713"/>
            <a:chOff x="5193" y="4020"/>
            <a:chExt cx="499" cy="231"/>
          </a:xfrm>
        </p:grpSpPr>
        <p:pic>
          <p:nvPicPr>
            <p:cNvPr id="47150" name="Picture 71" descr="78900"/>
            <p:cNvPicPr>
              <a:picLocks noChangeAspect="1"/>
            </p:cNvPicPr>
            <p:nvPr/>
          </p:nvPicPr>
          <p:blipFill>
            <a:blip r:embed="rId8"/>
            <a:stretch>
              <a:fillRect/>
            </a:stretch>
          </p:blipFill>
          <p:spPr>
            <a:xfrm>
              <a:off x="5193" y="4066"/>
              <a:ext cx="499" cy="181"/>
            </a:xfrm>
            <a:prstGeom prst="rect">
              <a:avLst/>
            </a:prstGeom>
            <a:noFill/>
            <a:ln w="9525">
              <a:noFill/>
            </a:ln>
          </p:spPr>
        </p:pic>
        <p:sp>
          <p:nvSpPr>
            <p:cNvPr id="47151" name="Text Box 72">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7117" name="Group 73"/>
          <p:cNvGrpSpPr/>
          <p:nvPr/>
        </p:nvGrpSpPr>
        <p:grpSpPr>
          <a:xfrm>
            <a:off x="6588125" y="6446838"/>
            <a:ext cx="792163" cy="366712"/>
            <a:chOff x="4695" y="4061"/>
            <a:chExt cx="499" cy="231"/>
          </a:xfrm>
        </p:grpSpPr>
        <p:pic>
          <p:nvPicPr>
            <p:cNvPr id="47148" name="Picture 74" descr="78900"/>
            <p:cNvPicPr>
              <a:picLocks noChangeAspect="1"/>
            </p:cNvPicPr>
            <p:nvPr/>
          </p:nvPicPr>
          <p:blipFill>
            <a:blip r:embed="rId8"/>
            <a:stretch>
              <a:fillRect/>
            </a:stretch>
          </p:blipFill>
          <p:spPr>
            <a:xfrm>
              <a:off x="4695" y="4107"/>
              <a:ext cx="499" cy="181"/>
            </a:xfrm>
            <a:prstGeom prst="rect">
              <a:avLst/>
            </a:prstGeom>
            <a:noFill/>
            <a:ln w="9525">
              <a:noFill/>
            </a:ln>
          </p:spPr>
        </p:pic>
        <p:sp>
          <p:nvSpPr>
            <p:cNvPr id="47149" name="Text Box 75">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 name="Group 76"/>
          <p:cNvGrpSpPr/>
          <p:nvPr/>
        </p:nvGrpSpPr>
        <p:grpSpPr>
          <a:xfrm>
            <a:off x="6443663" y="1628775"/>
            <a:ext cx="2205037" cy="1885950"/>
            <a:chOff x="2562" y="2115"/>
            <a:chExt cx="1389" cy="1188"/>
          </a:xfrm>
        </p:grpSpPr>
        <p:sp>
          <p:nvSpPr>
            <p:cNvPr id="47134" name="Line 77"/>
            <p:cNvSpPr/>
            <p:nvPr/>
          </p:nvSpPr>
          <p:spPr>
            <a:xfrm>
              <a:off x="2608" y="2160"/>
              <a:ext cx="862" cy="0"/>
            </a:xfrm>
            <a:prstGeom prst="line">
              <a:avLst/>
            </a:prstGeom>
            <a:ln w="28575" cap="flat" cmpd="sng">
              <a:solidFill>
                <a:srgbClr val="FFCC00"/>
              </a:solidFill>
              <a:prstDash val="solid"/>
              <a:headEnd type="oval" w="med" len="med"/>
              <a:tailEnd type="oval" w="med" len="med"/>
            </a:ln>
          </p:spPr>
        </p:sp>
        <p:sp>
          <p:nvSpPr>
            <p:cNvPr id="47135" name="Freeform 78"/>
            <p:cNvSpPr/>
            <p:nvPr/>
          </p:nvSpPr>
          <p:spPr>
            <a:xfrm flipH="1">
              <a:off x="2653" y="2795"/>
              <a:ext cx="1203" cy="499"/>
            </a:xfrm>
            <a:custGeom>
              <a:avLst/>
              <a:gdLst>
                <a:gd name="txL" fmla="*/ 0 w 2184"/>
                <a:gd name="txT" fmla="*/ 0 h 426"/>
                <a:gd name="txR" fmla="*/ 2184 w 2184"/>
                <a:gd name="txB" fmla="*/ 426 h 426"/>
              </a:gdLst>
              <a:ahLst/>
              <a:cxnLst>
                <a:cxn ang="0">
                  <a:pos x="0" y="0"/>
                </a:cxn>
                <a:cxn ang="0">
                  <a:pos x="0" y="499"/>
                </a:cxn>
                <a:cxn ang="0">
                  <a:pos x="1203" y="499"/>
                </a:cxn>
              </a:cxnLst>
              <a:rect l="txL" t="txT" r="txR" b="txB"/>
              <a:pathLst>
                <a:path w="2184" h="426">
                  <a:moveTo>
                    <a:pt x="0" y="0"/>
                  </a:moveTo>
                  <a:lnTo>
                    <a:pt x="0" y="426"/>
                  </a:lnTo>
                  <a:lnTo>
                    <a:pt x="2184" y="426"/>
                  </a:lnTo>
                </a:path>
              </a:pathLst>
            </a:custGeom>
            <a:noFill/>
            <a:ln w="28575" cap="flat" cmpd="sng">
              <a:solidFill>
                <a:srgbClr val="FFCC00"/>
              </a:solidFill>
              <a:prstDash val="solid"/>
              <a:round/>
              <a:headEnd type="oval" w="med" len="med"/>
              <a:tailEnd type="oval" w="med" len="med"/>
            </a:ln>
          </p:spPr>
          <p:txBody>
            <a:bodyPr wrap="none" anchor="ctr" anchorCtr="0"/>
            <a:p>
              <a:endParaRPr lang="zh-CN" altLang="en-US" dirty="0">
                <a:latin typeface="Arial" panose="020B0604020202020204" pitchFamily="34" charset="0"/>
              </a:endParaRPr>
            </a:p>
          </p:txBody>
        </p:sp>
        <p:sp>
          <p:nvSpPr>
            <p:cNvPr id="47136" name="Text Box 79"/>
            <p:cNvSpPr txBox="1"/>
            <p:nvPr/>
          </p:nvSpPr>
          <p:spPr>
            <a:xfrm>
              <a:off x="2562" y="2115"/>
              <a:ext cx="363" cy="327"/>
            </a:xfrm>
            <a:prstGeom prst="rect">
              <a:avLst/>
            </a:prstGeom>
            <a:noFill/>
            <a:ln w="38100">
              <a:noFill/>
            </a:ln>
          </p:spPr>
          <p:txBody>
            <a:bodyPr>
              <a:spAutoFit/>
            </a:bodyPr>
            <a:p>
              <a:pPr>
                <a:spcBef>
                  <a:spcPct val="50000"/>
                </a:spcBef>
                <a:buNone/>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7137" name="Text Box 80"/>
            <p:cNvSpPr txBox="1"/>
            <p:nvPr/>
          </p:nvSpPr>
          <p:spPr>
            <a:xfrm>
              <a:off x="2608" y="2478"/>
              <a:ext cx="409" cy="327"/>
            </a:xfrm>
            <a:prstGeom prst="rect">
              <a:avLst/>
            </a:prstGeom>
            <a:noFill/>
            <a:ln w="38100">
              <a:noFill/>
            </a:ln>
          </p:spPr>
          <p:txBody>
            <a:bodyPr>
              <a:spAutoFit/>
            </a:bodyPr>
            <a:p>
              <a:pPr>
                <a:spcBef>
                  <a:spcPct val="50000"/>
                </a:spcBef>
                <a:buNone/>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7138" name="Text Box 81"/>
            <p:cNvSpPr txBox="1"/>
            <p:nvPr/>
          </p:nvSpPr>
          <p:spPr>
            <a:xfrm>
              <a:off x="2608" y="2976"/>
              <a:ext cx="409" cy="327"/>
            </a:xfrm>
            <a:prstGeom prst="rect">
              <a:avLst/>
            </a:prstGeom>
            <a:noFill/>
            <a:ln w="38100">
              <a:noFill/>
            </a:ln>
          </p:spPr>
          <p:txBody>
            <a:bodyPr>
              <a:spAutoFit/>
            </a:bodyPr>
            <a:p>
              <a:pPr>
                <a:spcBef>
                  <a:spcPct val="50000"/>
                </a:spcBef>
                <a:buNone/>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7139" name="Line 82"/>
            <p:cNvSpPr/>
            <p:nvPr/>
          </p:nvSpPr>
          <p:spPr>
            <a:xfrm rot="-1800000" flipH="1">
              <a:off x="3654" y="2126"/>
              <a:ext cx="0" cy="706"/>
            </a:xfrm>
            <a:prstGeom prst="line">
              <a:avLst/>
            </a:prstGeom>
            <a:ln w="28575" cap="flat" cmpd="sng">
              <a:solidFill>
                <a:srgbClr val="FFCC00"/>
              </a:solidFill>
              <a:prstDash val="solid"/>
              <a:headEnd type="oval" w="med" len="med"/>
              <a:tailEnd type="oval" w="med" len="med"/>
            </a:ln>
          </p:spPr>
        </p:sp>
        <p:sp>
          <p:nvSpPr>
            <p:cNvPr id="47140" name="Line 83"/>
            <p:cNvSpPr/>
            <p:nvPr/>
          </p:nvSpPr>
          <p:spPr>
            <a:xfrm rot="5400000">
              <a:off x="3252" y="2191"/>
              <a:ext cx="5" cy="1203"/>
            </a:xfrm>
            <a:prstGeom prst="line">
              <a:avLst/>
            </a:prstGeom>
            <a:ln w="28575" cap="flat" cmpd="sng">
              <a:solidFill>
                <a:srgbClr val="FFCC00"/>
              </a:solidFill>
              <a:prstDash val="solid"/>
              <a:headEnd type="oval" w="med" len="med"/>
              <a:tailEnd type="oval" w="med" len="med"/>
            </a:ln>
          </p:spPr>
        </p:sp>
        <p:sp>
          <p:nvSpPr>
            <p:cNvPr id="47141" name="Line 84"/>
            <p:cNvSpPr/>
            <p:nvPr/>
          </p:nvSpPr>
          <p:spPr>
            <a:xfrm rot="5400000">
              <a:off x="2898" y="2233"/>
              <a:ext cx="635" cy="489"/>
            </a:xfrm>
            <a:prstGeom prst="line">
              <a:avLst/>
            </a:prstGeom>
            <a:ln w="28575" cap="flat" cmpd="sng">
              <a:solidFill>
                <a:srgbClr val="FFCC00"/>
              </a:solidFill>
              <a:prstDash val="solid"/>
              <a:headEnd type="oval" w="med" len="med"/>
              <a:tailEnd type="oval" w="med" len="med"/>
            </a:ln>
          </p:spPr>
        </p:sp>
        <p:sp>
          <p:nvSpPr>
            <p:cNvPr id="47142" name="Text Box 85"/>
            <p:cNvSpPr txBox="1"/>
            <p:nvPr/>
          </p:nvSpPr>
          <p:spPr>
            <a:xfrm>
              <a:off x="3696" y="2205"/>
              <a:ext cx="255"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7143" name="Text Box 86"/>
            <p:cNvSpPr txBox="1"/>
            <p:nvPr/>
          </p:nvSpPr>
          <p:spPr>
            <a:xfrm>
              <a:off x="2880" y="2251"/>
              <a:ext cx="255"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7144" name="Text Box 87"/>
            <p:cNvSpPr txBox="1"/>
            <p:nvPr/>
          </p:nvSpPr>
          <p:spPr>
            <a:xfrm>
              <a:off x="3288" y="2795"/>
              <a:ext cx="255"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7145" name="Rectangle 88"/>
            <p:cNvSpPr/>
            <p:nvPr/>
          </p:nvSpPr>
          <p:spPr>
            <a:xfrm rot="-3006260">
              <a:off x="3061" y="2386"/>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47146" name="Rectangle 89"/>
            <p:cNvSpPr/>
            <p:nvPr/>
          </p:nvSpPr>
          <p:spPr>
            <a:xfrm rot="3471240">
              <a:off x="3470" y="2386"/>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47147" name="Rectangle 90"/>
            <p:cNvSpPr/>
            <p:nvPr/>
          </p:nvSpPr>
          <p:spPr>
            <a:xfrm>
              <a:off x="3243" y="270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8" name="Group 91"/>
          <p:cNvGrpSpPr/>
          <p:nvPr/>
        </p:nvGrpSpPr>
        <p:grpSpPr>
          <a:xfrm>
            <a:off x="6877050" y="3500438"/>
            <a:ext cx="1692275" cy="2232025"/>
            <a:chOff x="4241" y="1344"/>
            <a:chExt cx="1066" cy="1406"/>
          </a:xfrm>
        </p:grpSpPr>
        <p:sp>
          <p:nvSpPr>
            <p:cNvPr id="47120" name="Oval 92"/>
            <p:cNvSpPr/>
            <p:nvPr/>
          </p:nvSpPr>
          <p:spPr>
            <a:xfrm>
              <a:off x="5260" y="2128"/>
              <a:ext cx="47" cy="47"/>
            </a:xfrm>
            <a:prstGeom prst="ellipse">
              <a:avLst/>
            </a:prstGeom>
            <a:solidFill>
              <a:srgbClr val="FFCC00"/>
            </a:solidFill>
            <a:ln w="38100"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7121" name="Text Box 93"/>
            <p:cNvSpPr txBox="1"/>
            <p:nvPr/>
          </p:nvSpPr>
          <p:spPr>
            <a:xfrm>
              <a:off x="4377" y="1368"/>
              <a:ext cx="453" cy="327"/>
            </a:xfrm>
            <a:prstGeom prst="rect">
              <a:avLst/>
            </a:prstGeom>
            <a:noFill/>
            <a:ln w="38100">
              <a:noFill/>
            </a:ln>
          </p:spPr>
          <p:txBody>
            <a:bodyPr>
              <a:spAutoFit/>
            </a:bodyPr>
            <a:p>
              <a:pPr>
                <a:spcBef>
                  <a:spcPct val="50000"/>
                </a:spcBef>
                <a:buNone/>
              </a:pPr>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7122" name="Text Box 94"/>
            <p:cNvSpPr txBox="1"/>
            <p:nvPr/>
          </p:nvSpPr>
          <p:spPr>
            <a:xfrm>
              <a:off x="4377" y="1867"/>
              <a:ext cx="453" cy="327"/>
            </a:xfrm>
            <a:prstGeom prst="rect">
              <a:avLst/>
            </a:prstGeom>
            <a:noFill/>
            <a:ln w="38100">
              <a:noFill/>
            </a:ln>
          </p:spPr>
          <p:txBody>
            <a:bodyPr>
              <a:spAutoFit/>
            </a:bodyPr>
            <a:p>
              <a:pPr>
                <a:spcBef>
                  <a:spcPct val="50000"/>
                </a:spcBef>
                <a:buNone/>
              </a:pPr>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7123" name="Text Box 95"/>
            <p:cNvSpPr txBox="1"/>
            <p:nvPr/>
          </p:nvSpPr>
          <p:spPr>
            <a:xfrm>
              <a:off x="4332" y="2412"/>
              <a:ext cx="362" cy="327"/>
            </a:xfrm>
            <a:prstGeom prst="rect">
              <a:avLst/>
            </a:prstGeom>
            <a:noFill/>
            <a:ln w="38100">
              <a:noFill/>
            </a:ln>
          </p:spPr>
          <p:txBody>
            <a:bodyPr>
              <a:spAutoFit/>
            </a:bodyPr>
            <a:p>
              <a:pPr>
                <a:spcBef>
                  <a:spcPct val="50000"/>
                </a:spcBef>
                <a:buNone/>
              </a:pPr>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7124" name="Line 96"/>
            <p:cNvSpPr/>
            <p:nvPr/>
          </p:nvSpPr>
          <p:spPr>
            <a:xfrm>
              <a:off x="4286" y="1661"/>
              <a:ext cx="998" cy="0"/>
            </a:xfrm>
            <a:prstGeom prst="line">
              <a:avLst/>
            </a:prstGeom>
            <a:ln w="28575" cap="flat" cmpd="sng">
              <a:solidFill>
                <a:srgbClr val="FFCC00"/>
              </a:solidFill>
              <a:prstDash val="solid"/>
              <a:headEnd type="none" w="med" len="med"/>
              <a:tailEnd type="none" w="med" len="med"/>
            </a:ln>
          </p:spPr>
        </p:sp>
        <p:sp>
          <p:nvSpPr>
            <p:cNvPr id="47125" name="Line 97"/>
            <p:cNvSpPr/>
            <p:nvPr/>
          </p:nvSpPr>
          <p:spPr>
            <a:xfrm>
              <a:off x="4286" y="2160"/>
              <a:ext cx="979" cy="0"/>
            </a:xfrm>
            <a:prstGeom prst="line">
              <a:avLst/>
            </a:prstGeom>
            <a:ln w="28575" cap="flat" cmpd="sng">
              <a:solidFill>
                <a:srgbClr val="FFCC00"/>
              </a:solidFill>
              <a:prstDash val="solid"/>
              <a:headEnd type="none" w="med" len="med"/>
              <a:tailEnd type="none" w="med" len="med"/>
            </a:ln>
          </p:spPr>
        </p:sp>
        <p:sp>
          <p:nvSpPr>
            <p:cNvPr id="47126" name="Line 98"/>
            <p:cNvSpPr/>
            <p:nvPr/>
          </p:nvSpPr>
          <p:spPr>
            <a:xfrm>
              <a:off x="4241" y="2704"/>
              <a:ext cx="1043" cy="0"/>
            </a:xfrm>
            <a:prstGeom prst="line">
              <a:avLst/>
            </a:prstGeom>
            <a:ln w="28575" cap="flat" cmpd="sng">
              <a:solidFill>
                <a:srgbClr val="FFCC00"/>
              </a:solidFill>
              <a:prstDash val="solid"/>
              <a:headEnd type="none" w="med" len="med"/>
              <a:tailEnd type="none" w="med" len="med"/>
            </a:ln>
          </p:spPr>
        </p:sp>
        <p:sp>
          <p:nvSpPr>
            <p:cNvPr id="47127" name="Line 99"/>
            <p:cNvSpPr/>
            <p:nvPr/>
          </p:nvSpPr>
          <p:spPr>
            <a:xfrm>
              <a:off x="5284" y="1661"/>
              <a:ext cx="0" cy="1043"/>
            </a:xfrm>
            <a:prstGeom prst="line">
              <a:avLst/>
            </a:prstGeom>
            <a:ln w="28575" cap="flat" cmpd="sng">
              <a:solidFill>
                <a:srgbClr val="FFCC00"/>
              </a:solidFill>
              <a:prstDash val="solid"/>
              <a:headEnd type="none" w="med" len="med"/>
              <a:tailEnd type="none" w="med" len="med"/>
            </a:ln>
          </p:spPr>
        </p:sp>
        <p:sp>
          <p:nvSpPr>
            <p:cNvPr id="47128" name="Text Box 100"/>
            <p:cNvSpPr txBox="1"/>
            <p:nvPr/>
          </p:nvSpPr>
          <p:spPr>
            <a:xfrm>
              <a:off x="4785" y="1344"/>
              <a:ext cx="392"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7129" name="Text Box 101"/>
            <p:cNvSpPr txBox="1"/>
            <p:nvPr/>
          </p:nvSpPr>
          <p:spPr>
            <a:xfrm>
              <a:off x="4830" y="1797"/>
              <a:ext cx="392"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7130" name="Text Box 102"/>
            <p:cNvSpPr txBox="1"/>
            <p:nvPr/>
          </p:nvSpPr>
          <p:spPr>
            <a:xfrm>
              <a:off x="4785" y="2341"/>
              <a:ext cx="392"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47131" name="Rectangle 103"/>
            <p:cNvSpPr/>
            <p:nvPr/>
          </p:nvSpPr>
          <p:spPr>
            <a:xfrm>
              <a:off x="4740" y="1616"/>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47132" name="Rectangle 104"/>
            <p:cNvSpPr/>
            <p:nvPr/>
          </p:nvSpPr>
          <p:spPr>
            <a:xfrm>
              <a:off x="4740" y="2069"/>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47133" name="Rectangle 105"/>
            <p:cNvSpPr/>
            <p:nvPr/>
          </p:nvSpPr>
          <p:spPr>
            <a:xfrm>
              <a:off x="4740" y="2614"/>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90158"/>
                                        </p:tgtEl>
                                        <p:attrNameLst>
                                          <p:attrName>style.visibility</p:attrName>
                                        </p:attrNameLst>
                                      </p:cBhvr>
                                      <p:to>
                                        <p:strVal val="visible"/>
                                      </p:to>
                                    </p:set>
                                    <p:anim calcmode="lin" valueType="num">
                                      <p:cBhvr>
                                        <p:cTn id="7" dur="1000" fill="hold"/>
                                        <p:tgtEl>
                                          <p:spTgt spid="90158"/>
                                        </p:tgtEl>
                                        <p:attrNameLst>
                                          <p:attrName>ppt_w</p:attrName>
                                        </p:attrNameLst>
                                      </p:cBhvr>
                                      <p:tavLst>
                                        <p:tav tm="0">
                                          <p:val>
                                            <p:fltVal val="0.000000"/>
                                          </p:val>
                                        </p:tav>
                                        <p:tav tm="100000">
                                          <p:val>
                                            <p:strVal val="#ppt_w"/>
                                          </p:val>
                                        </p:tav>
                                      </p:tavLst>
                                    </p:anim>
                                    <p:anim calcmode="lin" valueType="num">
                                      <p:cBhvr>
                                        <p:cTn id="8" dur="1000" fill="hold"/>
                                        <p:tgtEl>
                                          <p:spTgt spid="90158"/>
                                        </p:tgtEl>
                                        <p:attrNameLst>
                                          <p:attrName>ppt_h</p:attrName>
                                        </p:attrNameLst>
                                      </p:cBhvr>
                                      <p:tavLst>
                                        <p:tav tm="0">
                                          <p:val>
                                            <p:fltVal val="0.000000"/>
                                          </p:val>
                                        </p:tav>
                                        <p:tav tm="100000">
                                          <p:val>
                                            <p:strVal val="#ppt_h"/>
                                          </p:val>
                                        </p:tav>
                                      </p:tavLst>
                                    </p:anim>
                                    <p:anim calcmode="lin" valueType="num">
                                      <p:cBhvr>
                                        <p:cTn id="9" dur="1000" fill="hold"/>
                                        <p:tgtEl>
                                          <p:spTgt spid="90158"/>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90158"/>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blinds(horizontal)">
                                      <p:cBhvr>
                                        <p:cTn id="14" dur="500"/>
                                        <p:tgtEl>
                                          <p:spTgt spid="7"/>
                                        </p:tgtEl>
                                      </p:cBhvr>
                                    </p:animEffect>
                                  </p:childTnLst>
                                </p:cTn>
                              </p:par>
                            </p:childTnLst>
                          </p:cTn>
                        </p:par>
                        <p:par>
                          <p:cTn id="15" fill="hold">
                            <p:stCondLst>
                              <p:cond delay="1500"/>
                            </p:stCondLst>
                            <p:childTnLst>
                              <p:par>
                                <p:cTn id="16" presetID="3" presetClass="entr" presetSubtype="10" fill="hold"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linds(horizontal)">
                                      <p:cBhvr>
                                        <p:cTn id="18" dur="500"/>
                                        <p:tgtEl>
                                          <p:spTgt spid="8"/>
                                        </p:tgtEl>
                                      </p:cBhvr>
                                    </p:animEffect>
                                  </p:childTnLst>
                                </p:cTn>
                              </p:par>
                            </p:childTnLst>
                          </p:cTn>
                        </p:par>
                        <p:par>
                          <p:cTn id="19" fill="hold">
                            <p:stCondLst>
                              <p:cond delay="2000"/>
                            </p:stCondLst>
                            <p:childTnLst>
                              <p:par>
                                <p:cTn id="20" presetID="12" presetClass="entr" presetSubtype="4" fill="hold" grpId="0" nodeType="afterEffect">
                                  <p:stCondLst>
                                    <p:cond delay="0"/>
                                  </p:stCondLst>
                                  <p:childTnLst>
                                    <p:set>
                                      <p:cBhvr>
                                        <p:cTn id="21" dur="1" fill="hold">
                                          <p:stCondLst>
                                            <p:cond delay="0"/>
                                          </p:stCondLst>
                                        </p:cTn>
                                        <p:tgtEl>
                                          <p:spTgt spid="90159"/>
                                        </p:tgtEl>
                                        <p:attrNameLst>
                                          <p:attrName>style.visibility</p:attrName>
                                        </p:attrNameLst>
                                      </p:cBhvr>
                                      <p:to>
                                        <p:strVal val="visible"/>
                                      </p:to>
                                    </p:set>
                                    <p:animEffect transition="in" filter="slide(fromBottom)">
                                      <p:cBhvr>
                                        <p:cTn id="22" dur="2000"/>
                                        <p:tgtEl>
                                          <p:spTgt spid="90159"/>
                                        </p:tgtEl>
                                      </p:cBhvr>
                                    </p:animEffect>
                                  </p:childTnLst>
                                </p:cTn>
                              </p:par>
                            </p:childTnLst>
                          </p:cTn>
                        </p:par>
                      </p:childTnLst>
                    </p:cTn>
                  </p:par>
                  <p:par>
                    <p:cTn id="23" fill="hold">
                      <p:stCondLst>
                        <p:cond delay="indefinite"/>
                      </p:stCondLst>
                      <p:childTnLst>
                        <p:par>
                          <p:cTn id="24" fill="hold">
                            <p:stCondLst>
                              <p:cond delay="0"/>
                            </p:stCondLst>
                            <p:childTnLst>
                              <p:par>
                                <p:cTn id="25" presetID="15" presetClass="entr" presetSubtype="0" fill="hold" grpId="0" nodeType="clickEffect">
                                  <p:stCondLst>
                                    <p:cond delay="0"/>
                                  </p:stCondLst>
                                  <p:childTnLst>
                                    <p:set>
                                      <p:cBhvr>
                                        <p:cTn id="26" dur="1" fill="hold">
                                          <p:stCondLst>
                                            <p:cond delay="0"/>
                                          </p:stCondLst>
                                        </p:cTn>
                                        <p:tgtEl>
                                          <p:spTgt spid="90160"/>
                                        </p:tgtEl>
                                        <p:attrNameLst>
                                          <p:attrName>style.visibility</p:attrName>
                                        </p:attrNameLst>
                                      </p:cBhvr>
                                      <p:to>
                                        <p:strVal val="visible"/>
                                      </p:to>
                                    </p:set>
                                    <p:anim calcmode="lin" valueType="num">
                                      <p:cBhvr>
                                        <p:cTn id="27" dur="1000" fill="hold"/>
                                        <p:tgtEl>
                                          <p:spTgt spid="90160"/>
                                        </p:tgtEl>
                                        <p:attrNameLst>
                                          <p:attrName>ppt_w</p:attrName>
                                        </p:attrNameLst>
                                      </p:cBhvr>
                                      <p:tavLst>
                                        <p:tav tm="0">
                                          <p:val>
                                            <p:fltVal val="0.000000"/>
                                          </p:val>
                                        </p:tav>
                                        <p:tav tm="100000">
                                          <p:val>
                                            <p:strVal val="#ppt_w"/>
                                          </p:val>
                                        </p:tav>
                                      </p:tavLst>
                                    </p:anim>
                                    <p:anim calcmode="lin" valueType="num">
                                      <p:cBhvr>
                                        <p:cTn id="28" dur="1000" fill="hold"/>
                                        <p:tgtEl>
                                          <p:spTgt spid="90160"/>
                                        </p:tgtEl>
                                        <p:attrNameLst>
                                          <p:attrName>ppt_h</p:attrName>
                                        </p:attrNameLst>
                                      </p:cBhvr>
                                      <p:tavLst>
                                        <p:tav tm="0">
                                          <p:val>
                                            <p:fltVal val="0.000000"/>
                                          </p:val>
                                        </p:tav>
                                        <p:tav tm="100000">
                                          <p:val>
                                            <p:strVal val="#ppt_h"/>
                                          </p:val>
                                        </p:tav>
                                      </p:tavLst>
                                    </p:anim>
                                    <p:anim calcmode="lin" valueType="num">
                                      <p:cBhvr>
                                        <p:cTn id="29" dur="1000" fill="hold"/>
                                        <p:tgtEl>
                                          <p:spTgt spid="90160"/>
                                        </p:tgtEl>
                                        <p:attrNameLst>
                                          <p:attrName>ppt_x</p:attrName>
                                        </p:attrNameLst>
                                      </p:cBhvr>
                                      <p:tavLst>
                                        <p:tav tm="0" fmla="#ppt_x+(cos(-2*pi*(1-$))*-#ppt_x-sin(-2*pi*(1-$))*(1-#ppt_y))*(1-$)">
                                          <p:val>
                                            <p:fltVal val="0.000000"/>
                                          </p:val>
                                        </p:tav>
                                        <p:tav tm="100000">
                                          <p:val>
                                            <p:fltVal val="1.000000"/>
                                          </p:val>
                                        </p:tav>
                                      </p:tavLst>
                                    </p:anim>
                                    <p:anim calcmode="lin" valueType="num">
                                      <p:cBhvr>
                                        <p:cTn id="30" dur="1000" fill="hold"/>
                                        <p:tgtEl>
                                          <p:spTgt spid="90160"/>
                                        </p:tgtEl>
                                        <p:attrNameLst>
                                          <p:attrName>ppt_y</p:attrName>
                                        </p:attrNameLst>
                                      </p:cBhvr>
                                      <p:tavLst>
                                        <p:tav tm="0" fmla="#ppt_y+(sin(-2*pi*(1-$))*-#ppt_x+cos(-2*pi*(1-$))*(1-#ppt_y))*(1-$)">
                                          <p:val>
                                            <p:fltVal val="0.000000"/>
                                          </p:val>
                                        </p:tav>
                                        <p:tav tm="100000">
                                          <p:val>
                                            <p:fltVal val="1.000000"/>
                                          </p:val>
                                        </p:tav>
                                      </p:tavLst>
                                    </p:anim>
                                  </p:childTnLst>
                                </p:cTn>
                              </p:par>
                            </p:childTnLst>
                          </p:cTn>
                        </p:par>
                        <p:par>
                          <p:cTn id="31" fill="hold">
                            <p:stCondLst>
                              <p:cond delay="1000"/>
                            </p:stCondLst>
                            <p:childTnLst>
                              <p:par>
                                <p:cTn id="32" presetID="22" presetClass="entr" presetSubtype="8" fill="hold" nodeType="afterEffect">
                                  <p:stCondLst>
                                    <p:cond delay="0"/>
                                  </p:stCondLst>
                                  <p:childTnLst>
                                    <p:set>
                                      <p:cBhvr>
                                        <p:cTn id="33" dur="1" fill="hold">
                                          <p:stCondLst>
                                            <p:cond delay="0"/>
                                          </p:stCondLst>
                                        </p:cTn>
                                        <p:tgtEl>
                                          <p:spTgt spid="90161"/>
                                        </p:tgtEl>
                                        <p:attrNameLst>
                                          <p:attrName>style.visibility</p:attrName>
                                        </p:attrNameLst>
                                      </p:cBhvr>
                                      <p:to>
                                        <p:strVal val="visible"/>
                                      </p:to>
                                    </p:set>
                                    <p:animEffect transition="in" filter="wipe(left)">
                                      <p:cBhvr>
                                        <p:cTn id="34" dur="2000"/>
                                        <p:tgtEl>
                                          <p:spTgt spid="90161"/>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90162"/>
                                        </p:tgtEl>
                                        <p:attrNameLst>
                                          <p:attrName>style.visibility</p:attrName>
                                        </p:attrNameLst>
                                      </p:cBhvr>
                                      <p:to>
                                        <p:strVal val="visible"/>
                                      </p:to>
                                    </p:set>
                                    <p:animEffect transition="in" filter="wipe(left)">
                                      <p:cBhvr>
                                        <p:cTn id="39" dur="2000"/>
                                        <p:tgtEl>
                                          <p:spTgt spid="90162"/>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2"/>
                                        </p:tgtEl>
                                        <p:attrNameLst>
                                          <p:attrName>style.visibility</p:attrName>
                                        </p:attrNameLst>
                                      </p:cBhvr>
                                      <p:to>
                                        <p:strVal val="visible"/>
                                      </p:to>
                                    </p:set>
                                    <p:animEffect transition="in" filter="blinds(horizontal)">
                                      <p:cBhvr>
                                        <p:cTn id="44" dur="500"/>
                                        <p:tgtEl>
                                          <p:spTgt spid="2"/>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nodeType="click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slide(fromBottom)">
                                      <p:cBhvr>
                                        <p:cTn id="49" dur="1000"/>
                                        <p:tgtEl>
                                          <p:spTgt spid="3"/>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90169"/>
                                        </p:tgtEl>
                                        <p:attrNameLst>
                                          <p:attrName>style.visibility</p:attrName>
                                        </p:attrNameLst>
                                      </p:cBhvr>
                                      <p:to>
                                        <p:strVal val="visible"/>
                                      </p:to>
                                    </p:set>
                                    <p:animEffect transition="in" filter="wipe(up)">
                                      <p:cBhvr>
                                        <p:cTn id="54" dur="2000"/>
                                        <p:tgtEl>
                                          <p:spTgt spid="90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58" grpId="0"/>
      <p:bldP spid="90159" grpId="0"/>
      <p:bldP spid="90160" grpId="0" animBg="1"/>
      <p:bldP spid="90169"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9" name="Text Box 5"/>
          <p:cNvSpPr txBox="1"/>
          <p:nvPr/>
        </p:nvSpPr>
        <p:spPr>
          <a:xfrm>
            <a:off x="684213" y="750888"/>
            <a:ext cx="2232025" cy="547687"/>
          </a:xfrm>
          <a:prstGeom prst="rect">
            <a:avLst/>
          </a:prstGeom>
          <a:noFill/>
          <a:ln w="28575" cap="flat" cmpd="sng">
            <a:solidFill>
              <a:srgbClr val="00FFFF"/>
            </a:solidFill>
            <a:prstDash val="solid"/>
            <a:miter/>
            <a:headEnd type="none" w="med" len="med"/>
            <a:tailEnd type="none" w="med" len="med"/>
          </a:ln>
        </p:spPr>
        <p:txBody>
          <a:bodyPr>
            <a:spAutoFit/>
          </a:bodyPr>
          <a:p>
            <a:pPr marL="342900" indent="-342900">
              <a:buAutoNum type="circleNumDbPlain" startAt="2"/>
            </a:pPr>
            <a:r>
              <a:rPr lang="zh-CN" altLang="en-US" sz="2800" dirty="0">
                <a:latin typeface="楷体_GB2312" pitchFamily="49" charset="-122"/>
              </a:rPr>
              <a:t>无功功率</a:t>
            </a:r>
            <a:endParaRPr lang="zh-CN" altLang="en-US" sz="2800" dirty="0">
              <a:latin typeface="楷体_GB2312" pitchFamily="49" charset="-122"/>
            </a:endParaRPr>
          </a:p>
        </p:txBody>
      </p:sp>
      <p:sp>
        <p:nvSpPr>
          <p:cNvPr id="62470" name="Text Box 6"/>
          <p:cNvSpPr txBox="1"/>
          <p:nvPr/>
        </p:nvSpPr>
        <p:spPr>
          <a:xfrm>
            <a:off x="3995738" y="750888"/>
            <a:ext cx="4465637" cy="579437"/>
          </a:xfrm>
          <a:prstGeom prst="rect">
            <a:avLst/>
          </a:prstGeom>
          <a:noFill/>
          <a:ln w="952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rPr>
              <a:t>Q=Q</a:t>
            </a:r>
            <a:r>
              <a:rPr lang="en-US" altLang="zh-CN" b="0" baseline="-25000" dirty="0">
                <a:solidFill>
                  <a:schemeClr val="bg1"/>
                </a:solidFill>
                <a:latin typeface="Times New Roman" panose="02020603050405020304" pitchFamily="18" charset="0"/>
                <a:ea typeface="宋体" panose="02010600030101010101" pitchFamily="2" charset="-122"/>
              </a:rPr>
              <a:t>A</a:t>
            </a:r>
            <a:r>
              <a:rPr lang="en-US" altLang="zh-CN" b="0" i="1" dirty="0">
                <a:solidFill>
                  <a:schemeClr val="bg1"/>
                </a:solidFill>
                <a:latin typeface="Times New Roman" panose="02020603050405020304" pitchFamily="18" charset="0"/>
                <a:ea typeface="宋体" panose="02010600030101010101" pitchFamily="2" charset="-122"/>
              </a:rPr>
              <a:t>+Q</a:t>
            </a:r>
            <a:r>
              <a:rPr lang="en-US" altLang="zh-CN" b="0" baseline="-25000" dirty="0">
                <a:solidFill>
                  <a:schemeClr val="bg1"/>
                </a:solidFill>
                <a:latin typeface="Times New Roman" panose="02020603050405020304" pitchFamily="18" charset="0"/>
                <a:ea typeface="宋体" panose="02010600030101010101" pitchFamily="2" charset="-122"/>
              </a:rPr>
              <a:t>B</a:t>
            </a:r>
            <a:r>
              <a:rPr lang="en-US" altLang="zh-CN" b="0" i="1" dirty="0">
                <a:solidFill>
                  <a:schemeClr val="bg1"/>
                </a:solidFill>
                <a:latin typeface="Times New Roman" panose="02020603050405020304" pitchFamily="18" charset="0"/>
                <a:ea typeface="宋体" panose="02010600030101010101" pitchFamily="2" charset="-122"/>
              </a:rPr>
              <a:t>+Q</a:t>
            </a:r>
            <a:r>
              <a:rPr lang="en-US" altLang="zh-CN" b="0" baseline="-25000" dirty="0">
                <a:solidFill>
                  <a:schemeClr val="bg1"/>
                </a:solidFill>
                <a:latin typeface="Times New Roman" panose="02020603050405020304" pitchFamily="18" charset="0"/>
                <a:ea typeface="宋体" panose="02010600030101010101" pitchFamily="2" charset="-122"/>
              </a:rPr>
              <a:t>C</a:t>
            </a:r>
            <a:r>
              <a:rPr lang="en-US" altLang="zh-CN" b="0" dirty="0">
                <a:solidFill>
                  <a:schemeClr val="bg1"/>
                </a:solidFill>
                <a:latin typeface="Times New Roman" panose="02020603050405020304" pitchFamily="18" charset="0"/>
                <a:ea typeface="宋体" panose="02010600030101010101" pitchFamily="2" charset="-122"/>
              </a:rPr>
              <a:t>= 3</a:t>
            </a:r>
            <a:r>
              <a:rPr lang="en-US" altLang="zh-CN" b="0" i="1" dirty="0">
                <a:solidFill>
                  <a:schemeClr val="bg1"/>
                </a:solidFill>
                <a:latin typeface="Times New Roman" panose="02020603050405020304" pitchFamily="18" charset="0"/>
                <a:ea typeface="宋体" panose="02010600030101010101" pitchFamily="2" charset="-122"/>
              </a:rPr>
              <a:t>Q</a:t>
            </a:r>
            <a:r>
              <a:rPr lang="en-US" altLang="zh-CN" b="0" baseline="-25000" dirty="0">
                <a:solidFill>
                  <a:schemeClr val="bg1"/>
                </a:solidFill>
                <a:latin typeface="Times New Roman" panose="02020603050405020304" pitchFamily="18" charset="0"/>
                <a:ea typeface="宋体" panose="02010600030101010101" pitchFamily="2" charset="-122"/>
              </a:rPr>
              <a:t>P</a:t>
            </a:r>
            <a:endParaRPr lang="en-US" altLang="zh-CN" b="0" baseline="-25000" dirty="0">
              <a:solidFill>
                <a:schemeClr val="bg1"/>
              </a:solidFill>
              <a:latin typeface="Times New Roman" panose="02020603050405020304" pitchFamily="18" charset="0"/>
              <a:ea typeface="宋体" panose="02010600030101010101" pitchFamily="2" charset="-122"/>
            </a:endParaRPr>
          </a:p>
        </p:txBody>
      </p:sp>
      <p:graphicFrame>
        <p:nvGraphicFramePr>
          <p:cNvPr id="62473" name="Object 9"/>
          <p:cNvGraphicFramePr/>
          <p:nvPr/>
        </p:nvGraphicFramePr>
        <p:xfrm>
          <a:off x="1065213" y="1511300"/>
          <a:ext cx="7178675" cy="896938"/>
        </p:xfrm>
        <a:graphic>
          <a:graphicData uri="http://schemas.openxmlformats.org/presentationml/2006/ole">
            <mc:AlternateContent xmlns:mc="http://schemas.openxmlformats.org/markup-compatibility/2006">
              <mc:Choice xmlns:v="urn:schemas-microsoft-com:vml" Requires="v">
                <p:oleObj spid="_x0000_s3406" name="" r:id="rId1" imgW="2222500" imgH="279400" progId="Equation.3">
                  <p:embed/>
                </p:oleObj>
              </mc:Choice>
              <mc:Fallback>
                <p:oleObj name="" r:id="rId1" imgW="2222500" imgH="279400" progId="Equation.3">
                  <p:embed/>
                  <p:pic>
                    <p:nvPicPr>
                      <p:cNvPr id="0" name="图片 3405"/>
                      <p:cNvPicPr/>
                      <p:nvPr/>
                    </p:nvPicPr>
                    <p:blipFill>
                      <a:blip r:embed="rId2"/>
                      <a:stretch>
                        <a:fillRect/>
                      </a:stretch>
                    </p:blipFill>
                    <p:spPr>
                      <a:xfrm>
                        <a:off x="1065213" y="1511300"/>
                        <a:ext cx="7178675" cy="896938"/>
                      </a:xfrm>
                      <a:prstGeom prst="rect">
                        <a:avLst/>
                      </a:prstGeom>
                      <a:gradFill rotWithShape="1">
                        <a:gsLst>
                          <a:gs pos="0">
                            <a:srgbClr val="3399FF"/>
                          </a:gs>
                          <a:gs pos="50000">
                            <a:srgbClr val="FFFFFF"/>
                          </a:gs>
                          <a:gs pos="100000">
                            <a:srgbClr val="3399FF"/>
                          </a:gs>
                        </a:gsLst>
                        <a:lin ang="5400000" scaled="1"/>
                        <a:tileRect/>
                      </a:gradFill>
                      <a:ln w="38100">
                        <a:noFill/>
                        <a:miter/>
                      </a:ln>
                    </p:spPr>
                  </p:pic>
                </p:oleObj>
              </mc:Fallback>
            </mc:AlternateContent>
          </a:graphicData>
        </a:graphic>
      </p:graphicFrame>
      <p:sp>
        <p:nvSpPr>
          <p:cNvPr id="62476" name="Line 12"/>
          <p:cNvSpPr/>
          <p:nvPr/>
        </p:nvSpPr>
        <p:spPr>
          <a:xfrm>
            <a:off x="3276600" y="1038225"/>
            <a:ext cx="576263" cy="0"/>
          </a:xfrm>
          <a:prstGeom prst="line">
            <a:avLst/>
          </a:prstGeom>
          <a:ln w="76200" cap="flat" cmpd="sng">
            <a:solidFill>
              <a:srgbClr val="3399FF"/>
            </a:solidFill>
            <a:prstDash val="solid"/>
            <a:headEnd type="none" w="med" len="med"/>
            <a:tailEnd type="triangle" w="med" len="med"/>
          </a:ln>
        </p:spPr>
      </p:sp>
      <p:sp>
        <p:nvSpPr>
          <p:cNvPr id="62477" name="Text Box 13"/>
          <p:cNvSpPr txBox="1"/>
          <p:nvPr/>
        </p:nvSpPr>
        <p:spPr>
          <a:xfrm>
            <a:off x="684213" y="2622550"/>
            <a:ext cx="2160587" cy="547688"/>
          </a:xfrm>
          <a:prstGeom prst="rect">
            <a:avLst/>
          </a:prstGeom>
          <a:noFill/>
          <a:ln w="28575" cap="flat" cmpd="sng">
            <a:solidFill>
              <a:srgbClr val="00FFFF"/>
            </a:solidFill>
            <a:prstDash val="solid"/>
            <a:miter/>
            <a:headEnd type="none" w="med" len="med"/>
            <a:tailEnd type="none" w="med" len="med"/>
          </a:ln>
        </p:spPr>
        <p:txBody>
          <a:bodyPr>
            <a:spAutoFit/>
          </a:bodyPr>
          <a:p>
            <a:pPr marL="342900" indent="-342900">
              <a:buAutoNum type="circleNumDbPlain" startAt="3"/>
            </a:pPr>
            <a:r>
              <a:rPr lang="zh-CN" altLang="en-US" sz="2800" dirty="0">
                <a:latin typeface="楷体_GB2312" pitchFamily="49" charset="-122"/>
              </a:rPr>
              <a:t>视在功率</a:t>
            </a:r>
            <a:endParaRPr lang="zh-CN" altLang="en-US" sz="2800" dirty="0">
              <a:latin typeface="楷体_GB2312" pitchFamily="49" charset="-122"/>
            </a:endParaRPr>
          </a:p>
        </p:txBody>
      </p:sp>
      <p:sp>
        <p:nvSpPr>
          <p:cNvPr id="62478" name="Rectangle 14"/>
          <p:cNvSpPr/>
          <p:nvPr/>
        </p:nvSpPr>
        <p:spPr>
          <a:xfrm>
            <a:off x="1835150" y="5286375"/>
            <a:ext cx="6911975" cy="519113"/>
          </a:xfrm>
          <a:prstGeom prst="rect">
            <a:avLst/>
          </a:prstGeom>
          <a:noFill/>
          <a:ln w="9525">
            <a:noFill/>
          </a:ln>
        </p:spPr>
        <p:txBody>
          <a:bodyPr lIns="198000" rIns="198000">
            <a:spAutoFit/>
          </a:bodyPr>
          <a:p>
            <a:pPr marL="342900" indent="-342900">
              <a:buAutoNum type="circleNumDbPlain" startAt="2"/>
            </a:pPr>
            <a:r>
              <a:rPr lang="zh-CN" altLang="en-US" sz="2800" dirty="0">
                <a:latin typeface="楷体_GB2312" pitchFamily="49" charset="-122"/>
              </a:rPr>
              <a:t>这里的，</a:t>
            </a:r>
            <a:r>
              <a:rPr lang="en-US" altLang="zh-CN" sz="2800" b="0" i="1" dirty="0">
                <a:solidFill>
                  <a:schemeClr val="bg1"/>
                </a:solidFill>
                <a:latin typeface="Times New Roman" panose="02020603050405020304" pitchFamily="18" charset="0"/>
              </a:rPr>
              <a:t>P</a:t>
            </a:r>
            <a:r>
              <a:rPr lang="zh-CN" altLang="en-US" sz="2800" b="0" dirty="0">
                <a:solidFill>
                  <a:schemeClr val="bg1"/>
                </a:solidFill>
                <a:latin typeface="Times New Roman" panose="02020603050405020304" pitchFamily="18" charset="0"/>
              </a:rPr>
              <a:t>、</a:t>
            </a:r>
            <a:r>
              <a:rPr lang="en-US" altLang="zh-CN" sz="2800" b="0" i="1" dirty="0">
                <a:solidFill>
                  <a:schemeClr val="bg1"/>
                </a:solidFill>
                <a:latin typeface="Times New Roman" panose="02020603050405020304" pitchFamily="18" charset="0"/>
              </a:rPr>
              <a:t>Q</a:t>
            </a:r>
            <a:r>
              <a:rPr lang="zh-CN" altLang="en-US" sz="2800" b="0" dirty="0">
                <a:solidFill>
                  <a:schemeClr val="bg1"/>
                </a:solidFill>
                <a:latin typeface="Times New Roman" panose="02020603050405020304" pitchFamily="18" charset="0"/>
              </a:rPr>
              <a:t>、</a:t>
            </a:r>
            <a:r>
              <a:rPr lang="en-US" altLang="zh-CN" sz="2800" b="0" i="1" dirty="0">
                <a:solidFill>
                  <a:schemeClr val="bg1"/>
                </a:solidFill>
                <a:latin typeface="Times New Roman" panose="02020603050405020304" pitchFamily="18" charset="0"/>
              </a:rPr>
              <a:t>S</a:t>
            </a:r>
            <a:r>
              <a:rPr lang="en-US" altLang="zh-CN" sz="2800" i="1" dirty="0">
                <a:latin typeface="楷体_GB2312" pitchFamily="49" charset="-122"/>
              </a:rPr>
              <a:t> </a:t>
            </a:r>
            <a:r>
              <a:rPr lang="zh-CN" altLang="en-US" sz="2800" dirty="0">
                <a:latin typeface="楷体_GB2312" pitchFamily="49" charset="-122"/>
              </a:rPr>
              <a:t>都是指三相总和。</a:t>
            </a:r>
            <a:endParaRPr lang="zh-CN" altLang="en-US" sz="2800" dirty="0">
              <a:latin typeface="楷体_GB2312" pitchFamily="49" charset="-122"/>
            </a:endParaRPr>
          </a:p>
        </p:txBody>
      </p:sp>
      <p:graphicFrame>
        <p:nvGraphicFramePr>
          <p:cNvPr id="62479" name="Object 15"/>
          <p:cNvGraphicFramePr/>
          <p:nvPr/>
        </p:nvGraphicFramePr>
        <p:xfrm>
          <a:off x="1182688" y="3432175"/>
          <a:ext cx="7138987" cy="892175"/>
        </p:xfrm>
        <a:graphic>
          <a:graphicData uri="http://schemas.openxmlformats.org/presentationml/2006/ole">
            <mc:AlternateContent xmlns:mc="http://schemas.openxmlformats.org/markup-compatibility/2006">
              <mc:Choice xmlns:v="urn:schemas-microsoft-com:vml" Requires="v">
                <p:oleObj spid="_x0000_s3409" name="" r:id="rId3" imgW="2334895" imgH="304800" progId="Equation.3">
                  <p:embed/>
                </p:oleObj>
              </mc:Choice>
              <mc:Fallback>
                <p:oleObj name="" r:id="rId3" imgW="2334895" imgH="304800" progId="Equation.3">
                  <p:embed/>
                  <p:pic>
                    <p:nvPicPr>
                      <p:cNvPr id="0" name="图片 3408"/>
                      <p:cNvPicPr/>
                      <p:nvPr/>
                    </p:nvPicPr>
                    <p:blipFill>
                      <a:blip r:embed="rId4"/>
                      <a:stretch>
                        <a:fillRect/>
                      </a:stretch>
                    </p:blipFill>
                    <p:spPr>
                      <a:xfrm>
                        <a:off x="1182688" y="3432175"/>
                        <a:ext cx="7138987" cy="892175"/>
                      </a:xfrm>
                      <a:prstGeom prst="rect">
                        <a:avLst/>
                      </a:prstGeom>
                      <a:gradFill rotWithShape="1">
                        <a:gsLst>
                          <a:gs pos="0">
                            <a:srgbClr val="3399FF"/>
                          </a:gs>
                          <a:gs pos="50000">
                            <a:srgbClr val="FFFFFF"/>
                          </a:gs>
                          <a:gs pos="100000">
                            <a:srgbClr val="3399FF"/>
                          </a:gs>
                        </a:gsLst>
                        <a:lin ang="5400000" scaled="1"/>
                        <a:tileRect/>
                      </a:gradFill>
                      <a:ln w="38100">
                        <a:noFill/>
                        <a:miter/>
                      </a:ln>
                      <a:effectLst>
                        <a:prstShdw prst="shdw17" dist="17961" dir="2699999">
                          <a:srgbClr val="3399FF">
                            <a:gamma/>
                            <a:shade val="60000"/>
                            <a:invGamma/>
                          </a:srgbClr>
                        </a:prstShdw>
                      </a:effectLst>
                    </p:spPr>
                  </p:pic>
                </p:oleObj>
              </mc:Fallback>
            </mc:AlternateContent>
          </a:graphicData>
        </a:graphic>
      </p:graphicFrame>
      <p:sp>
        <p:nvSpPr>
          <p:cNvPr id="62480" name="Rectangle 16"/>
          <p:cNvSpPr/>
          <p:nvPr/>
        </p:nvSpPr>
        <p:spPr>
          <a:xfrm>
            <a:off x="1908175" y="4494213"/>
            <a:ext cx="6767513" cy="676275"/>
          </a:xfrm>
          <a:prstGeom prst="rect">
            <a:avLst/>
          </a:prstGeom>
          <a:noFill/>
          <a:ln w="9525">
            <a:noFill/>
          </a:ln>
        </p:spPr>
        <p:txBody>
          <a:bodyPr>
            <a:spAutoFit/>
          </a:bodyPr>
          <a:p>
            <a:pPr marL="342900" indent="-342900">
              <a:lnSpc>
                <a:spcPct val="120000"/>
              </a:lnSpc>
              <a:buAutoNum type="circleNumDbPlain"/>
            </a:pPr>
            <a:r>
              <a:rPr lang="zh-CN" altLang="en-US" sz="2800" dirty="0">
                <a:latin typeface="Times New Roman" panose="02020603050405020304" pitchFamily="18" charset="0"/>
              </a:rPr>
              <a:t>功率因数也可定义为：</a:t>
            </a:r>
            <a:r>
              <a:rPr lang="zh-CN" altLang="en-US" sz="2800" dirty="0">
                <a:latin typeface="Times New Roman" panose="02020603050405020304" pitchFamily="18" charset="0"/>
                <a:ea typeface="宋体" panose="02010600030101010101" pitchFamily="2" charset="-122"/>
              </a:rPr>
              <a:t> </a:t>
            </a:r>
            <a:r>
              <a:rPr lang="en-US" altLang="zh-CN" b="0" dirty="0">
                <a:solidFill>
                  <a:schemeClr val="bg1"/>
                </a:solidFill>
                <a:latin typeface="Times New Roman" panose="02020603050405020304" pitchFamily="18" charset="0"/>
                <a:ea typeface="宋体" panose="02010600030101010101" pitchFamily="2" charset="-122"/>
              </a:rPr>
              <a:t>cos</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P</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S</a:t>
            </a:r>
            <a:r>
              <a:rPr lang="en-US" altLang="zh-CN" sz="2800" dirty="0">
                <a:latin typeface="Times New Roman" panose="02020603050405020304" pitchFamily="18" charset="0"/>
                <a:ea typeface="宋体" panose="02010600030101010101" pitchFamily="2" charset="-122"/>
                <a:sym typeface="Symbol" panose="05050102010706020507" pitchFamily="18" charset="2"/>
              </a:rPr>
              <a:t> </a:t>
            </a:r>
            <a:r>
              <a:rPr lang="zh-CN" altLang="en-US" sz="2800" dirty="0">
                <a:latin typeface="Times New Roman" panose="02020603050405020304" pitchFamily="18" charset="0"/>
                <a:ea typeface="宋体" panose="02010600030101010101" pitchFamily="2" charset="-122"/>
                <a:sym typeface="Symbol" panose="05050102010706020507" pitchFamily="18" charset="2"/>
              </a:rPr>
              <a:t>。                           </a:t>
            </a:r>
            <a:endParaRPr lang="zh-CN" altLang="en-US" sz="2800" dirty="0">
              <a:latin typeface="仿宋_GB2312" pitchFamily="49" charset="-122"/>
              <a:ea typeface="仿宋_GB2312" pitchFamily="49" charset="-122"/>
              <a:sym typeface="Symbol" panose="05050102010706020507" pitchFamily="18" charset="2"/>
            </a:endParaRPr>
          </a:p>
        </p:txBody>
      </p:sp>
      <p:grpSp>
        <p:nvGrpSpPr>
          <p:cNvPr id="2" name="Group 28"/>
          <p:cNvGrpSpPr/>
          <p:nvPr/>
        </p:nvGrpSpPr>
        <p:grpSpPr>
          <a:xfrm>
            <a:off x="323850" y="4422775"/>
            <a:ext cx="1644650" cy="850900"/>
            <a:chOff x="385" y="3022"/>
            <a:chExt cx="1036" cy="536"/>
          </a:xfrm>
        </p:grpSpPr>
        <p:pic>
          <p:nvPicPr>
            <p:cNvPr id="48149" name="Picture 29" descr="123"/>
            <p:cNvPicPr>
              <a:picLocks noChangeAspect="1"/>
            </p:cNvPicPr>
            <p:nvPr/>
          </p:nvPicPr>
          <p:blipFill>
            <a:blip r:embed="rId5"/>
            <a:stretch>
              <a:fillRect/>
            </a:stretch>
          </p:blipFill>
          <p:spPr>
            <a:xfrm>
              <a:off x="385" y="3022"/>
              <a:ext cx="590" cy="536"/>
            </a:xfrm>
            <a:prstGeom prst="rect">
              <a:avLst/>
            </a:prstGeom>
            <a:noFill/>
            <a:ln w="9525">
              <a:noFill/>
            </a:ln>
          </p:spPr>
        </p:pic>
        <p:sp>
          <p:nvSpPr>
            <p:cNvPr id="48150" name="Text Box 30"/>
            <p:cNvSpPr txBox="1"/>
            <p:nvPr/>
          </p:nvSpPr>
          <p:spPr>
            <a:xfrm>
              <a:off x="793" y="3125"/>
              <a:ext cx="628" cy="365"/>
            </a:xfrm>
            <a:prstGeom prst="rect">
              <a:avLst/>
            </a:prstGeom>
            <a:noFill/>
            <a:ln w="9525">
              <a:noFill/>
            </a:ln>
          </p:spPr>
          <p:txBody>
            <a:bodyPr wrap="none">
              <a:spAutoFit/>
            </a:bodyPr>
            <a:p>
              <a:r>
                <a:rPr lang="zh-CN" altLang="en-US" b="0" dirty="0">
                  <a:solidFill>
                    <a:srgbClr val="CC6600"/>
                  </a:solidFill>
                  <a:latin typeface="Arial" panose="020B0604020202020204" pitchFamily="34" charset="0"/>
                  <a:ea typeface="华文行楷" panose="02010800040101010101" pitchFamily="2" charset="-122"/>
                </a:rPr>
                <a:t>注意</a:t>
              </a:r>
              <a:endParaRPr lang="zh-CN" altLang="en-US" b="0" dirty="0">
                <a:solidFill>
                  <a:srgbClr val="CC6600"/>
                </a:solidFill>
                <a:latin typeface="Arial" panose="020B0604020202020204" pitchFamily="34" charset="0"/>
                <a:ea typeface="华文行楷" panose="02010800040101010101" pitchFamily="2" charset="-122"/>
              </a:endParaRPr>
            </a:p>
          </p:txBody>
        </p:sp>
      </p:grpSp>
      <p:sp>
        <p:nvSpPr>
          <p:cNvPr id="62495" name="Rectangle 31"/>
          <p:cNvSpPr/>
          <p:nvPr/>
        </p:nvSpPr>
        <p:spPr>
          <a:xfrm>
            <a:off x="1978025" y="5862638"/>
            <a:ext cx="3711575" cy="519112"/>
          </a:xfrm>
          <a:prstGeom prst="rect">
            <a:avLst/>
          </a:prstGeom>
          <a:noFill/>
          <a:ln w="9525">
            <a:noFill/>
          </a:ln>
        </p:spPr>
        <p:txBody>
          <a:bodyPr wrap="none">
            <a:spAutoFit/>
          </a:bodyPr>
          <a:p>
            <a:pPr marL="342900" indent="-342900">
              <a:buAutoNum type="circleNumDbPlain" startAt="3"/>
            </a:pPr>
            <a:r>
              <a:rPr lang="zh-CN" altLang="zh-CN" sz="2800" dirty="0">
                <a:latin typeface="Arial" panose="020B0604020202020204" pitchFamily="34" charset="0"/>
                <a:sym typeface="Symbol" panose="05050102010706020507" pitchFamily="18" charset="2"/>
              </a:rPr>
              <a:t>不对称时</a:t>
            </a:r>
            <a:r>
              <a:rPr lang="zh-CN" altLang="en-US" sz="2800" b="0" i="1" dirty="0">
                <a:solidFill>
                  <a:schemeClr val="bg1"/>
                </a:solidFill>
                <a:latin typeface="Arial" panose="020B0604020202020204" pitchFamily="34" charset="0"/>
                <a:sym typeface="Symbol" panose="05050102010706020507" pitchFamily="18" charset="2"/>
              </a:rPr>
              <a:t></a:t>
            </a:r>
            <a:r>
              <a:rPr lang="zh-CN" altLang="en-US" sz="2800" i="1" dirty="0">
                <a:latin typeface="Arial" panose="020B0604020202020204" pitchFamily="34" charset="0"/>
                <a:sym typeface="Symbol" panose="05050102010706020507" pitchFamily="18" charset="2"/>
              </a:rPr>
              <a:t> </a:t>
            </a:r>
            <a:r>
              <a:rPr lang="zh-CN" altLang="en-US" sz="2800" dirty="0">
                <a:latin typeface="Arial" panose="020B0604020202020204" pitchFamily="34" charset="0"/>
                <a:sym typeface="Symbol" panose="05050102010706020507" pitchFamily="18" charset="2"/>
              </a:rPr>
              <a:t>无意义。</a:t>
            </a:r>
            <a:endParaRPr lang="zh-CN" altLang="en-US" sz="2800" dirty="0">
              <a:latin typeface="Arial" panose="020B0604020202020204" pitchFamily="34" charset="0"/>
              <a:sym typeface="Symbol" panose="05050102010706020507" pitchFamily="18" charset="2"/>
            </a:endParaRPr>
          </a:p>
        </p:txBody>
      </p:sp>
      <p:grpSp>
        <p:nvGrpSpPr>
          <p:cNvPr id="48140" name="Group 50"/>
          <p:cNvGrpSpPr/>
          <p:nvPr/>
        </p:nvGrpSpPr>
        <p:grpSpPr>
          <a:xfrm>
            <a:off x="8316913" y="6445250"/>
            <a:ext cx="792162" cy="366713"/>
            <a:chOff x="5193" y="4020"/>
            <a:chExt cx="499" cy="231"/>
          </a:xfrm>
        </p:grpSpPr>
        <p:pic>
          <p:nvPicPr>
            <p:cNvPr id="48147" name="Picture 51" descr="78900"/>
            <p:cNvPicPr>
              <a:picLocks noChangeAspect="1"/>
            </p:cNvPicPr>
            <p:nvPr/>
          </p:nvPicPr>
          <p:blipFill>
            <a:blip r:embed="rId6"/>
            <a:stretch>
              <a:fillRect/>
            </a:stretch>
          </p:blipFill>
          <p:spPr>
            <a:xfrm>
              <a:off x="5193" y="4066"/>
              <a:ext cx="499" cy="181"/>
            </a:xfrm>
            <a:prstGeom prst="rect">
              <a:avLst/>
            </a:prstGeom>
            <a:noFill/>
            <a:ln w="9525">
              <a:noFill/>
            </a:ln>
          </p:spPr>
        </p:pic>
        <p:sp>
          <p:nvSpPr>
            <p:cNvPr id="48148" name="Text Box 5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8141" name="Group 53"/>
          <p:cNvGrpSpPr/>
          <p:nvPr/>
        </p:nvGrpSpPr>
        <p:grpSpPr>
          <a:xfrm>
            <a:off x="7451725" y="6445250"/>
            <a:ext cx="792163" cy="366713"/>
            <a:chOff x="5193" y="4020"/>
            <a:chExt cx="499" cy="231"/>
          </a:xfrm>
        </p:grpSpPr>
        <p:pic>
          <p:nvPicPr>
            <p:cNvPr id="48145" name="Picture 54" descr="78900"/>
            <p:cNvPicPr>
              <a:picLocks noChangeAspect="1"/>
            </p:cNvPicPr>
            <p:nvPr/>
          </p:nvPicPr>
          <p:blipFill>
            <a:blip r:embed="rId6"/>
            <a:stretch>
              <a:fillRect/>
            </a:stretch>
          </p:blipFill>
          <p:spPr>
            <a:xfrm>
              <a:off x="5193" y="4066"/>
              <a:ext cx="499" cy="181"/>
            </a:xfrm>
            <a:prstGeom prst="rect">
              <a:avLst/>
            </a:prstGeom>
            <a:noFill/>
            <a:ln w="9525">
              <a:noFill/>
            </a:ln>
          </p:spPr>
        </p:pic>
        <p:sp>
          <p:nvSpPr>
            <p:cNvPr id="48146" name="Text Box 55">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8142" name="Group 56"/>
          <p:cNvGrpSpPr/>
          <p:nvPr/>
        </p:nvGrpSpPr>
        <p:grpSpPr>
          <a:xfrm>
            <a:off x="6588125" y="6446838"/>
            <a:ext cx="792163" cy="366712"/>
            <a:chOff x="4695" y="4061"/>
            <a:chExt cx="499" cy="231"/>
          </a:xfrm>
        </p:grpSpPr>
        <p:pic>
          <p:nvPicPr>
            <p:cNvPr id="48143" name="Picture 57" descr="78900"/>
            <p:cNvPicPr>
              <a:picLocks noChangeAspect="1"/>
            </p:cNvPicPr>
            <p:nvPr/>
          </p:nvPicPr>
          <p:blipFill>
            <a:blip r:embed="rId6"/>
            <a:stretch>
              <a:fillRect/>
            </a:stretch>
          </p:blipFill>
          <p:spPr>
            <a:xfrm>
              <a:off x="4695" y="4107"/>
              <a:ext cx="499" cy="181"/>
            </a:xfrm>
            <a:prstGeom prst="rect">
              <a:avLst/>
            </a:prstGeom>
            <a:noFill/>
            <a:ln w="9525">
              <a:noFill/>
            </a:ln>
          </p:spPr>
        </p:pic>
        <p:sp>
          <p:nvSpPr>
            <p:cNvPr id="48144" name="Text Box 58">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62469"/>
                                        </p:tgtEl>
                                        <p:attrNameLst>
                                          <p:attrName>style.visibility</p:attrName>
                                        </p:attrNameLst>
                                      </p:cBhvr>
                                      <p:to>
                                        <p:strVal val="visible"/>
                                      </p:to>
                                    </p:set>
                                    <p:anim calcmode="lin" valueType="num">
                                      <p:cBhvr additive="base">
                                        <p:cTn id="7" dur="500" fill="hold"/>
                                        <p:tgtEl>
                                          <p:spTgt spid="62469"/>
                                        </p:tgtEl>
                                        <p:attrNameLst>
                                          <p:attrName>ppt_x</p:attrName>
                                        </p:attrNameLst>
                                      </p:cBhvr>
                                      <p:tavLst>
                                        <p:tav tm="0">
                                          <p:val>
                                            <p:strVal val="0-#ppt_w/2"/>
                                          </p:val>
                                        </p:tav>
                                        <p:tav tm="100000">
                                          <p:val>
                                            <p:strVal val="#ppt_x"/>
                                          </p:val>
                                        </p:tav>
                                      </p:tavLst>
                                    </p:anim>
                                    <p:anim calcmode="lin" valueType="num">
                                      <p:cBhvr additive="base">
                                        <p:cTn id="8" dur="500" fill="hold"/>
                                        <p:tgtEl>
                                          <p:spTgt spid="6246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nodeType="clickEffect">
                                  <p:stCondLst>
                                    <p:cond delay="0"/>
                                  </p:stCondLst>
                                  <p:childTnLst>
                                    <p:set>
                                      <p:cBhvr>
                                        <p:cTn id="12" dur="1" fill="hold">
                                          <p:stCondLst>
                                            <p:cond delay="0"/>
                                          </p:stCondLst>
                                        </p:cTn>
                                        <p:tgtEl>
                                          <p:spTgt spid="62476"/>
                                        </p:tgtEl>
                                        <p:attrNameLst>
                                          <p:attrName>style.visibility</p:attrName>
                                        </p:attrNameLst>
                                      </p:cBhvr>
                                      <p:to>
                                        <p:strVal val="visible"/>
                                      </p:to>
                                    </p:set>
                                    <p:animEffect transition="in" filter="slide(fromLeft)">
                                      <p:cBhvr>
                                        <p:cTn id="13" dur="500"/>
                                        <p:tgtEl>
                                          <p:spTgt spid="62476"/>
                                        </p:tgtEl>
                                      </p:cBhvr>
                                    </p:animEffect>
                                  </p:childTnLst>
                                </p:cTn>
                              </p:par>
                            </p:childTnLst>
                          </p:cTn>
                        </p:par>
                        <p:par>
                          <p:cTn id="14" fill="hold">
                            <p:stCondLst>
                              <p:cond delay="500"/>
                            </p:stCondLst>
                            <p:childTnLst>
                              <p:par>
                                <p:cTn id="15" presetID="14" presetClass="entr" presetSubtype="10" fill="hold" grpId="0" nodeType="afterEffect">
                                  <p:stCondLst>
                                    <p:cond delay="0"/>
                                  </p:stCondLst>
                                  <p:childTnLst>
                                    <p:set>
                                      <p:cBhvr>
                                        <p:cTn id="16" dur="1" fill="hold">
                                          <p:stCondLst>
                                            <p:cond delay="0"/>
                                          </p:stCondLst>
                                        </p:cTn>
                                        <p:tgtEl>
                                          <p:spTgt spid="62470"/>
                                        </p:tgtEl>
                                        <p:attrNameLst>
                                          <p:attrName>style.visibility</p:attrName>
                                        </p:attrNameLst>
                                      </p:cBhvr>
                                      <p:to>
                                        <p:strVal val="visible"/>
                                      </p:to>
                                    </p:set>
                                    <p:animEffect transition="in" filter="randombar(horizontal)">
                                      <p:cBhvr>
                                        <p:cTn id="17" dur="500"/>
                                        <p:tgtEl>
                                          <p:spTgt spid="62470"/>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62473"/>
                                        </p:tgtEl>
                                        <p:attrNameLst>
                                          <p:attrName>style.visibility</p:attrName>
                                        </p:attrNameLst>
                                      </p:cBhvr>
                                      <p:to>
                                        <p:strVal val="visible"/>
                                      </p:to>
                                    </p:set>
                                    <p:animEffect transition="in" filter="strips(downRight)">
                                      <p:cBhvr>
                                        <p:cTn id="22" dur="2000"/>
                                        <p:tgtEl>
                                          <p:spTgt spid="62473"/>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62477"/>
                                        </p:tgtEl>
                                        <p:attrNameLst>
                                          <p:attrName>style.visibility</p:attrName>
                                        </p:attrNameLst>
                                      </p:cBhvr>
                                      <p:to>
                                        <p:strVal val="visible"/>
                                      </p:to>
                                    </p:set>
                                    <p:anim calcmode="lin" valueType="num">
                                      <p:cBhvr additive="base">
                                        <p:cTn id="27" dur="500" fill="hold"/>
                                        <p:tgtEl>
                                          <p:spTgt spid="62477"/>
                                        </p:tgtEl>
                                        <p:attrNameLst>
                                          <p:attrName>ppt_x</p:attrName>
                                        </p:attrNameLst>
                                      </p:cBhvr>
                                      <p:tavLst>
                                        <p:tav tm="0">
                                          <p:val>
                                            <p:strVal val="0-#ppt_w/2"/>
                                          </p:val>
                                        </p:tav>
                                        <p:tav tm="100000">
                                          <p:val>
                                            <p:strVal val="#ppt_x"/>
                                          </p:val>
                                        </p:tav>
                                      </p:tavLst>
                                    </p:anim>
                                    <p:anim calcmode="lin" valueType="num">
                                      <p:cBhvr additive="base">
                                        <p:cTn id="28" dur="500" fill="hold"/>
                                        <p:tgtEl>
                                          <p:spTgt spid="62477"/>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8" presetClass="entr" presetSubtype="6" fill="hold" nodeType="clickEffect">
                                  <p:stCondLst>
                                    <p:cond delay="0"/>
                                  </p:stCondLst>
                                  <p:childTnLst>
                                    <p:set>
                                      <p:cBhvr>
                                        <p:cTn id="32" dur="1" fill="hold">
                                          <p:stCondLst>
                                            <p:cond delay="0"/>
                                          </p:stCondLst>
                                        </p:cTn>
                                        <p:tgtEl>
                                          <p:spTgt spid="62479"/>
                                        </p:tgtEl>
                                        <p:attrNameLst>
                                          <p:attrName>style.visibility</p:attrName>
                                        </p:attrNameLst>
                                      </p:cBhvr>
                                      <p:to>
                                        <p:strVal val="visible"/>
                                      </p:to>
                                    </p:set>
                                    <p:animEffect transition="in" filter="strips(downRight)">
                                      <p:cBhvr>
                                        <p:cTn id="33" dur="2000"/>
                                        <p:tgtEl>
                                          <p:spTgt spid="62479"/>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blinds(horizontal)">
                                      <p:cBhvr>
                                        <p:cTn id="38" dur="500"/>
                                        <p:tgtEl>
                                          <p:spTgt spid="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62480"/>
                                        </p:tgtEl>
                                        <p:attrNameLst>
                                          <p:attrName>style.visibility</p:attrName>
                                        </p:attrNameLst>
                                      </p:cBhvr>
                                      <p:to>
                                        <p:strVal val="visible"/>
                                      </p:to>
                                    </p:set>
                                    <p:animEffect transition="in" filter="wipe(left)">
                                      <p:cBhvr>
                                        <p:cTn id="43" dur="2000"/>
                                        <p:tgtEl>
                                          <p:spTgt spid="62480"/>
                                        </p:tgtEl>
                                      </p:cBhvr>
                                    </p:animEffect>
                                  </p:childTnLst>
                                </p:cTn>
                              </p:par>
                            </p:childTnLst>
                          </p:cTn>
                        </p:par>
                      </p:childTnLst>
                    </p:cTn>
                  </p:par>
                  <p:par>
                    <p:cTn id="44" fill="hold">
                      <p:stCondLst>
                        <p:cond delay="indefinite"/>
                      </p:stCondLst>
                      <p:childTnLst>
                        <p:par>
                          <p:cTn id="45" fill="hold">
                            <p:stCondLst>
                              <p:cond delay="0"/>
                            </p:stCondLst>
                            <p:childTnLst>
                              <p:par>
                                <p:cTn id="46" presetID="55" presetClass="entr" presetSubtype="0" fill="hold" grpId="0" nodeType="clickEffect">
                                  <p:stCondLst>
                                    <p:cond delay="0"/>
                                  </p:stCondLst>
                                  <p:childTnLst>
                                    <p:set>
                                      <p:cBhvr>
                                        <p:cTn id="47" dur="1" fill="hold">
                                          <p:stCondLst>
                                            <p:cond delay="0"/>
                                          </p:stCondLst>
                                        </p:cTn>
                                        <p:tgtEl>
                                          <p:spTgt spid="62478"/>
                                        </p:tgtEl>
                                        <p:attrNameLst>
                                          <p:attrName>style.visibility</p:attrName>
                                        </p:attrNameLst>
                                      </p:cBhvr>
                                      <p:to>
                                        <p:strVal val="visible"/>
                                      </p:to>
                                    </p:set>
                                    <p:anim calcmode="lin" valueType="num">
                                      <p:cBhvr>
                                        <p:cTn id="48" dur="1000" fill="hold"/>
                                        <p:tgtEl>
                                          <p:spTgt spid="62478"/>
                                        </p:tgtEl>
                                        <p:attrNameLst>
                                          <p:attrName>ppt_w</p:attrName>
                                        </p:attrNameLst>
                                      </p:cBhvr>
                                      <p:tavLst>
                                        <p:tav tm="0">
                                          <p:val>
                                            <p:strVal val="#ppt_w*0.70"/>
                                          </p:val>
                                        </p:tav>
                                        <p:tav tm="100000">
                                          <p:val>
                                            <p:strVal val="#ppt_w"/>
                                          </p:val>
                                        </p:tav>
                                      </p:tavLst>
                                    </p:anim>
                                    <p:anim calcmode="lin" valueType="num">
                                      <p:cBhvr>
                                        <p:cTn id="49" dur="1000" fill="hold"/>
                                        <p:tgtEl>
                                          <p:spTgt spid="62478"/>
                                        </p:tgtEl>
                                        <p:attrNameLst>
                                          <p:attrName>ppt_h</p:attrName>
                                        </p:attrNameLst>
                                      </p:cBhvr>
                                      <p:tavLst>
                                        <p:tav tm="0">
                                          <p:val>
                                            <p:strVal val="#ppt_h"/>
                                          </p:val>
                                        </p:tav>
                                        <p:tav tm="100000">
                                          <p:val>
                                            <p:strVal val="#ppt_h"/>
                                          </p:val>
                                        </p:tav>
                                      </p:tavLst>
                                    </p:anim>
                                    <p:animEffect transition="in" filter="fade">
                                      <p:cBhvr>
                                        <p:cTn id="50" dur="1000"/>
                                        <p:tgtEl>
                                          <p:spTgt spid="62478"/>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62495"/>
                                        </p:tgtEl>
                                        <p:attrNameLst>
                                          <p:attrName>style.visibility</p:attrName>
                                        </p:attrNameLst>
                                      </p:cBhvr>
                                      <p:to>
                                        <p:strVal val="visible"/>
                                      </p:to>
                                    </p:set>
                                    <p:animEffect transition="in" filter="wipe(left)">
                                      <p:cBhvr>
                                        <p:cTn id="55" dur="1000"/>
                                        <p:tgtEl>
                                          <p:spTgt spid="624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9" grpId="0" animBg="1"/>
      <p:bldP spid="62470" grpId="0"/>
      <p:bldP spid="62477" grpId="0" animBg="1"/>
      <p:bldP spid="62478" grpId="0"/>
      <p:bldP spid="62480" grpId="0"/>
      <p:bldP spid="6249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4" name="Text Box 4"/>
          <p:cNvSpPr txBox="1"/>
          <p:nvPr/>
        </p:nvSpPr>
        <p:spPr>
          <a:xfrm>
            <a:off x="684213" y="620713"/>
            <a:ext cx="4679950" cy="547687"/>
          </a:xfrm>
          <a:prstGeom prst="rect">
            <a:avLst/>
          </a:prstGeom>
          <a:noFill/>
          <a:ln w="28575" cap="flat" cmpd="sng">
            <a:solidFill>
              <a:srgbClr val="00FFFF"/>
            </a:solidFill>
            <a:prstDash val="solid"/>
            <a:miter/>
            <a:headEnd type="none" w="med" len="med"/>
            <a:tailEnd type="none" w="med" len="med"/>
          </a:ln>
        </p:spPr>
        <p:txBody>
          <a:bodyPr>
            <a:spAutoFit/>
          </a:bodyPr>
          <a:p>
            <a:pPr marL="342900" indent="-342900">
              <a:buAutoNum type="circleNumDbPlain" startAt="4"/>
            </a:pPr>
            <a:r>
              <a:rPr lang="zh-CN" altLang="en-US" sz="2800" dirty="0">
                <a:latin typeface="楷体_GB2312" pitchFamily="49" charset="-122"/>
              </a:rPr>
              <a:t>对称三相负载的瞬时功率</a:t>
            </a:r>
            <a:endParaRPr lang="zh-CN" altLang="en-US" sz="2800" dirty="0">
              <a:latin typeface="楷体_GB2312" pitchFamily="49" charset="-122"/>
            </a:endParaRPr>
          </a:p>
        </p:txBody>
      </p:sp>
      <p:graphicFrame>
        <p:nvGraphicFramePr>
          <p:cNvPr id="61447" name="Object 7"/>
          <p:cNvGraphicFramePr/>
          <p:nvPr/>
        </p:nvGraphicFramePr>
        <p:xfrm>
          <a:off x="555625" y="1268413"/>
          <a:ext cx="7891463" cy="633412"/>
        </p:xfrm>
        <a:graphic>
          <a:graphicData uri="http://schemas.openxmlformats.org/presentationml/2006/ole">
            <mc:AlternateContent xmlns:mc="http://schemas.openxmlformats.org/markup-compatibility/2006">
              <mc:Choice xmlns:v="urn:schemas-microsoft-com:vml" Requires="v">
                <p:oleObj spid="_x0000_s3408" name="" r:id="rId1" imgW="3479800" imgH="279400" progId="Equation.3">
                  <p:embed/>
                </p:oleObj>
              </mc:Choice>
              <mc:Fallback>
                <p:oleObj name="" r:id="rId1" imgW="3479800" imgH="279400" progId="Equation.3">
                  <p:embed/>
                  <p:pic>
                    <p:nvPicPr>
                      <p:cNvPr id="0" name="图片 3407"/>
                      <p:cNvPicPr/>
                      <p:nvPr/>
                    </p:nvPicPr>
                    <p:blipFill>
                      <a:blip r:embed="rId2">
                        <a:clrChange>
                          <a:clrFrom>
                            <a:srgbClr val="000000"/>
                          </a:clrFrom>
                          <a:clrTo>
                            <a:srgbClr val="FFFFFF"/>
                          </a:clrTo>
                        </a:clrChange>
                      </a:blip>
                      <a:stretch>
                        <a:fillRect/>
                      </a:stretch>
                    </p:blipFill>
                    <p:spPr>
                      <a:xfrm>
                        <a:off x="555625" y="1268413"/>
                        <a:ext cx="7891463" cy="633412"/>
                      </a:xfrm>
                      <a:prstGeom prst="rect">
                        <a:avLst/>
                      </a:prstGeom>
                      <a:noFill/>
                      <a:ln w="38100">
                        <a:noFill/>
                        <a:miter/>
                      </a:ln>
                    </p:spPr>
                  </p:pic>
                </p:oleObj>
              </mc:Fallback>
            </mc:AlternateContent>
          </a:graphicData>
        </a:graphic>
      </p:graphicFrame>
      <p:graphicFrame>
        <p:nvGraphicFramePr>
          <p:cNvPr id="61448" name="Object 8"/>
          <p:cNvGraphicFramePr/>
          <p:nvPr/>
        </p:nvGraphicFramePr>
        <p:xfrm>
          <a:off x="476250" y="2019300"/>
          <a:ext cx="7165975" cy="1168400"/>
        </p:xfrm>
        <a:graphic>
          <a:graphicData uri="http://schemas.openxmlformats.org/presentationml/2006/ole">
            <mc:AlternateContent xmlns:mc="http://schemas.openxmlformats.org/markup-compatibility/2006">
              <mc:Choice xmlns:v="urn:schemas-microsoft-com:vml" Requires="v">
                <p:oleObj spid="_x0000_s3407" name="" r:id="rId3" imgW="3034030" imgH="495300" progId="Equation.3">
                  <p:embed/>
                </p:oleObj>
              </mc:Choice>
              <mc:Fallback>
                <p:oleObj name="" r:id="rId3" imgW="3034030" imgH="495300" progId="Equation.3">
                  <p:embed/>
                  <p:pic>
                    <p:nvPicPr>
                      <p:cNvPr id="0" name="图片 3406"/>
                      <p:cNvPicPr/>
                      <p:nvPr/>
                    </p:nvPicPr>
                    <p:blipFill>
                      <a:blip r:embed="rId4">
                        <a:clrChange>
                          <a:clrFrom>
                            <a:srgbClr val="000000"/>
                          </a:clrFrom>
                          <a:clrTo>
                            <a:srgbClr val="FFFFFF"/>
                          </a:clrTo>
                        </a:clrChange>
                      </a:blip>
                      <a:stretch>
                        <a:fillRect/>
                      </a:stretch>
                    </p:blipFill>
                    <p:spPr>
                      <a:xfrm>
                        <a:off x="476250" y="2019300"/>
                        <a:ext cx="7165975" cy="1168400"/>
                      </a:xfrm>
                      <a:prstGeom prst="rect">
                        <a:avLst/>
                      </a:prstGeom>
                      <a:noFill/>
                      <a:ln w="38100">
                        <a:noFill/>
                        <a:miter/>
                      </a:ln>
                    </p:spPr>
                  </p:pic>
                </p:oleObj>
              </mc:Fallback>
            </mc:AlternateContent>
          </a:graphicData>
        </a:graphic>
      </p:graphicFrame>
      <p:graphicFrame>
        <p:nvGraphicFramePr>
          <p:cNvPr id="61451" name="Object 11"/>
          <p:cNvGraphicFramePr/>
          <p:nvPr/>
        </p:nvGraphicFramePr>
        <p:xfrm>
          <a:off x="611188" y="3171825"/>
          <a:ext cx="7967662" cy="1252538"/>
        </p:xfrm>
        <a:graphic>
          <a:graphicData uri="http://schemas.openxmlformats.org/presentationml/2006/ole">
            <mc:AlternateContent xmlns:mc="http://schemas.openxmlformats.org/markup-compatibility/2006">
              <mc:Choice xmlns:v="urn:schemas-microsoft-com:vml" Requires="v">
                <p:oleObj spid="_x0000_s3410" name="" r:id="rId5" imgW="3300730" imgH="520700" progId="Equation.3">
                  <p:embed/>
                </p:oleObj>
              </mc:Choice>
              <mc:Fallback>
                <p:oleObj name="" r:id="rId5" imgW="3300730" imgH="520700" progId="Equation.3">
                  <p:embed/>
                  <p:pic>
                    <p:nvPicPr>
                      <p:cNvPr id="0" name="图片 3409"/>
                      <p:cNvPicPr/>
                      <p:nvPr/>
                    </p:nvPicPr>
                    <p:blipFill>
                      <a:blip r:embed="rId6">
                        <a:clrChange>
                          <a:clrFrom>
                            <a:srgbClr val="000000"/>
                          </a:clrFrom>
                          <a:clrTo>
                            <a:srgbClr val="FFFFFF"/>
                          </a:clrTo>
                        </a:clrChange>
                      </a:blip>
                      <a:stretch>
                        <a:fillRect/>
                      </a:stretch>
                    </p:blipFill>
                    <p:spPr>
                      <a:xfrm>
                        <a:off x="611188" y="3171825"/>
                        <a:ext cx="7967662" cy="1252538"/>
                      </a:xfrm>
                      <a:prstGeom prst="rect">
                        <a:avLst/>
                      </a:prstGeom>
                      <a:noFill/>
                      <a:ln w="38100">
                        <a:noFill/>
                        <a:miter/>
                      </a:ln>
                    </p:spPr>
                  </p:pic>
                </p:oleObj>
              </mc:Fallback>
            </mc:AlternateContent>
          </a:graphicData>
        </a:graphic>
      </p:graphicFrame>
      <p:graphicFrame>
        <p:nvGraphicFramePr>
          <p:cNvPr id="61452" name="Object 12"/>
          <p:cNvGraphicFramePr/>
          <p:nvPr/>
        </p:nvGraphicFramePr>
        <p:xfrm>
          <a:off x="1022350" y="4581525"/>
          <a:ext cx="6883400" cy="801688"/>
        </p:xfrm>
        <a:graphic>
          <a:graphicData uri="http://schemas.openxmlformats.org/presentationml/2006/ole">
            <mc:AlternateContent xmlns:mc="http://schemas.openxmlformats.org/markup-compatibility/2006">
              <mc:Choice xmlns:v="urn:schemas-microsoft-com:vml" Requires="v">
                <p:oleObj spid="_x0000_s3411" name="" r:id="rId7" imgW="2069465" imgH="241300" progId="Equation.3">
                  <p:embed/>
                </p:oleObj>
              </mc:Choice>
              <mc:Fallback>
                <p:oleObj name="" r:id="rId7" imgW="2069465" imgH="241300" progId="Equation.3">
                  <p:embed/>
                  <p:pic>
                    <p:nvPicPr>
                      <p:cNvPr id="0" name="图片 3410"/>
                      <p:cNvPicPr/>
                      <p:nvPr/>
                    </p:nvPicPr>
                    <p:blipFill>
                      <a:blip r:embed="rId8">
                        <a:clrChange>
                          <a:clrFrom>
                            <a:srgbClr val="000000"/>
                          </a:clrFrom>
                          <a:clrTo>
                            <a:srgbClr val="FF3300"/>
                          </a:clrTo>
                        </a:clrChange>
                      </a:blip>
                      <a:stretch>
                        <a:fillRect/>
                      </a:stretch>
                    </p:blipFill>
                    <p:spPr>
                      <a:xfrm>
                        <a:off x="1022350" y="4581525"/>
                        <a:ext cx="6883400" cy="801688"/>
                      </a:xfrm>
                      <a:prstGeom prst="rect">
                        <a:avLst/>
                      </a:prstGeom>
                      <a:gradFill rotWithShape="1">
                        <a:gsLst>
                          <a:gs pos="0">
                            <a:srgbClr val="3399FF"/>
                          </a:gs>
                          <a:gs pos="50000">
                            <a:schemeClr val="bg1"/>
                          </a:gs>
                          <a:gs pos="100000">
                            <a:srgbClr val="3399FF"/>
                          </a:gs>
                        </a:gsLst>
                        <a:lin ang="5400000" scaled="1"/>
                        <a:tileRect/>
                      </a:gradFill>
                      <a:ln w="38100">
                        <a:noFill/>
                        <a:miter/>
                      </a:ln>
                    </p:spPr>
                  </p:pic>
                </p:oleObj>
              </mc:Fallback>
            </mc:AlternateContent>
          </a:graphicData>
        </a:graphic>
      </p:graphicFrame>
      <p:grpSp>
        <p:nvGrpSpPr>
          <p:cNvPr id="49159" name="Group 35"/>
          <p:cNvGrpSpPr/>
          <p:nvPr/>
        </p:nvGrpSpPr>
        <p:grpSpPr>
          <a:xfrm>
            <a:off x="8316913" y="6445250"/>
            <a:ext cx="792162" cy="366713"/>
            <a:chOff x="5193" y="4020"/>
            <a:chExt cx="499" cy="231"/>
          </a:xfrm>
        </p:grpSpPr>
        <p:pic>
          <p:nvPicPr>
            <p:cNvPr id="49166" name="Picture 36" descr="78900"/>
            <p:cNvPicPr>
              <a:picLocks noChangeAspect="1"/>
            </p:cNvPicPr>
            <p:nvPr/>
          </p:nvPicPr>
          <p:blipFill>
            <a:blip r:embed="rId9"/>
            <a:stretch>
              <a:fillRect/>
            </a:stretch>
          </p:blipFill>
          <p:spPr>
            <a:xfrm>
              <a:off x="5193" y="4066"/>
              <a:ext cx="499" cy="181"/>
            </a:xfrm>
            <a:prstGeom prst="rect">
              <a:avLst/>
            </a:prstGeom>
            <a:noFill/>
            <a:ln w="9525">
              <a:noFill/>
            </a:ln>
          </p:spPr>
        </p:pic>
        <p:sp>
          <p:nvSpPr>
            <p:cNvPr id="49167" name="Text Box 37">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9160" name="Group 38"/>
          <p:cNvGrpSpPr/>
          <p:nvPr/>
        </p:nvGrpSpPr>
        <p:grpSpPr>
          <a:xfrm>
            <a:off x="7451725" y="6445250"/>
            <a:ext cx="792163" cy="366713"/>
            <a:chOff x="5193" y="4020"/>
            <a:chExt cx="499" cy="231"/>
          </a:xfrm>
        </p:grpSpPr>
        <p:pic>
          <p:nvPicPr>
            <p:cNvPr id="49164" name="Picture 39" descr="78900"/>
            <p:cNvPicPr>
              <a:picLocks noChangeAspect="1"/>
            </p:cNvPicPr>
            <p:nvPr/>
          </p:nvPicPr>
          <p:blipFill>
            <a:blip r:embed="rId9"/>
            <a:stretch>
              <a:fillRect/>
            </a:stretch>
          </p:blipFill>
          <p:spPr>
            <a:xfrm>
              <a:off x="5193" y="4066"/>
              <a:ext cx="499" cy="181"/>
            </a:xfrm>
            <a:prstGeom prst="rect">
              <a:avLst/>
            </a:prstGeom>
            <a:noFill/>
            <a:ln w="9525">
              <a:noFill/>
            </a:ln>
          </p:spPr>
        </p:pic>
        <p:sp>
          <p:nvSpPr>
            <p:cNvPr id="49165" name="Text Box 40">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49161" name="Group 41"/>
          <p:cNvGrpSpPr/>
          <p:nvPr/>
        </p:nvGrpSpPr>
        <p:grpSpPr>
          <a:xfrm>
            <a:off x="6588125" y="6446838"/>
            <a:ext cx="792163" cy="366712"/>
            <a:chOff x="4695" y="4061"/>
            <a:chExt cx="499" cy="231"/>
          </a:xfrm>
        </p:grpSpPr>
        <p:pic>
          <p:nvPicPr>
            <p:cNvPr id="49162" name="Picture 42" descr="78900"/>
            <p:cNvPicPr>
              <a:picLocks noChangeAspect="1"/>
            </p:cNvPicPr>
            <p:nvPr/>
          </p:nvPicPr>
          <p:blipFill>
            <a:blip r:embed="rId9"/>
            <a:stretch>
              <a:fillRect/>
            </a:stretch>
          </p:blipFill>
          <p:spPr>
            <a:xfrm>
              <a:off x="4695" y="4107"/>
              <a:ext cx="499" cy="181"/>
            </a:xfrm>
            <a:prstGeom prst="rect">
              <a:avLst/>
            </a:prstGeom>
            <a:noFill/>
            <a:ln w="9525">
              <a:noFill/>
            </a:ln>
          </p:spPr>
        </p:pic>
        <p:sp>
          <p:nvSpPr>
            <p:cNvPr id="49163" name="Text Box 43">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61444"/>
                                        </p:tgtEl>
                                        <p:attrNameLst>
                                          <p:attrName>style.visibility</p:attrName>
                                        </p:attrNameLst>
                                      </p:cBhvr>
                                      <p:to>
                                        <p:strVal val="visible"/>
                                      </p:to>
                                    </p:set>
                                    <p:anim calcmode="lin" valueType="num">
                                      <p:cBhvr additive="base">
                                        <p:cTn id="7" dur="500" fill="hold"/>
                                        <p:tgtEl>
                                          <p:spTgt spid="61444"/>
                                        </p:tgtEl>
                                        <p:attrNameLst>
                                          <p:attrName>ppt_x</p:attrName>
                                        </p:attrNameLst>
                                      </p:cBhvr>
                                      <p:tavLst>
                                        <p:tav tm="0">
                                          <p:val>
                                            <p:strVal val="0-#ppt_w/2"/>
                                          </p:val>
                                        </p:tav>
                                        <p:tav tm="100000">
                                          <p:val>
                                            <p:strVal val="#ppt_x"/>
                                          </p:val>
                                        </p:tav>
                                      </p:tavLst>
                                    </p:anim>
                                    <p:anim calcmode="lin" valueType="num">
                                      <p:cBhvr additive="base">
                                        <p:cTn id="8" dur="500" fill="hold"/>
                                        <p:tgtEl>
                                          <p:spTgt spid="6144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61447"/>
                                        </p:tgtEl>
                                        <p:attrNameLst>
                                          <p:attrName>style.visibility</p:attrName>
                                        </p:attrNameLst>
                                      </p:cBhvr>
                                      <p:to>
                                        <p:strVal val="visible"/>
                                      </p:to>
                                    </p:set>
                                    <p:animEffect transition="in" filter="wipe(left)">
                                      <p:cBhvr>
                                        <p:cTn id="13" dur="2000"/>
                                        <p:tgtEl>
                                          <p:spTgt spid="6144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61448"/>
                                        </p:tgtEl>
                                        <p:attrNameLst>
                                          <p:attrName>style.visibility</p:attrName>
                                        </p:attrNameLst>
                                      </p:cBhvr>
                                      <p:to>
                                        <p:strVal val="visible"/>
                                      </p:to>
                                    </p:set>
                                    <p:animEffect transition="in" filter="wipe(up)">
                                      <p:cBhvr>
                                        <p:cTn id="18" dur="2000"/>
                                        <p:tgtEl>
                                          <p:spTgt spid="6144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61451"/>
                                        </p:tgtEl>
                                        <p:attrNameLst>
                                          <p:attrName>style.visibility</p:attrName>
                                        </p:attrNameLst>
                                      </p:cBhvr>
                                      <p:to>
                                        <p:strVal val="visible"/>
                                      </p:to>
                                    </p:set>
                                    <p:animEffect transition="in" filter="wipe(up)">
                                      <p:cBhvr>
                                        <p:cTn id="23" dur="2000"/>
                                        <p:tgtEl>
                                          <p:spTgt spid="61451"/>
                                        </p:tgtEl>
                                      </p:cBhvr>
                                    </p:animEffect>
                                  </p:childTnLst>
                                </p:cTn>
                              </p:par>
                            </p:childTnLst>
                          </p:cTn>
                        </p:par>
                      </p:childTnLst>
                    </p:cTn>
                  </p:par>
                  <p:par>
                    <p:cTn id="24" fill="hold">
                      <p:stCondLst>
                        <p:cond delay="indefinite"/>
                      </p:stCondLst>
                      <p:childTnLst>
                        <p:par>
                          <p:cTn id="25" fill="hold">
                            <p:stCondLst>
                              <p:cond delay="0"/>
                            </p:stCondLst>
                            <p:childTnLst>
                              <p:par>
                                <p:cTn id="26" presetID="18" presetClass="entr" presetSubtype="6" fill="hold" nodeType="clickEffect">
                                  <p:stCondLst>
                                    <p:cond delay="0"/>
                                  </p:stCondLst>
                                  <p:childTnLst>
                                    <p:set>
                                      <p:cBhvr>
                                        <p:cTn id="27" dur="1" fill="hold">
                                          <p:stCondLst>
                                            <p:cond delay="0"/>
                                          </p:stCondLst>
                                        </p:cTn>
                                        <p:tgtEl>
                                          <p:spTgt spid="61452"/>
                                        </p:tgtEl>
                                        <p:attrNameLst>
                                          <p:attrName>style.visibility</p:attrName>
                                        </p:attrNameLst>
                                      </p:cBhvr>
                                      <p:to>
                                        <p:strVal val="visible"/>
                                      </p:to>
                                    </p:set>
                                    <p:animEffect transition="in" filter="strips(downRight)">
                                      <p:cBhvr>
                                        <p:cTn id="28" dur="2000"/>
                                        <p:tgtEl>
                                          <p:spTgt spid="614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4"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Text Box 2"/>
          <p:cNvSpPr txBox="1"/>
          <p:nvPr/>
        </p:nvSpPr>
        <p:spPr>
          <a:xfrm>
            <a:off x="971550" y="3141663"/>
            <a:ext cx="3671888" cy="519112"/>
          </a:xfrm>
          <a:prstGeom prst="rect">
            <a:avLst/>
          </a:prstGeom>
          <a:solidFill>
            <a:schemeClr val="hlink"/>
          </a:solidFill>
          <a:ln w="9525">
            <a:noFill/>
          </a:ln>
        </p:spPr>
        <p:txBody>
          <a:bodyPr>
            <a:spAutoFit/>
          </a:bodyPr>
          <a:p>
            <a:r>
              <a:rPr lang="zh-CN" altLang="en-US" sz="2800" dirty="0">
                <a:latin typeface="Times New Roman" panose="02020603050405020304" pitchFamily="18" charset="0"/>
              </a:rPr>
              <a:t>单相：瞬时功率脉动</a:t>
            </a:r>
            <a:endParaRPr lang="zh-CN" altLang="en-US" sz="2800" dirty="0">
              <a:latin typeface="Times New Roman" panose="02020603050405020304" pitchFamily="18" charset="0"/>
            </a:endParaRPr>
          </a:p>
        </p:txBody>
      </p:sp>
      <p:sp>
        <p:nvSpPr>
          <p:cNvPr id="60419" name="Text Box 3"/>
          <p:cNvSpPr txBox="1"/>
          <p:nvPr/>
        </p:nvSpPr>
        <p:spPr>
          <a:xfrm>
            <a:off x="5364163" y="3068638"/>
            <a:ext cx="3529012" cy="519112"/>
          </a:xfrm>
          <a:prstGeom prst="rect">
            <a:avLst/>
          </a:prstGeom>
          <a:solidFill>
            <a:schemeClr val="hlink"/>
          </a:solidFill>
          <a:ln w="9525">
            <a:noFill/>
          </a:ln>
        </p:spPr>
        <p:txBody>
          <a:bodyPr>
            <a:spAutoFit/>
          </a:bodyPr>
          <a:p>
            <a:r>
              <a:rPr lang="zh-CN" altLang="en-US" sz="2800" dirty="0">
                <a:latin typeface="楷体_GB2312" pitchFamily="49" charset="-122"/>
              </a:rPr>
              <a:t>三相：瞬时功率恒定             </a:t>
            </a:r>
            <a:endParaRPr lang="zh-CN" altLang="en-US" sz="2800" dirty="0">
              <a:latin typeface="楷体_GB2312" pitchFamily="49" charset="-122"/>
            </a:endParaRPr>
          </a:p>
        </p:txBody>
      </p:sp>
      <p:grpSp>
        <p:nvGrpSpPr>
          <p:cNvPr id="2" name="Group 6"/>
          <p:cNvGrpSpPr/>
          <p:nvPr/>
        </p:nvGrpSpPr>
        <p:grpSpPr>
          <a:xfrm>
            <a:off x="5651500" y="765175"/>
            <a:ext cx="2967038" cy="2047875"/>
            <a:chOff x="3819" y="1703"/>
            <a:chExt cx="1688" cy="1290"/>
          </a:xfrm>
        </p:grpSpPr>
        <p:sp>
          <p:nvSpPr>
            <p:cNvPr id="70680" name="Text Box 7"/>
            <p:cNvSpPr txBox="1"/>
            <p:nvPr/>
          </p:nvSpPr>
          <p:spPr>
            <a:xfrm>
              <a:off x="5207" y="2627"/>
              <a:ext cx="300" cy="327"/>
            </a:xfrm>
            <a:prstGeom prst="rect">
              <a:avLst/>
            </a:prstGeom>
            <a:noFill/>
            <a:ln w="28575">
              <a:noFill/>
            </a:ln>
          </p:spPr>
          <p:txBody>
            <a:bodyPr wrap="none">
              <a:spAutoFit/>
            </a:bodyPr>
            <a:p>
              <a:r>
                <a:rPr lang="en-US" altLang="zh-CN" sz="2800" b="0" i="1" dirty="0">
                  <a:solidFill>
                    <a:schemeClr val="bg1"/>
                  </a:solidFill>
                  <a:latin typeface="Symbol" panose="05050102010706020507" pitchFamily="18" charset="2"/>
                  <a:ea typeface="宋体" panose="02010600030101010101" pitchFamily="2" charset="-122"/>
                </a:rPr>
                <a:t>w</a:t>
              </a:r>
              <a:r>
                <a:rPr lang="en-US" altLang="zh-CN" sz="2800" b="0" i="1" dirty="0">
                  <a:solidFill>
                    <a:schemeClr val="bg1"/>
                  </a:solidFill>
                  <a:latin typeface="Times New Roman" panose="02020603050405020304" pitchFamily="18" charset="0"/>
                  <a:ea typeface="宋体" panose="02010600030101010101" pitchFamily="2" charset="-122"/>
                </a:rPr>
                <a:t>t</a:t>
              </a:r>
              <a:endParaRPr lang="en-US" altLang="zh-CN" sz="2800" b="0" i="1" dirty="0">
                <a:solidFill>
                  <a:schemeClr val="bg1"/>
                </a:solidFill>
                <a:latin typeface="Times New Roman" panose="02020603050405020304" pitchFamily="18" charset="0"/>
                <a:ea typeface="宋体" panose="02010600030101010101" pitchFamily="2" charset="-122"/>
              </a:endParaRPr>
            </a:p>
          </p:txBody>
        </p:sp>
        <p:sp>
          <p:nvSpPr>
            <p:cNvPr id="70681" name="Line 8"/>
            <p:cNvSpPr/>
            <p:nvPr/>
          </p:nvSpPr>
          <p:spPr>
            <a:xfrm flipV="1">
              <a:off x="4059" y="1879"/>
              <a:ext cx="0" cy="864"/>
            </a:xfrm>
            <a:prstGeom prst="line">
              <a:avLst/>
            </a:prstGeom>
            <a:ln w="28575" cap="flat" cmpd="sng">
              <a:solidFill>
                <a:srgbClr val="FFFF00"/>
              </a:solidFill>
              <a:prstDash val="solid"/>
              <a:headEnd type="none" w="med" len="med"/>
              <a:tailEnd type="triangle" w="med" len="med"/>
            </a:ln>
          </p:spPr>
        </p:sp>
        <p:sp>
          <p:nvSpPr>
            <p:cNvPr id="70682" name="Line 9"/>
            <p:cNvSpPr/>
            <p:nvPr/>
          </p:nvSpPr>
          <p:spPr>
            <a:xfrm>
              <a:off x="4059" y="2743"/>
              <a:ext cx="1248" cy="0"/>
            </a:xfrm>
            <a:prstGeom prst="line">
              <a:avLst/>
            </a:prstGeom>
            <a:ln w="28575" cap="flat" cmpd="sng">
              <a:solidFill>
                <a:srgbClr val="FFFF00"/>
              </a:solidFill>
              <a:prstDash val="solid"/>
              <a:headEnd type="none" w="med" len="med"/>
              <a:tailEnd type="triangle" w="med" len="med"/>
            </a:ln>
          </p:spPr>
        </p:sp>
        <p:sp>
          <p:nvSpPr>
            <p:cNvPr id="70683" name="Line 10"/>
            <p:cNvSpPr/>
            <p:nvPr/>
          </p:nvSpPr>
          <p:spPr>
            <a:xfrm>
              <a:off x="4059" y="2167"/>
              <a:ext cx="1152" cy="0"/>
            </a:xfrm>
            <a:prstGeom prst="line">
              <a:avLst/>
            </a:prstGeom>
            <a:ln w="28575" cap="flat" cmpd="sng">
              <a:solidFill>
                <a:srgbClr val="FF3300"/>
              </a:solidFill>
              <a:prstDash val="solid"/>
              <a:headEnd type="none" w="med" len="med"/>
              <a:tailEnd type="none" w="med" len="med"/>
            </a:ln>
          </p:spPr>
        </p:sp>
        <p:sp>
          <p:nvSpPr>
            <p:cNvPr id="70684" name="Line 11"/>
            <p:cNvSpPr/>
            <p:nvPr/>
          </p:nvSpPr>
          <p:spPr>
            <a:xfrm>
              <a:off x="4347" y="2167"/>
              <a:ext cx="0" cy="576"/>
            </a:xfrm>
            <a:prstGeom prst="line">
              <a:avLst/>
            </a:prstGeom>
            <a:ln w="28575" cap="flat" cmpd="sng">
              <a:solidFill>
                <a:srgbClr val="66FF33"/>
              </a:solidFill>
              <a:prstDash val="solid"/>
              <a:headEnd type="none" w="sm" len="med"/>
              <a:tailEnd type="triangle" w="med" len="med"/>
            </a:ln>
          </p:spPr>
        </p:sp>
        <p:sp>
          <p:nvSpPr>
            <p:cNvPr id="70685" name="Text Box 12"/>
            <p:cNvSpPr txBox="1"/>
            <p:nvPr/>
          </p:nvSpPr>
          <p:spPr>
            <a:xfrm>
              <a:off x="3819" y="1703"/>
              <a:ext cx="206" cy="327"/>
            </a:xfrm>
            <a:prstGeom prst="rect">
              <a:avLst/>
            </a:prstGeom>
            <a:noFill/>
            <a:ln w="28575">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p</a:t>
              </a:r>
              <a:endParaRPr lang="en-US" altLang="zh-CN" sz="2800" b="0" i="1" dirty="0">
                <a:solidFill>
                  <a:schemeClr val="bg1"/>
                </a:solidFill>
                <a:latin typeface="Times New Roman" panose="02020603050405020304" pitchFamily="18" charset="0"/>
                <a:ea typeface="宋体" panose="02010600030101010101" pitchFamily="2" charset="-122"/>
              </a:endParaRPr>
            </a:p>
          </p:txBody>
        </p:sp>
        <p:sp>
          <p:nvSpPr>
            <p:cNvPr id="70686" name="Text Box 13"/>
            <p:cNvSpPr txBox="1"/>
            <p:nvPr/>
          </p:nvSpPr>
          <p:spPr>
            <a:xfrm>
              <a:off x="3916" y="2743"/>
              <a:ext cx="284" cy="250"/>
            </a:xfrm>
            <a:prstGeom prst="rect">
              <a:avLst/>
            </a:prstGeom>
            <a:noFill/>
            <a:ln w="28575">
              <a:noFill/>
            </a:ln>
          </p:spPr>
          <p:txBody>
            <a:bodyPr>
              <a:spAutoFit/>
            </a:bodyPr>
            <a:p>
              <a:pPr>
                <a:spcBef>
                  <a:spcPct val="50000"/>
                </a:spcBef>
              </a:pPr>
              <a:r>
                <a:rPr lang="en-US" altLang="zh-CN" sz="2000" b="0" i="1" dirty="0">
                  <a:solidFill>
                    <a:schemeClr val="bg1"/>
                  </a:solidFill>
                  <a:latin typeface="Times New Roman" panose="02020603050405020304" pitchFamily="18" charset="0"/>
                  <a:ea typeface="宋体" panose="02010600030101010101" pitchFamily="2" charset="-122"/>
                </a:rPr>
                <a:t>O</a:t>
              </a:r>
              <a:endParaRPr lang="en-US" altLang="zh-CN" sz="2000" b="0" i="1" dirty="0">
                <a:solidFill>
                  <a:schemeClr val="bg1"/>
                </a:solidFill>
                <a:latin typeface="Times New Roman" panose="02020603050405020304" pitchFamily="18" charset="0"/>
                <a:ea typeface="宋体" panose="02010600030101010101" pitchFamily="2" charset="-122"/>
              </a:endParaRPr>
            </a:p>
          </p:txBody>
        </p:sp>
        <p:sp>
          <p:nvSpPr>
            <p:cNvPr id="70687" name="Rectangle 14"/>
            <p:cNvSpPr/>
            <p:nvPr/>
          </p:nvSpPr>
          <p:spPr>
            <a:xfrm>
              <a:off x="4345" y="2291"/>
              <a:ext cx="862" cy="327"/>
            </a:xfrm>
            <a:prstGeom prst="rect">
              <a:avLst/>
            </a:prstGeom>
            <a:noFill/>
            <a:ln w="28575">
              <a:noFill/>
            </a:ln>
          </p:spPr>
          <p:txBody>
            <a:bodyPr>
              <a:spAutoFit/>
            </a:bodyPr>
            <a:p>
              <a:r>
                <a:rPr lang="en-US" altLang="zh-CN" sz="2800" b="0" dirty="0">
                  <a:solidFill>
                    <a:schemeClr val="bg1"/>
                  </a:solidFill>
                  <a:latin typeface="Times New Roman" panose="02020603050405020304" pitchFamily="18" charset="0"/>
                  <a:ea typeface="宋体" panose="02010600030101010101" pitchFamily="2" charset="-122"/>
                </a:rPr>
                <a:t>3</a:t>
              </a:r>
              <a:r>
                <a:rPr lang="en-US" altLang="zh-CN" sz="2800" b="0" i="1" dirty="0">
                  <a:solidFill>
                    <a:schemeClr val="bg1"/>
                  </a:solidFill>
                  <a:latin typeface="Times New Roman" panose="02020603050405020304" pitchFamily="18" charset="0"/>
                  <a:ea typeface="宋体" panose="02010600030101010101" pitchFamily="2" charset="-122"/>
                </a:rPr>
                <a:t>UI</a:t>
              </a:r>
              <a:r>
                <a:rPr lang="en-US" altLang="zh-CN" sz="2800" b="0" dirty="0">
                  <a:solidFill>
                    <a:schemeClr val="bg1"/>
                  </a:solidFill>
                  <a:latin typeface="Times New Roman" panose="02020603050405020304" pitchFamily="18" charset="0"/>
                  <a:ea typeface="宋体" panose="02010600030101010101" pitchFamily="2" charset="-122"/>
                </a:rPr>
                <a:t>cos</a:t>
              </a:r>
              <a:r>
                <a:rPr lang="en-US" altLang="zh-CN" sz="28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0" i="1"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grpSp>
      <p:grpSp>
        <p:nvGrpSpPr>
          <p:cNvPr id="3" name="Group 15"/>
          <p:cNvGrpSpPr/>
          <p:nvPr/>
        </p:nvGrpSpPr>
        <p:grpSpPr>
          <a:xfrm>
            <a:off x="539750" y="549275"/>
            <a:ext cx="4846638" cy="2241550"/>
            <a:chOff x="576" y="1564"/>
            <a:chExt cx="3053" cy="1412"/>
          </a:xfrm>
        </p:grpSpPr>
        <p:sp>
          <p:nvSpPr>
            <p:cNvPr id="70672" name="Line 16"/>
            <p:cNvSpPr/>
            <p:nvPr/>
          </p:nvSpPr>
          <p:spPr>
            <a:xfrm flipV="1">
              <a:off x="834" y="1692"/>
              <a:ext cx="0" cy="1284"/>
            </a:xfrm>
            <a:prstGeom prst="line">
              <a:avLst/>
            </a:prstGeom>
            <a:ln w="28575" cap="flat" cmpd="sng">
              <a:solidFill>
                <a:srgbClr val="FFFF00"/>
              </a:solidFill>
              <a:prstDash val="solid"/>
              <a:headEnd type="none" w="med" len="med"/>
              <a:tailEnd type="triangle" w="med" len="med"/>
            </a:ln>
          </p:spPr>
        </p:sp>
        <p:sp>
          <p:nvSpPr>
            <p:cNvPr id="70673" name="Line 17"/>
            <p:cNvSpPr/>
            <p:nvPr/>
          </p:nvSpPr>
          <p:spPr>
            <a:xfrm>
              <a:off x="831" y="2676"/>
              <a:ext cx="2651" cy="0"/>
            </a:xfrm>
            <a:prstGeom prst="line">
              <a:avLst/>
            </a:prstGeom>
            <a:ln w="28575" cap="flat" cmpd="sng">
              <a:solidFill>
                <a:srgbClr val="FFFF00"/>
              </a:solidFill>
              <a:prstDash val="solid"/>
              <a:headEnd type="none" w="med" len="med"/>
              <a:tailEnd type="triangle" w="med" len="med"/>
            </a:ln>
          </p:spPr>
        </p:sp>
        <p:sp>
          <p:nvSpPr>
            <p:cNvPr id="70674" name="Line 18"/>
            <p:cNvSpPr/>
            <p:nvPr/>
          </p:nvSpPr>
          <p:spPr>
            <a:xfrm>
              <a:off x="831" y="2328"/>
              <a:ext cx="2560" cy="0"/>
            </a:xfrm>
            <a:prstGeom prst="line">
              <a:avLst/>
            </a:prstGeom>
            <a:ln w="28575" cap="flat" cmpd="sng">
              <a:solidFill>
                <a:srgbClr val="FF3300"/>
              </a:solidFill>
              <a:prstDash val="solid"/>
              <a:headEnd type="none" w="med" len="med"/>
              <a:tailEnd type="none" w="med" len="med"/>
            </a:ln>
          </p:spPr>
        </p:sp>
        <p:sp>
          <p:nvSpPr>
            <p:cNvPr id="70675" name="Text Box 19"/>
            <p:cNvSpPr txBox="1"/>
            <p:nvPr/>
          </p:nvSpPr>
          <p:spPr>
            <a:xfrm>
              <a:off x="624" y="1564"/>
              <a:ext cx="228" cy="327"/>
            </a:xfrm>
            <a:prstGeom prst="rect">
              <a:avLst/>
            </a:prstGeom>
            <a:noFill/>
            <a:ln w="28575">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p</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0676" name="Text Box 20"/>
            <p:cNvSpPr txBox="1"/>
            <p:nvPr/>
          </p:nvSpPr>
          <p:spPr>
            <a:xfrm>
              <a:off x="3241" y="2608"/>
              <a:ext cx="388" cy="327"/>
            </a:xfrm>
            <a:prstGeom prst="rect">
              <a:avLst/>
            </a:prstGeom>
            <a:noFill/>
            <a:ln w="28575">
              <a:noFill/>
            </a:ln>
          </p:spPr>
          <p:txBody>
            <a:bodyPr wrap="none">
              <a:spAutoFit/>
            </a:bodyPr>
            <a:p>
              <a:r>
                <a:rPr lang="en-US" altLang="zh-CN" sz="2800" b="0" i="1" dirty="0">
                  <a:solidFill>
                    <a:schemeClr val="bg1"/>
                  </a:solidFill>
                  <a:latin typeface="Symbol" panose="05050102010706020507" pitchFamily="18" charset="2"/>
                  <a:ea typeface="宋体" panose="02010600030101010101" pitchFamily="2" charset="-122"/>
                </a:rPr>
                <a:t>w </a:t>
              </a:r>
              <a:r>
                <a:rPr lang="en-US" altLang="zh-CN" sz="2800" b="0" i="1" dirty="0">
                  <a:solidFill>
                    <a:schemeClr val="bg1"/>
                  </a:solidFill>
                  <a:latin typeface="Times New Roman" panose="02020603050405020304" pitchFamily="18" charset="0"/>
                  <a:ea typeface="宋体" panose="02010600030101010101" pitchFamily="2" charset="-122"/>
                </a:rPr>
                <a:t>t</a:t>
              </a:r>
              <a:endParaRPr lang="en-US" altLang="zh-CN" sz="2800" b="0" i="1" dirty="0">
                <a:solidFill>
                  <a:schemeClr val="bg1"/>
                </a:solidFill>
                <a:latin typeface="Times New Roman" panose="02020603050405020304" pitchFamily="18" charset="0"/>
                <a:ea typeface="宋体" panose="02010600030101010101" pitchFamily="2" charset="-122"/>
              </a:endParaRPr>
            </a:p>
          </p:txBody>
        </p:sp>
        <p:sp>
          <p:nvSpPr>
            <p:cNvPr id="70677" name="Freeform 21"/>
            <p:cNvSpPr/>
            <p:nvPr/>
          </p:nvSpPr>
          <p:spPr>
            <a:xfrm>
              <a:off x="840" y="1919"/>
              <a:ext cx="2079" cy="874"/>
            </a:xfrm>
            <a:custGeom>
              <a:avLst/>
              <a:gdLst>
                <a:gd name="txL" fmla="*/ 0 w 2079"/>
                <a:gd name="txT" fmla="*/ 0 h 874"/>
                <a:gd name="txR" fmla="*/ 2079 w 2079"/>
                <a:gd name="txB" fmla="*/ 874 h 874"/>
              </a:gdLst>
              <a:ahLst/>
              <a:cxnLst>
                <a:cxn ang="0">
                  <a:pos x="0" y="763"/>
                </a:cxn>
                <a:cxn ang="0">
                  <a:pos x="54" y="814"/>
                </a:cxn>
                <a:cxn ang="0">
                  <a:pos x="132" y="718"/>
                </a:cxn>
                <a:cxn ang="0">
                  <a:pos x="285" y="172"/>
                </a:cxn>
                <a:cxn ang="0">
                  <a:pos x="393" y="10"/>
                </a:cxn>
                <a:cxn ang="0">
                  <a:pos x="498" y="235"/>
                </a:cxn>
                <a:cxn ang="0">
                  <a:pos x="603" y="628"/>
                </a:cxn>
                <a:cxn ang="0">
                  <a:pos x="705" y="820"/>
                </a:cxn>
                <a:cxn ang="0">
                  <a:pos x="795" y="685"/>
                </a:cxn>
                <a:cxn ang="0">
                  <a:pos x="936" y="181"/>
                </a:cxn>
                <a:cxn ang="0">
                  <a:pos x="1023" y="13"/>
                </a:cxn>
                <a:cxn ang="0">
                  <a:pos x="1116" y="115"/>
                </a:cxn>
                <a:cxn ang="0">
                  <a:pos x="1227" y="511"/>
                </a:cxn>
                <a:cxn ang="0">
                  <a:pos x="1320" y="784"/>
                </a:cxn>
                <a:cxn ang="0">
                  <a:pos x="1431" y="748"/>
                </a:cxn>
                <a:cxn ang="0">
                  <a:pos x="1602" y="157"/>
                </a:cxn>
                <a:cxn ang="0">
                  <a:pos x="1692" y="10"/>
                </a:cxn>
                <a:cxn ang="0">
                  <a:pos x="1782" y="154"/>
                </a:cxn>
                <a:cxn ang="0">
                  <a:pos x="1968" y="772"/>
                </a:cxn>
                <a:cxn ang="0">
                  <a:pos x="2079" y="766"/>
                </a:cxn>
              </a:cxnLst>
              <a:rect l="txL" t="txT" r="txR" b="txB"/>
              <a:pathLst>
                <a:path w="2079" h="874">
                  <a:moveTo>
                    <a:pt x="0" y="763"/>
                  </a:moveTo>
                  <a:cubicBezTo>
                    <a:pt x="9" y="771"/>
                    <a:pt x="32" y="821"/>
                    <a:pt x="54" y="814"/>
                  </a:cubicBezTo>
                  <a:cubicBezTo>
                    <a:pt x="76" y="807"/>
                    <a:pt x="94" y="825"/>
                    <a:pt x="132" y="718"/>
                  </a:cubicBezTo>
                  <a:cubicBezTo>
                    <a:pt x="170" y="611"/>
                    <a:pt x="242" y="290"/>
                    <a:pt x="285" y="172"/>
                  </a:cubicBezTo>
                  <a:cubicBezTo>
                    <a:pt x="328" y="54"/>
                    <a:pt x="358" y="0"/>
                    <a:pt x="393" y="10"/>
                  </a:cubicBezTo>
                  <a:cubicBezTo>
                    <a:pt x="428" y="20"/>
                    <a:pt x="463" y="132"/>
                    <a:pt x="498" y="235"/>
                  </a:cubicBezTo>
                  <a:cubicBezTo>
                    <a:pt x="533" y="338"/>
                    <a:pt x="568" y="531"/>
                    <a:pt x="603" y="628"/>
                  </a:cubicBezTo>
                  <a:cubicBezTo>
                    <a:pt x="638" y="725"/>
                    <a:pt x="673" y="811"/>
                    <a:pt x="705" y="820"/>
                  </a:cubicBezTo>
                  <a:cubicBezTo>
                    <a:pt x="737" y="829"/>
                    <a:pt x="756" y="791"/>
                    <a:pt x="795" y="685"/>
                  </a:cubicBezTo>
                  <a:cubicBezTo>
                    <a:pt x="834" y="579"/>
                    <a:pt x="898" y="293"/>
                    <a:pt x="936" y="181"/>
                  </a:cubicBezTo>
                  <a:cubicBezTo>
                    <a:pt x="974" y="69"/>
                    <a:pt x="993" y="24"/>
                    <a:pt x="1023" y="13"/>
                  </a:cubicBezTo>
                  <a:cubicBezTo>
                    <a:pt x="1053" y="2"/>
                    <a:pt x="1082" y="32"/>
                    <a:pt x="1116" y="115"/>
                  </a:cubicBezTo>
                  <a:cubicBezTo>
                    <a:pt x="1150" y="198"/>
                    <a:pt x="1193" y="399"/>
                    <a:pt x="1227" y="511"/>
                  </a:cubicBezTo>
                  <a:cubicBezTo>
                    <a:pt x="1261" y="623"/>
                    <a:pt x="1286" y="745"/>
                    <a:pt x="1320" y="784"/>
                  </a:cubicBezTo>
                  <a:cubicBezTo>
                    <a:pt x="1354" y="823"/>
                    <a:pt x="1384" y="852"/>
                    <a:pt x="1431" y="748"/>
                  </a:cubicBezTo>
                  <a:cubicBezTo>
                    <a:pt x="1478" y="644"/>
                    <a:pt x="1559" y="280"/>
                    <a:pt x="1602" y="157"/>
                  </a:cubicBezTo>
                  <a:cubicBezTo>
                    <a:pt x="1645" y="34"/>
                    <a:pt x="1662" y="11"/>
                    <a:pt x="1692" y="10"/>
                  </a:cubicBezTo>
                  <a:cubicBezTo>
                    <a:pt x="1722" y="9"/>
                    <a:pt x="1736" y="27"/>
                    <a:pt x="1782" y="154"/>
                  </a:cubicBezTo>
                  <a:cubicBezTo>
                    <a:pt x="1828" y="281"/>
                    <a:pt x="1918" y="670"/>
                    <a:pt x="1968" y="772"/>
                  </a:cubicBezTo>
                  <a:cubicBezTo>
                    <a:pt x="2018" y="874"/>
                    <a:pt x="2056" y="767"/>
                    <a:pt x="2079" y="766"/>
                  </a:cubicBezTo>
                </a:path>
              </a:pathLst>
            </a:custGeom>
            <a:noFill/>
            <a:ln w="28575" cap="flat" cmpd="sng">
              <a:solidFill>
                <a:srgbClr val="00FFFF"/>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0678" name="Text Box 22"/>
            <p:cNvSpPr txBox="1"/>
            <p:nvPr/>
          </p:nvSpPr>
          <p:spPr>
            <a:xfrm>
              <a:off x="576" y="2580"/>
              <a:ext cx="378" cy="250"/>
            </a:xfrm>
            <a:prstGeom prst="rect">
              <a:avLst/>
            </a:prstGeom>
            <a:noFill/>
            <a:ln w="28575">
              <a:noFill/>
            </a:ln>
          </p:spPr>
          <p:txBody>
            <a:bodyPr>
              <a:spAutoFit/>
            </a:bodyPr>
            <a:p>
              <a:pPr>
                <a:spcBef>
                  <a:spcPct val="50000"/>
                </a:spcBef>
              </a:pPr>
              <a:r>
                <a:rPr lang="en-US" altLang="zh-CN" sz="2000" b="0" i="1" dirty="0">
                  <a:solidFill>
                    <a:schemeClr val="bg1"/>
                  </a:solidFill>
                  <a:latin typeface="Times New Roman" panose="02020603050405020304" pitchFamily="18" charset="0"/>
                  <a:ea typeface="宋体" panose="02010600030101010101" pitchFamily="2" charset="-122"/>
                </a:rPr>
                <a:t>O</a:t>
              </a:r>
              <a:endParaRPr lang="en-US" altLang="zh-CN" sz="2000" b="0" i="1" dirty="0">
                <a:solidFill>
                  <a:schemeClr val="bg1"/>
                </a:solidFill>
                <a:latin typeface="Times New Roman" panose="02020603050405020304" pitchFamily="18" charset="0"/>
                <a:ea typeface="宋体" panose="02010600030101010101" pitchFamily="2" charset="-122"/>
              </a:endParaRPr>
            </a:p>
          </p:txBody>
        </p:sp>
        <p:sp>
          <p:nvSpPr>
            <p:cNvPr id="70679" name="Rectangle 23"/>
            <p:cNvSpPr/>
            <p:nvPr/>
          </p:nvSpPr>
          <p:spPr>
            <a:xfrm>
              <a:off x="2743" y="2019"/>
              <a:ext cx="786" cy="327"/>
            </a:xfrm>
            <a:prstGeom prst="rect">
              <a:avLst/>
            </a:prstGeom>
            <a:noFill/>
            <a:ln w="28575">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UI</a:t>
              </a:r>
              <a:r>
                <a:rPr lang="en-US" altLang="zh-CN" sz="2800" b="0" dirty="0">
                  <a:solidFill>
                    <a:schemeClr val="bg1"/>
                  </a:solidFill>
                  <a:latin typeface="Times New Roman" panose="02020603050405020304" pitchFamily="18" charset="0"/>
                  <a:ea typeface="宋体" panose="02010600030101010101" pitchFamily="2" charset="-122"/>
                </a:rPr>
                <a:t>cos</a:t>
              </a:r>
              <a:r>
                <a:rPr lang="en-US" altLang="zh-CN" sz="28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0" i="1"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grpSp>
      <p:sp>
        <p:nvSpPr>
          <p:cNvPr id="60442" name="Rectangle 26"/>
          <p:cNvSpPr/>
          <p:nvPr/>
        </p:nvSpPr>
        <p:spPr>
          <a:xfrm>
            <a:off x="1187450" y="4149725"/>
            <a:ext cx="7561263" cy="1006475"/>
          </a:xfrm>
          <a:prstGeom prst="rect">
            <a:avLst/>
          </a:prstGeom>
          <a:noFill/>
          <a:ln w="9525">
            <a:noFill/>
          </a:ln>
        </p:spPr>
        <p:txBody>
          <a:bodyPr>
            <a:spAutoFit/>
          </a:bodyPr>
          <a:p>
            <a:r>
              <a:rPr lang="zh-CN" altLang="en-US" sz="2800" dirty="0">
                <a:latin typeface="Arial" panose="020B0604020202020204" pitchFamily="34" charset="0"/>
              </a:rPr>
              <a:t>电动机转矩</a:t>
            </a:r>
            <a:r>
              <a:rPr lang="en-US" altLang="zh-CN" sz="2800" dirty="0">
                <a:latin typeface="Arial" panose="020B0604020202020204" pitchFamily="34" charset="0"/>
                <a:ea typeface="仿宋_GB2312" pitchFamily="49" charset="-122"/>
              </a:rPr>
              <a:t>:   </a:t>
            </a:r>
            <a:r>
              <a:rPr lang="en-US" altLang="zh-CN" b="0" i="1" dirty="0">
                <a:solidFill>
                  <a:schemeClr val="bg1"/>
                </a:solidFill>
                <a:latin typeface="Times New Roman" panose="02020603050405020304" pitchFamily="18" charset="0"/>
                <a:ea typeface="仿宋_GB2312" pitchFamily="49" charset="-122"/>
              </a:rPr>
              <a:t>m </a:t>
            </a:r>
            <a:r>
              <a:rPr lang="en-US" altLang="zh-CN" b="0" dirty="0">
                <a:solidFill>
                  <a:schemeClr val="bg1"/>
                </a:solidFill>
                <a:latin typeface="Times New Roman" panose="02020603050405020304" pitchFamily="18" charset="0"/>
                <a:ea typeface="仿宋_GB2312" pitchFamily="49" charset="-122"/>
                <a:sym typeface="Symbol" panose="05050102010706020507" pitchFamily="18" charset="2"/>
              </a:rPr>
              <a:t></a:t>
            </a:r>
            <a:r>
              <a:rPr lang="en-US" altLang="zh-CN" b="0" i="1" dirty="0">
                <a:solidFill>
                  <a:schemeClr val="bg1"/>
                </a:solidFill>
                <a:latin typeface="Times New Roman" panose="02020603050405020304" pitchFamily="18" charset="0"/>
                <a:ea typeface="仿宋_GB2312" pitchFamily="49" charset="-122"/>
              </a:rPr>
              <a:t>p</a:t>
            </a:r>
            <a:endParaRPr lang="en-US" altLang="zh-CN" b="0" dirty="0">
              <a:solidFill>
                <a:schemeClr val="bg1"/>
              </a:solidFill>
              <a:latin typeface="Times New Roman" panose="02020603050405020304" pitchFamily="18" charset="0"/>
              <a:ea typeface="仿宋_GB2312" pitchFamily="49" charset="-122"/>
            </a:endParaRPr>
          </a:p>
          <a:p>
            <a:r>
              <a:rPr lang="zh-CN" altLang="en-US" sz="2800" dirty="0">
                <a:latin typeface="Arial" panose="020B0604020202020204" pitchFamily="34" charset="0"/>
              </a:rPr>
              <a:t>可以得到均衡的机械力矩。避免了机械振动。</a:t>
            </a:r>
            <a:endParaRPr lang="zh-CN" altLang="en-US" sz="2800" dirty="0">
              <a:latin typeface="Arial" panose="020B0604020202020204" pitchFamily="34" charset="0"/>
            </a:endParaRPr>
          </a:p>
        </p:txBody>
      </p:sp>
      <p:grpSp>
        <p:nvGrpSpPr>
          <p:cNvPr id="70663" name="Group 49"/>
          <p:cNvGrpSpPr/>
          <p:nvPr/>
        </p:nvGrpSpPr>
        <p:grpSpPr>
          <a:xfrm>
            <a:off x="8316913" y="6445250"/>
            <a:ext cx="792162" cy="366713"/>
            <a:chOff x="5193" y="4020"/>
            <a:chExt cx="499" cy="231"/>
          </a:xfrm>
        </p:grpSpPr>
        <p:pic>
          <p:nvPicPr>
            <p:cNvPr id="70670" name="Picture 50"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70671" name="Text Box 51">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0664" name="Group 52"/>
          <p:cNvGrpSpPr/>
          <p:nvPr/>
        </p:nvGrpSpPr>
        <p:grpSpPr>
          <a:xfrm>
            <a:off x="7451725" y="6445250"/>
            <a:ext cx="792163" cy="366713"/>
            <a:chOff x="5193" y="4020"/>
            <a:chExt cx="499" cy="231"/>
          </a:xfrm>
        </p:grpSpPr>
        <p:pic>
          <p:nvPicPr>
            <p:cNvPr id="70668" name="Picture 53"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70669" name="Text Box 54">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0665" name="Group 55"/>
          <p:cNvGrpSpPr/>
          <p:nvPr/>
        </p:nvGrpSpPr>
        <p:grpSpPr>
          <a:xfrm>
            <a:off x="6588125" y="6446838"/>
            <a:ext cx="792163" cy="366712"/>
            <a:chOff x="4695" y="4061"/>
            <a:chExt cx="499" cy="231"/>
          </a:xfrm>
        </p:grpSpPr>
        <p:pic>
          <p:nvPicPr>
            <p:cNvPr id="70666" name="Picture 56" descr="78900"/>
            <p:cNvPicPr>
              <a:picLocks noChangeAspect="1"/>
            </p:cNvPicPr>
            <p:nvPr/>
          </p:nvPicPr>
          <p:blipFill>
            <a:blip r:embed="rId1"/>
            <a:stretch>
              <a:fillRect/>
            </a:stretch>
          </p:blipFill>
          <p:spPr>
            <a:xfrm>
              <a:off x="4695" y="4107"/>
              <a:ext cx="499" cy="181"/>
            </a:xfrm>
            <a:prstGeom prst="rect">
              <a:avLst/>
            </a:prstGeom>
            <a:noFill/>
            <a:ln w="9525">
              <a:noFill/>
            </a:ln>
          </p:spPr>
        </p:pic>
        <p:sp>
          <p:nvSpPr>
            <p:cNvPr id="70667" name="Text Box 57">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0"/>
                                        <p:tgtEl>
                                          <p:spTgt spid="3"/>
                                        </p:tgtEl>
                                      </p:cBhvr>
                                    </p:animEffect>
                                  </p:childTnLst>
                                </p:cTn>
                              </p:par>
                            </p:childTnLst>
                          </p:cTn>
                        </p:par>
                        <p:par>
                          <p:cTn id="8" fill="hold">
                            <p:stCondLst>
                              <p:cond delay="2000"/>
                            </p:stCondLst>
                            <p:childTnLst>
                              <p:par>
                                <p:cTn id="9" presetID="2" presetClass="entr" presetSubtype="8" fill="hold" grpId="0" nodeType="afterEffect">
                                  <p:stCondLst>
                                    <p:cond delay="0"/>
                                  </p:stCondLst>
                                  <p:childTnLst>
                                    <p:set>
                                      <p:cBhvr>
                                        <p:cTn id="10" dur="1" fill="hold">
                                          <p:stCondLst>
                                            <p:cond delay="0"/>
                                          </p:stCondLst>
                                        </p:cTn>
                                        <p:tgtEl>
                                          <p:spTgt spid="60418"/>
                                        </p:tgtEl>
                                        <p:attrNameLst>
                                          <p:attrName>style.visibility</p:attrName>
                                        </p:attrNameLst>
                                      </p:cBhvr>
                                      <p:to>
                                        <p:strVal val="visible"/>
                                      </p:to>
                                    </p:set>
                                    <p:anim calcmode="lin" valueType="num">
                                      <p:cBhvr additive="base">
                                        <p:cTn id="11" dur="500" fill="hold"/>
                                        <p:tgtEl>
                                          <p:spTgt spid="60418"/>
                                        </p:tgtEl>
                                        <p:attrNameLst>
                                          <p:attrName>ppt_x</p:attrName>
                                        </p:attrNameLst>
                                      </p:cBhvr>
                                      <p:tavLst>
                                        <p:tav tm="0">
                                          <p:val>
                                            <p:strVal val="0-#ppt_w/2"/>
                                          </p:val>
                                        </p:tav>
                                        <p:tav tm="100000">
                                          <p:val>
                                            <p:strVal val="#ppt_x"/>
                                          </p:val>
                                        </p:tav>
                                      </p:tavLst>
                                    </p:anim>
                                    <p:anim calcmode="lin" valueType="num">
                                      <p:cBhvr additive="base">
                                        <p:cTn id="12" dur="500" fill="hold"/>
                                        <p:tgtEl>
                                          <p:spTgt spid="60418"/>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2000"/>
                                        <p:tgtEl>
                                          <p:spTgt spid="2"/>
                                        </p:tgtEl>
                                      </p:cBhvr>
                                    </p:animEffect>
                                  </p:childTnLst>
                                </p:cTn>
                              </p:par>
                            </p:childTnLst>
                          </p:cTn>
                        </p:par>
                        <p:par>
                          <p:cTn id="18" fill="hold">
                            <p:stCondLst>
                              <p:cond delay="2000"/>
                            </p:stCondLst>
                            <p:childTnLst>
                              <p:par>
                                <p:cTn id="19" presetID="12" presetClass="entr" presetSubtype="2" fill="hold" grpId="0" nodeType="afterEffect">
                                  <p:stCondLst>
                                    <p:cond delay="0"/>
                                  </p:stCondLst>
                                  <p:childTnLst>
                                    <p:set>
                                      <p:cBhvr>
                                        <p:cTn id="20" dur="1" fill="hold">
                                          <p:stCondLst>
                                            <p:cond delay="0"/>
                                          </p:stCondLst>
                                        </p:cTn>
                                        <p:tgtEl>
                                          <p:spTgt spid="60419"/>
                                        </p:tgtEl>
                                        <p:attrNameLst>
                                          <p:attrName>style.visibility</p:attrName>
                                        </p:attrNameLst>
                                      </p:cBhvr>
                                      <p:to>
                                        <p:strVal val="visible"/>
                                      </p:to>
                                    </p:set>
                                    <p:animEffect transition="in" filter="slide(fromRight)">
                                      <p:cBhvr>
                                        <p:cTn id="21" dur="500"/>
                                        <p:tgtEl>
                                          <p:spTgt spid="6041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60442"/>
                                        </p:tgtEl>
                                        <p:attrNameLst>
                                          <p:attrName>style.visibility</p:attrName>
                                        </p:attrNameLst>
                                      </p:cBhvr>
                                      <p:to>
                                        <p:strVal val="visible"/>
                                      </p:to>
                                    </p:set>
                                    <p:animEffect transition="in" filter="wipe(up)">
                                      <p:cBhvr>
                                        <p:cTn id="26" dur="2000"/>
                                        <p:tgtEl>
                                          <p:spTgt spid="60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8" grpId="0" animBg="1"/>
      <p:bldP spid="60419" grpId="0" animBg="1"/>
      <p:bldP spid="6044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Text Box 2"/>
          <p:cNvSpPr txBox="1"/>
          <p:nvPr/>
        </p:nvSpPr>
        <p:spPr>
          <a:xfrm>
            <a:off x="323850" y="549275"/>
            <a:ext cx="3962400" cy="579438"/>
          </a:xfrm>
          <a:prstGeom prst="rect">
            <a:avLst/>
          </a:prstGeom>
          <a:noFill/>
          <a:ln w="9525">
            <a:noFill/>
          </a:ln>
        </p:spPr>
        <p:txBody>
          <a:bodyPr>
            <a:spAutoFit/>
          </a:bodyPr>
          <a:p>
            <a:r>
              <a:rPr lang="en-US" altLang="zh-CN" b="0" dirty="0">
                <a:solidFill>
                  <a:schemeClr val="bg1"/>
                </a:solidFill>
                <a:latin typeface="Times New Roman" panose="02020603050405020304" pitchFamily="18" charset="0"/>
              </a:rPr>
              <a:t>2.</a:t>
            </a:r>
            <a:r>
              <a:rPr lang="en-US" altLang="zh-CN" dirty="0">
                <a:solidFill>
                  <a:schemeClr val="bg1"/>
                </a:solidFill>
                <a:latin typeface="楷体_GB2312" pitchFamily="49" charset="-122"/>
              </a:rPr>
              <a:t> </a:t>
            </a:r>
            <a:r>
              <a:rPr lang="zh-CN" altLang="en-US" dirty="0">
                <a:solidFill>
                  <a:schemeClr val="bg1"/>
                </a:solidFill>
                <a:latin typeface="楷体_GB2312" pitchFamily="49" charset="-122"/>
              </a:rPr>
              <a:t>三相功率的测量</a:t>
            </a:r>
            <a:endParaRPr lang="zh-CN" altLang="en-US" dirty="0">
              <a:solidFill>
                <a:schemeClr val="bg1"/>
              </a:solidFill>
              <a:latin typeface="楷体_GB2312" pitchFamily="49" charset="-122"/>
            </a:endParaRPr>
          </a:p>
        </p:txBody>
      </p:sp>
      <p:sp>
        <p:nvSpPr>
          <p:cNvPr id="56323" name="Text Box 3"/>
          <p:cNvSpPr txBox="1"/>
          <p:nvPr/>
        </p:nvSpPr>
        <p:spPr>
          <a:xfrm>
            <a:off x="684213" y="1268413"/>
            <a:ext cx="1800225" cy="547687"/>
          </a:xfrm>
          <a:prstGeom prst="rect">
            <a:avLst/>
          </a:prstGeom>
          <a:noFill/>
          <a:ln w="28575" cap="flat" cmpd="sng">
            <a:solidFill>
              <a:srgbClr val="00FFFF"/>
            </a:solidFill>
            <a:prstDash val="solid"/>
            <a:miter/>
            <a:headEnd type="none" w="med" len="med"/>
            <a:tailEnd type="none" w="med" len="med"/>
          </a:ln>
        </p:spPr>
        <p:txBody>
          <a:bodyPr>
            <a:spAutoFit/>
          </a:bodyPr>
          <a:p>
            <a:pPr marL="342900" indent="-342900">
              <a:buAutoNum type="circleNumDbPlain"/>
            </a:pPr>
            <a:r>
              <a:rPr lang="zh-CN" altLang="en-US" sz="2800" dirty="0">
                <a:latin typeface="楷体_GB2312" pitchFamily="49" charset="-122"/>
              </a:rPr>
              <a:t>三表法</a:t>
            </a:r>
            <a:endParaRPr lang="zh-CN" altLang="en-US" sz="2800" dirty="0">
              <a:latin typeface="楷体_GB2312" pitchFamily="49" charset="-122"/>
            </a:endParaRPr>
          </a:p>
        </p:txBody>
      </p:sp>
      <p:sp>
        <p:nvSpPr>
          <p:cNvPr id="56324" name="Text Box 4"/>
          <p:cNvSpPr txBox="1"/>
          <p:nvPr/>
        </p:nvSpPr>
        <p:spPr>
          <a:xfrm>
            <a:off x="1116013" y="5805488"/>
            <a:ext cx="6911975" cy="519112"/>
          </a:xfrm>
          <a:prstGeom prst="rect">
            <a:avLst/>
          </a:prstGeom>
          <a:noFill/>
          <a:ln w="9525">
            <a:noFill/>
          </a:ln>
        </p:spPr>
        <p:txBody>
          <a:bodyPr lIns="198000" rIns="198000">
            <a:spAutoFit/>
          </a:bodyPr>
          <a:p>
            <a:r>
              <a:rPr lang="zh-CN" altLang="en-US" sz="2800" dirty="0">
                <a:latin typeface="楷体_GB2312" pitchFamily="49" charset="-122"/>
              </a:rPr>
              <a:t>若负载对称，则需一块表，读数乘以</a:t>
            </a:r>
            <a:r>
              <a:rPr lang="en-US" altLang="zh-CN" sz="2800" dirty="0">
                <a:solidFill>
                  <a:schemeClr val="bg1"/>
                </a:solidFill>
                <a:latin typeface="楷体_GB2312" pitchFamily="49" charset="-122"/>
              </a:rPr>
              <a:t>3</a:t>
            </a:r>
            <a:r>
              <a:rPr lang="zh-CN" altLang="en-US" sz="2800" dirty="0">
                <a:latin typeface="楷体_GB2312" pitchFamily="49" charset="-122"/>
              </a:rPr>
              <a:t>。</a:t>
            </a:r>
            <a:endParaRPr lang="zh-CN" altLang="en-US" sz="2800" dirty="0">
              <a:latin typeface="楷体_GB2312" pitchFamily="49" charset="-122"/>
            </a:endParaRPr>
          </a:p>
        </p:txBody>
      </p:sp>
      <p:graphicFrame>
        <p:nvGraphicFramePr>
          <p:cNvPr id="56325" name="Object 5"/>
          <p:cNvGraphicFramePr/>
          <p:nvPr/>
        </p:nvGraphicFramePr>
        <p:xfrm>
          <a:off x="2195513" y="4365625"/>
          <a:ext cx="4305300" cy="619125"/>
        </p:xfrm>
        <a:graphic>
          <a:graphicData uri="http://schemas.openxmlformats.org/presentationml/2006/ole">
            <mc:AlternateContent xmlns:mc="http://schemas.openxmlformats.org/markup-compatibility/2006">
              <mc:Choice xmlns:v="urn:schemas-microsoft-com:vml" Requires="v">
                <p:oleObj spid="_x0000_s3412" name="" r:id="rId1" imgW="1675765" imgH="241300" progId="Equation.3">
                  <p:embed/>
                </p:oleObj>
              </mc:Choice>
              <mc:Fallback>
                <p:oleObj name="" r:id="rId1" imgW="1675765" imgH="241300" progId="Equation.3">
                  <p:embed/>
                  <p:pic>
                    <p:nvPicPr>
                      <p:cNvPr id="0" name="图片 3411"/>
                      <p:cNvPicPr/>
                      <p:nvPr/>
                    </p:nvPicPr>
                    <p:blipFill>
                      <a:blip r:embed="rId2">
                        <a:clrChange>
                          <a:clrFrom>
                            <a:srgbClr val="000000"/>
                          </a:clrFrom>
                          <a:clrTo>
                            <a:srgbClr val="FFFFFF"/>
                          </a:clrTo>
                        </a:clrChange>
                      </a:blip>
                      <a:stretch>
                        <a:fillRect/>
                      </a:stretch>
                    </p:blipFill>
                    <p:spPr>
                      <a:xfrm>
                        <a:off x="2195513" y="4365625"/>
                        <a:ext cx="4305300" cy="619125"/>
                      </a:xfrm>
                      <a:prstGeom prst="rect">
                        <a:avLst/>
                      </a:prstGeom>
                      <a:noFill/>
                      <a:ln w="38100">
                        <a:noFill/>
                        <a:miter/>
                      </a:ln>
                    </p:spPr>
                  </p:pic>
                </p:oleObj>
              </mc:Fallback>
            </mc:AlternateContent>
          </a:graphicData>
        </a:graphic>
      </p:graphicFrame>
      <p:graphicFrame>
        <p:nvGraphicFramePr>
          <p:cNvPr id="56358" name="Object 38"/>
          <p:cNvGraphicFramePr/>
          <p:nvPr/>
        </p:nvGraphicFramePr>
        <p:xfrm>
          <a:off x="2195513" y="5084763"/>
          <a:ext cx="2728912" cy="569912"/>
        </p:xfrm>
        <a:graphic>
          <a:graphicData uri="http://schemas.openxmlformats.org/presentationml/2006/ole">
            <mc:AlternateContent xmlns:mc="http://schemas.openxmlformats.org/markup-compatibility/2006">
              <mc:Choice xmlns:v="urn:schemas-microsoft-com:vml" Requires="v">
                <p:oleObj spid="_x0000_s3413" name="" r:id="rId3" imgW="1155065" imgH="241300" progId="Equation.3">
                  <p:embed/>
                </p:oleObj>
              </mc:Choice>
              <mc:Fallback>
                <p:oleObj name="" r:id="rId3" imgW="1155065" imgH="241300" progId="Equation.3">
                  <p:embed/>
                  <p:pic>
                    <p:nvPicPr>
                      <p:cNvPr id="0" name="图片 3412"/>
                      <p:cNvPicPr/>
                      <p:nvPr/>
                    </p:nvPicPr>
                    <p:blipFill>
                      <a:blip r:embed="rId4">
                        <a:clrChange>
                          <a:clrFrom>
                            <a:srgbClr val="000000"/>
                          </a:clrFrom>
                          <a:clrTo>
                            <a:srgbClr val="FFFFFF"/>
                          </a:clrTo>
                        </a:clrChange>
                      </a:blip>
                      <a:stretch>
                        <a:fillRect/>
                      </a:stretch>
                    </p:blipFill>
                    <p:spPr>
                      <a:xfrm>
                        <a:off x="2195513" y="5084763"/>
                        <a:ext cx="2728912" cy="569912"/>
                      </a:xfrm>
                      <a:prstGeom prst="rect">
                        <a:avLst/>
                      </a:prstGeom>
                      <a:noFill/>
                      <a:ln w="38100">
                        <a:noFill/>
                        <a:miter/>
                      </a:ln>
                    </p:spPr>
                  </p:pic>
                </p:oleObj>
              </mc:Fallback>
            </mc:AlternateContent>
          </a:graphicData>
        </a:graphic>
      </p:graphicFrame>
      <p:sp>
        <p:nvSpPr>
          <p:cNvPr id="56362" name="AutoShape 42" descr="羊皮纸"/>
          <p:cNvSpPr/>
          <p:nvPr/>
        </p:nvSpPr>
        <p:spPr>
          <a:xfrm>
            <a:off x="7596188" y="549275"/>
            <a:ext cx="647700" cy="2305050"/>
          </a:xfrm>
          <a:prstGeom prst="wedgeRoundRectCallout">
            <a:avLst>
              <a:gd name="adj1" fmla="val -222796"/>
              <a:gd name="adj2" fmla="val 36296"/>
              <a:gd name="adj3" fmla="val 16667"/>
            </a:avLst>
          </a:prstGeom>
          <a:blipFill rotWithShape="1">
            <a:blip r:embed="rId5"/>
          </a:blipFill>
          <a:ln w="9525">
            <a:noFill/>
          </a:ln>
        </p:spPr>
        <p:txBody>
          <a:bodyPr/>
          <a:p>
            <a:pPr algn="ctr"/>
            <a:r>
              <a:rPr lang="zh-CN" altLang="en-US" sz="2800" dirty="0">
                <a:solidFill>
                  <a:schemeClr val="tx1"/>
                </a:solidFill>
                <a:latin typeface="Arial" panose="020B0604020202020204" pitchFamily="34" charset="0"/>
              </a:rPr>
              <a:t>三相四线制</a:t>
            </a:r>
            <a:endParaRPr lang="zh-CN" altLang="en-US" sz="2800" dirty="0">
              <a:solidFill>
                <a:schemeClr val="tx1"/>
              </a:solidFill>
              <a:latin typeface="Arial" panose="020B0604020202020204" pitchFamily="34" charset="0"/>
            </a:endParaRPr>
          </a:p>
        </p:txBody>
      </p:sp>
      <p:grpSp>
        <p:nvGrpSpPr>
          <p:cNvPr id="2" name="Group 56"/>
          <p:cNvGrpSpPr/>
          <p:nvPr/>
        </p:nvGrpSpPr>
        <p:grpSpPr>
          <a:xfrm>
            <a:off x="2411413" y="1628775"/>
            <a:ext cx="4206875" cy="2732088"/>
            <a:chOff x="1202" y="1674"/>
            <a:chExt cx="2650" cy="1721"/>
          </a:xfrm>
        </p:grpSpPr>
        <p:sp>
          <p:nvSpPr>
            <p:cNvPr id="50194" name="Text Box 57"/>
            <p:cNvSpPr txBox="1"/>
            <p:nvPr/>
          </p:nvSpPr>
          <p:spPr>
            <a:xfrm>
              <a:off x="1922" y="1674"/>
              <a:ext cx="22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0195" name="Rectangle 58"/>
            <p:cNvSpPr/>
            <p:nvPr/>
          </p:nvSpPr>
          <p:spPr>
            <a:xfrm>
              <a:off x="3132" y="1934"/>
              <a:ext cx="720" cy="1344"/>
            </a:xfrm>
            <a:prstGeom prst="rect">
              <a:avLst/>
            </a:prstGeom>
            <a:gradFill rotWithShape="1">
              <a:gsLst>
                <a:gs pos="0">
                  <a:srgbClr val="FF9900"/>
                </a:gs>
                <a:gs pos="100000">
                  <a:srgbClr val="764700"/>
                </a:gs>
              </a:gsLst>
              <a:path path="shape">
                <a:fillToRect l="50000" t="50000" r="50000" b="50000"/>
              </a:path>
              <a:tileRect/>
            </a:gradFill>
            <a:ln w="38100">
              <a:noFill/>
            </a:ln>
          </p:spPr>
          <p:txBody>
            <a:bodyPr wrap="none" anchor="ctr" anchorCtr="0"/>
            <a:p>
              <a:pPr algn="ctr"/>
              <a:r>
                <a:rPr lang="zh-CN" altLang="en-US" sz="2800" dirty="0">
                  <a:solidFill>
                    <a:schemeClr val="bg1"/>
                  </a:solidFill>
                  <a:latin typeface="Times New Roman" panose="02020603050405020304" pitchFamily="18" charset="0"/>
                </a:rPr>
                <a:t>三</a:t>
              </a:r>
              <a:endParaRPr lang="zh-CN" altLang="en-US" sz="2800" dirty="0">
                <a:solidFill>
                  <a:schemeClr val="bg1"/>
                </a:solidFill>
                <a:latin typeface="Times New Roman" panose="02020603050405020304" pitchFamily="18" charset="0"/>
              </a:endParaRPr>
            </a:p>
            <a:p>
              <a:pPr algn="ctr"/>
              <a:r>
                <a:rPr lang="zh-CN" altLang="en-US" sz="2800" dirty="0">
                  <a:solidFill>
                    <a:schemeClr val="bg1"/>
                  </a:solidFill>
                  <a:latin typeface="Times New Roman" panose="02020603050405020304" pitchFamily="18" charset="0"/>
                </a:rPr>
                <a:t>相</a:t>
              </a:r>
              <a:endParaRPr lang="zh-CN" altLang="en-US" sz="2800" dirty="0">
                <a:solidFill>
                  <a:schemeClr val="bg1"/>
                </a:solidFill>
                <a:latin typeface="Times New Roman" panose="02020603050405020304" pitchFamily="18" charset="0"/>
              </a:endParaRPr>
            </a:p>
            <a:p>
              <a:pPr algn="ctr"/>
              <a:r>
                <a:rPr lang="zh-CN" altLang="en-US" sz="2800" dirty="0">
                  <a:solidFill>
                    <a:schemeClr val="bg1"/>
                  </a:solidFill>
                  <a:latin typeface="Times New Roman" panose="02020603050405020304" pitchFamily="18" charset="0"/>
                </a:rPr>
                <a:t>负</a:t>
              </a:r>
              <a:endParaRPr lang="zh-CN" altLang="en-US" sz="2800" dirty="0">
                <a:solidFill>
                  <a:schemeClr val="bg1"/>
                </a:solidFill>
                <a:latin typeface="Times New Roman" panose="02020603050405020304" pitchFamily="18" charset="0"/>
              </a:endParaRPr>
            </a:p>
            <a:p>
              <a:pPr algn="ctr"/>
              <a:r>
                <a:rPr lang="zh-CN" altLang="en-US" sz="2800" dirty="0">
                  <a:solidFill>
                    <a:schemeClr val="bg1"/>
                  </a:solidFill>
                  <a:latin typeface="Times New Roman" panose="02020603050405020304" pitchFamily="18" charset="0"/>
                </a:rPr>
                <a:t>载</a:t>
              </a:r>
              <a:endParaRPr lang="zh-CN" altLang="en-US" sz="2800" dirty="0">
                <a:solidFill>
                  <a:schemeClr val="bg1"/>
                </a:solidFill>
                <a:latin typeface="Times New Roman" panose="02020603050405020304" pitchFamily="18" charset="0"/>
              </a:endParaRPr>
            </a:p>
          </p:txBody>
        </p:sp>
        <p:sp>
          <p:nvSpPr>
            <p:cNvPr id="50196" name="Line 59"/>
            <p:cNvSpPr/>
            <p:nvPr/>
          </p:nvSpPr>
          <p:spPr>
            <a:xfrm>
              <a:off x="1500" y="2030"/>
              <a:ext cx="1632" cy="0"/>
            </a:xfrm>
            <a:prstGeom prst="line">
              <a:avLst/>
            </a:prstGeom>
            <a:ln w="28575" cap="flat" cmpd="sng">
              <a:solidFill>
                <a:srgbClr val="FFCC00"/>
              </a:solidFill>
              <a:prstDash val="solid"/>
              <a:headEnd type="none" w="med" len="med"/>
              <a:tailEnd type="none" w="med" len="med"/>
            </a:ln>
          </p:spPr>
        </p:sp>
        <p:sp>
          <p:nvSpPr>
            <p:cNvPr id="50197" name="Line 60"/>
            <p:cNvSpPr/>
            <p:nvPr/>
          </p:nvSpPr>
          <p:spPr>
            <a:xfrm>
              <a:off x="1500" y="2462"/>
              <a:ext cx="1632" cy="0"/>
            </a:xfrm>
            <a:prstGeom prst="line">
              <a:avLst/>
            </a:prstGeom>
            <a:ln w="28575" cap="flat" cmpd="sng">
              <a:solidFill>
                <a:srgbClr val="FFCC00"/>
              </a:solidFill>
              <a:prstDash val="solid"/>
              <a:headEnd type="none" w="med" len="med"/>
              <a:tailEnd type="none" w="med" len="med"/>
            </a:ln>
          </p:spPr>
        </p:sp>
        <p:sp>
          <p:nvSpPr>
            <p:cNvPr id="50198" name="Line 61"/>
            <p:cNvSpPr/>
            <p:nvPr/>
          </p:nvSpPr>
          <p:spPr>
            <a:xfrm>
              <a:off x="1500" y="2894"/>
              <a:ext cx="1632" cy="0"/>
            </a:xfrm>
            <a:prstGeom prst="line">
              <a:avLst/>
            </a:prstGeom>
            <a:ln w="28575" cap="flat" cmpd="sng">
              <a:solidFill>
                <a:srgbClr val="FFCC00"/>
              </a:solidFill>
              <a:prstDash val="solid"/>
              <a:headEnd type="none" w="med" len="med"/>
              <a:tailEnd type="none" w="med" len="med"/>
            </a:ln>
          </p:spPr>
        </p:sp>
        <p:sp>
          <p:nvSpPr>
            <p:cNvPr id="50199" name="Line 62"/>
            <p:cNvSpPr/>
            <p:nvPr/>
          </p:nvSpPr>
          <p:spPr>
            <a:xfrm>
              <a:off x="1500" y="3230"/>
              <a:ext cx="1632" cy="0"/>
            </a:xfrm>
            <a:prstGeom prst="line">
              <a:avLst/>
            </a:prstGeom>
            <a:ln w="28575" cap="flat" cmpd="sng">
              <a:solidFill>
                <a:srgbClr val="FFCC00"/>
              </a:solidFill>
              <a:prstDash val="solid"/>
              <a:headEnd type="none" w="med" len="med"/>
              <a:tailEnd type="none" w="med" len="med"/>
            </a:ln>
          </p:spPr>
        </p:sp>
        <p:sp>
          <p:nvSpPr>
            <p:cNvPr id="50200" name="Line 63"/>
            <p:cNvSpPr/>
            <p:nvPr/>
          </p:nvSpPr>
          <p:spPr>
            <a:xfrm flipH="1">
              <a:off x="2832" y="2659"/>
              <a:ext cx="3" cy="571"/>
            </a:xfrm>
            <a:prstGeom prst="line">
              <a:avLst/>
            </a:prstGeom>
            <a:ln w="28575" cap="flat" cmpd="sng">
              <a:solidFill>
                <a:srgbClr val="FFCC00"/>
              </a:solidFill>
              <a:prstDash val="solid"/>
              <a:headEnd type="none" w="med" len="med"/>
              <a:tailEnd type="oval" w="med" len="med"/>
            </a:ln>
          </p:spPr>
        </p:sp>
        <p:sp>
          <p:nvSpPr>
            <p:cNvPr id="50201" name="Line 64"/>
            <p:cNvSpPr/>
            <p:nvPr/>
          </p:nvSpPr>
          <p:spPr>
            <a:xfrm>
              <a:off x="2381" y="2205"/>
              <a:ext cx="7" cy="1025"/>
            </a:xfrm>
            <a:prstGeom prst="line">
              <a:avLst/>
            </a:prstGeom>
            <a:ln w="28575" cap="flat" cmpd="sng">
              <a:solidFill>
                <a:srgbClr val="FFCC00"/>
              </a:solidFill>
              <a:prstDash val="solid"/>
              <a:headEnd type="none" w="med" len="med"/>
              <a:tailEnd type="oval" w="med" len="med"/>
            </a:ln>
          </p:spPr>
        </p:sp>
        <p:sp>
          <p:nvSpPr>
            <p:cNvPr id="50202" name="Line 65"/>
            <p:cNvSpPr/>
            <p:nvPr/>
          </p:nvSpPr>
          <p:spPr>
            <a:xfrm>
              <a:off x="1956" y="1790"/>
              <a:ext cx="0" cy="1440"/>
            </a:xfrm>
            <a:prstGeom prst="line">
              <a:avLst/>
            </a:prstGeom>
            <a:ln w="28575" cap="flat" cmpd="sng">
              <a:solidFill>
                <a:srgbClr val="FFCC00"/>
              </a:solidFill>
              <a:prstDash val="solid"/>
              <a:headEnd type="none" w="med" len="med"/>
              <a:tailEnd type="oval" w="med" len="med"/>
            </a:ln>
          </p:spPr>
        </p:sp>
        <p:sp>
          <p:nvSpPr>
            <p:cNvPr id="50203" name="Line 66"/>
            <p:cNvSpPr/>
            <p:nvPr/>
          </p:nvSpPr>
          <p:spPr>
            <a:xfrm flipV="1">
              <a:off x="2598" y="2659"/>
              <a:ext cx="10" cy="235"/>
            </a:xfrm>
            <a:prstGeom prst="line">
              <a:avLst/>
            </a:prstGeom>
            <a:ln w="28575" cap="flat" cmpd="sng">
              <a:solidFill>
                <a:srgbClr val="FFCC00"/>
              </a:solidFill>
              <a:prstDash val="solid"/>
              <a:headEnd type="oval" w="med" len="med"/>
              <a:tailEnd type="none" w="med" len="med"/>
            </a:ln>
          </p:spPr>
        </p:sp>
        <p:sp>
          <p:nvSpPr>
            <p:cNvPr id="50204" name="Line 67"/>
            <p:cNvSpPr/>
            <p:nvPr/>
          </p:nvSpPr>
          <p:spPr>
            <a:xfrm>
              <a:off x="2598" y="2659"/>
              <a:ext cx="240" cy="0"/>
            </a:xfrm>
            <a:prstGeom prst="line">
              <a:avLst/>
            </a:prstGeom>
            <a:ln w="28575" cap="flat" cmpd="sng">
              <a:solidFill>
                <a:srgbClr val="FFCC00"/>
              </a:solidFill>
              <a:prstDash val="solid"/>
              <a:headEnd type="none" w="med" len="med"/>
              <a:tailEnd type="none" w="med" len="med"/>
            </a:ln>
          </p:spPr>
        </p:sp>
        <p:sp>
          <p:nvSpPr>
            <p:cNvPr id="50205" name="Line 68"/>
            <p:cNvSpPr/>
            <p:nvPr/>
          </p:nvSpPr>
          <p:spPr>
            <a:xfrm flipV="1">
              <a:off x="2154" y="2205"/>
              <a:ext cx="0" cy="273"/>
            </a:xfrm>
            <a:prstGeom prst="line">
              <a:avLst/>
            </a:prstGeom>
            <a:ln w="28575" cap="flat" cmpd="sng">
              <a:solidFill>
                <a:srgbClr val="FFCC00"/>
              </a:solidFill>
              <a:prstDash val="solid"/>
              <a:headEnd type="oval" w="med" len="med"/>
              <a:tailEnd type="none" w="med" len="med"/>
            </a:ln>
          </p:spPr>
        </p:sp>
        <p:cxnSp>
          <p:nvCxnSpPr>
            <p:cNvPr id="50206" name="AutoShape 69"/>
            <p:cNvCxnSpPr>
              <a:stCxn id="50205" idx="1"/>
            </p:cNvCxnSpPr>
            <p:nvPr/>
          </p:nvCxnSpPr>
          <p:spPr>
            <a:xfrm>
              <a:off x="2154" y="2197"/>
              <a:ext cx="234" cy="9"/>
            </a:xfrm>
            <a:prstGeom prst="straightConnector1">
              <a:avLst/>
            </a:prstGeom>
            <a:ln w="28575" cap="flat" cmpd="sng">
              <a:solidFill>
                <a:srgbClr val="FFCC00"/>
              </a:solidFill>
              <a:prstDash val="solid"/>
              <a:headEnd type="none" w="med" len="med"/>
              <a:tailEnd type="none" w="med" len="med"/>
            </a:ln>
          </p:spPr>
        </p:cxnSp>
        <p:sp>
          <p:nvSpPr>
            <p:cNvPr id="50207" name="Line 70"/>
            <p:cNvSpPr/>
            <p:nvPr/>
          </p:nvSpPr>
          <p:spPr>
            <a:xfrm flipV="1">
              <a:off x="1740" y="1790"/>
              <a:ext cx="0" cy="240"/>
            </a:xfrm>
            <a:prstGeom prst="line">
              <a:avLst/>
            </a:prstGeom>
            <a:ln w="28575" cap="flat" cmpd="sng">
              <a:solidFill>
                <a:srgbClr val="FFCC00"/>
              </a:solidFill>
              <a:prstDash val="solid"/>
              <a:headEnd type="oval" w="med" len="med"/>
              <a:tailEnd type="none" w="med" len="med"/>
            </a:ln>
          </p:spPr>
        </p:sp>
        <p:cxnSp>
          <p:nvCxnSpPr>
            <p:cNvPr id="50208" name="AutoShape 71"/>
            <p:cNvCxnSpPr>
              <a:stCxn id="50207" idx="1"/>
              <a:endCxn id="50202" idx="0"/>
            </p:cNvCxnSpPr>
            <p:nvPr/>
          </p:nvCxnSpPr>
          <p:spPr>
            <a:xfrm>
              <a:off x="1740" y="1784"/>
              <a:ext cx="216" cy="0"/>
            </a:xfrm>
            <a:prstGeom prst="straightConnector1">
              <a:avLst/>
            </a:prstGeom>
            <a:ln w="28575" cap="flat" cmpd="sng">
              <a:solidFill>
                <a:srgbClr val="FFCC00"/>
              </a:solidFill>
              <a:prstDash val="solid"/>
              <a:headEnd type="none" w="med" len="med"/>
              <a:tailEnd type="none" w="med" len="med"/>
            </a:ln>
          </p:spPr>
        </p:cxnSp>
        <p:sp>
          <p:nvSpPr>
            <p:cNvPr id="50209" name="Oval 72"/>
            <p:cNvSpPr/>
            <p:nvPr/>
          </p:nvSpPr>
          <p:spPr>
            <a:xfrm>
              <a:off x="1791" y="1888"/>
              <a:ext cx="317" cy="317"/>
            </a:xfrm>
            <a:prstGeom prst="ellipse">
              <a:avLst/>
            </a:prstGeom>
            <a:gradFill rotWithShape="1">
              <a:gsLst>
                <a:gs pos="0">
                  <a:srgbClr val="184776"/>
                </a:gs>
                <a:gs pos="100000">
                  <a:srgbClr val="3399FF"/>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r>
                <a:rPr lang="en-US" altLang="zh-CN" sz="2800" b="0" dirty="0">
                  <a:solidFill>
                    <a:schemeClr val="bg1"/>
                  </a:solidFill>
                  <a:latin typeface="Times New Roman" panose="02020603050405020304" pitchFamily="18" charset="0"/>
                  <a:ea typeface="宋体" panose="02010600030101010101" pitchFamily="2" charset="-122"/>
                </a:rPr>
                <a:t>W</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0210" name="Text Box 73"/>
            <p:cNvSpPr txBox="1"/>
            <p:nvPr/>
          </p:nvSpPr>
          <p:spPr>
            <a:xfrm>
              <a:off x="1226" y="1868"/>
              <a:ext cx="27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0211" name="Text Box 74"/>
            <p:cNvSpPr txBox="1"/>
            <p:nvPr/>
          </p:nvSpPr>
          <p:spPr>
            <a:xfrm>
              <a:off x="1232" y="2276"/>
              <a:ext cx="265"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0212" name="Text Box 75"/>
            <p:cNvSpPr txBox="1"/>
            <p:nvPr/>
          </p:nvSpPr>
          <p:spPr>
            <a:xfrm>
              <a:off x="1202" y="2696"/>
              <a:ext cx="265"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0213" name="Text Box 76"/>
            <p:cNvSpPr txBox="1"/>
            <p:nvPr/>
          </p:nvSpPr>
          <p:spPr>
            <a:xfrm>
              <a:off x="1226" y="3068"/>
              <a:ext cx="27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0214" name="Text Box 77"/>
            <p:cNvSpPr txBox="1"/>
            <p:nvPr/>
          </p:nvSpPr>
          <p:spPr>
            <a:xfrm>
              <a:off x="2472" y="2886"/>
              <a:ext cx="22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0215" name="Text Box 78"/>
            <p:cNvSpPr txBox="1"/>
            <p:nvPr/>
          </p:nvSpPr>
          <p:spPr>
            <a:xfrm>
              <a:off x="2835" y="2568"/>
              <a:ext cx="22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0216" name="Text Box 79"/>
            <p:cNvSpPr txBox="1"/>
            <p:nvPr/>
          </p:nvSpPr>
          <p:spPr>
            <a:xfrm>
              <a:off x="2381" y="2115"/>
              <a:ext cx="22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0217" name="Text Box 80"/>
            <p:cNvSpPr txBox="1"/>
            <p:nvPr/>
          </p:nvSpPr>
          <p:spPr>
            <a:xfrm>
              <a:off x="2018" y="2432"/>
              <a:ext cx="22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0218" name="Text Box 81"/>
            <p:cNvSpPr txBox="1"/>
            <p:nvPr/>
          </p:nvSpPr>
          <p:spPr>
            <a:xfrm>
              <a:off x="1610" y="1979"/>
              <a:ext cx="22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0219" name="Oval 82"/>
            <p:cNvSpPr/>
            <p:nvPr/>
          </p:nvSpPr>
          <p:spPr>
            <a:xfrm>
              <a:off x="1455" y="2000"/>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0220" name="Oval 83"/>
            <p:cNvSpPr/>
            <p:nvPr/>
          </p:nvSpPr>
          <p:spPr>
            <a:xfrm>
              <a:off x="1449" y="2438"/>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0221" name="Oval 84"/>
            <p:cNvSpPr/>
            <p:nvPr/>
          </p:nvSpPr>
          <p:spPr>
            <a:xfrm>
              <a:off x="1458" y="2864"/>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0222" name="Oval 85"/>
            <p:cNvSpPr/>
            <p:nvPr/>
          </p:nvSpPr>
          <p:spPr>
            <a:xfrm>
              <a:off x="1463" y="3206"/>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0223" name="Oval 86"/>
            <p:cNvSpPr/>
            <p:nvPr/>
          </p:nvSpPr>
          <p:spPr>
            <a:xfrm>
              <a:off x="2245" y="2296"/>
              <a:ext cx="317" cy="317"/>
            </a:xfrm>
            <a:prstGeom prst="ellipse">
              <a:avLst/>
            </a:prstGeom>
            <a:gradFill rotWithShape="1">
              <a:gsLst>
                <a:gs pos="0">
                  <a:srgbClr val="184776"/>
                </a:gs>
                <a:gs pos="100000">
                  <a:srgbClr val="3399FF"/>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r>
                <a:rPr lang="en-US" altLang="zh-CN" sz="2800" b="0" dirty="0">
                  <a:solidFill>
                    <a:schemeClr val="bg1"/>
                  </a:solidFill>
                  <a:latin typeface="Times New Roman" panose="02020603050405020304" pitchFamily="18" charset="0"/>
                  <a:ea typeface="宋体" panose="02010600030101010101" pitchFamily="2" charset="-122"/>
                </a:rPr>
                <a:t>W</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0224" name="Oval 87"/>
            <p:cNvSpPr/>
            <p:nvPr/>
          </p:nvSpPr>
          <p:spPr>
            <a:xfrm>
              <a:off x="2653" y="2750"/>
              <a:ext cx="317" cy="317"/>
            </a:xfrm>
            <a:prstGeom prst="ellipse">
              <a:avLst/>
            </a:prstGeom>
            <a:gradFill rotWithShape="1">
              <a:gsLst>
                <a:gs pos="0">
                  <a:srgbClr val="184776"/>
                </a:gs>
                <a:gs pos="100000">
                  <a:srgbClr val="3399FF"/>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r>
                <a:rPr lang="en-US" altLang="zh-CN" sz="2800" b="0" dirty="0">
                  <a:solidFill>
                    <a:schemeClr val="bg1"/>
                  </a:solidFill>
                  <a:latin typeface="Times New Roman" panose="02020603050405020304" pitchFamily="18" charset="0"/>
                  <a:ea typeface="宋体" panose="02010600030101010101" pitchFamily="2" charset="-122"/>
                </a:rPr>
                <a:t>W</a:t>
              </a:r>
              <a:endParaRPr lang="en-US" altLang="zh-CN" sz="2800" b="0" dirty="0">
                <a:solidFill>
                  <a:schemeClr val="bg1"/>
                </a:solidFill>
                <a:latin typeface="Times New Roman" panose="02020603050405020304" pitchFamily="18" charset="0"/>
                <a:ea typeface="宋体" panose="02010600030101010101" pitchFamily="2" charset="-122"/>
              </a:endParaRPr>
            </a:p>
          </p:txBody>
        </p:sp>
      </p:grpSp>
      <p:grpSp>
        <p:nvGrpSpPr>
          <p:cNvPr id="50185" name="Group 97"/>
          <p:cNvGrpSpPr/>
          <p:nvPr/>
        </p:nvGrpSpPr>
        <p:grpSpPr>
          <a:xfrm>
            <a:off x="8316913" y="6445250"/>
            <a:ext cx="792162" cy="366713"/>
            <a:chOff x="5193" y="4020"/>
            <a:chExt cx="499" cy="231"/>
          </a:xfrm>
        </p:grpSpPr>
        <p:pic>
          <p:nvPicPr>
            <p:cNvPr id="50192" name="Picture 98" descr="78900"/>
            <p:cNvPicPr>
              <a:picLocks noChangeAspect="1"/>
            </p:cNvPicPr>
            <p:nvPr/>
          </p:nvPicPr>
          <p:blipFill>
            <a:blip r:embed="rId6"/>
            <a:stretch>
              <a:fillRect/>
            </a:stretch>
          </p:blipFill>
          <p:spPr>
            <a:xfrm>
              <a:off x="5193" y="4066"/>
              <a:ext cx="499" cy="181"/>
            </a:xfrm>
            <a:prstGeom prst="rect">
              <a:avLst/>
            </a:prstGeom>
            <a:noFill/>
            <a:ln w="9525">
              <a:noFill/>
            </a:ln>
          </p:spPr>
        </p:pic>
        <p:sp>
          <p:nvSpPr>
            <p:cNvPr id="50193" name="Text Box 99">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0186" name="Group 100"/>
          <p:cNvGrpSpPr/>
          <p:nvPr/>
        </p:nvGrpSpPr>
        <p:grpSpPr>
          <a:xfrm>
            <a:off x="7451725" y="6445250"/>
            <a:ext cx="792163" cy="366713"/>
            <a:chOff x="5193" y="4020"/>
            <a:chExt cx="499" cy="231"/>
          </a:xfrm>
        </p:grpSpPr>
        <p:pic>
          <p:nvPicPr>
            <p:cNvPr id="50190" name="Picture 101" descr="78900"/>
            <p:cNvPicPr>
              <a:picLocks noChangeAspect="1"/>
            </p:cNvPicPr>
            <p:nvPr/>
          </p:nvPicPr>
          <p:blipFill>
            <a:blip r:embed="rId6"/>
            <a:stretch>
              <a:fillRect/>
            </a:stretch>
          </p:blipFill>
          <p:spPr>
            <a:xfrm>
              <a:off x="5193" y="4066"/>
              <a:ext cx="499" cy="181"/>
            </a:xfrm>
            <a:prstGeom prst="rect">
              <a:avLst/>
            </a:prstGeom>
            <a:noFill/>
            <a:ln w="9525">
              <a:noFill/>
            </a:ln>
          </p:spPr>
        </p:pic>
        <p:sp>
          <p:nvSpPr>
            <p:cNvPr id="50191" name="Text Box 102">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0187" name="Group 103"/>
          <p:cNvGrpSpPr/>
          <p:nvPr/>
        </p:nvGrpSpPr>
        <p:grpSpPr>
          <a:xfrm>
            <a:off x="6588125" y="6446838"/>
            <a:ext cx="792163" cy="366712"/>
            <a:chOff x="4695" y="4061"/>
            <a:chExt cx="499" cy="231"/>
          </a:xfrm>
        </p:grpSpPr>
        <p:pic>
          <p:nvPicPr>
            <p:cNvPr id="50188" name="Picture 104" descr="78900"/>
            <p:cNvPicPr>
              <a:picLocks noChangeAspect="1"/>
            </p:cNvPicPr>
            <p:nvPr/>
          </p:nvPicPr>
          <p:blipFill>
            <a:blip r:embed="rId6"/>
            <a:stretch>
              <a:fillRect/>
            </a:stretch>
          </p:blipFill>
          <p:spPr>
            <a:xfrm>
              <a:off x="4695" y="4107"/>
              <a:ext cx="499" cy="181"/>
            </a:xfrm>
            <a:prstGeom prst="rect">
              <a:avLst/>
            </a:prstGeom>
            <a:noFill/>
            <a:ln w="9525">
              <a:noFill/>
            </a:ln>
          </p:spPr>
        </p:pic>
        <p:sp>
          <p:nvSpPr>
            <p:cNvPr id="50189" name="Text Box 105">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6322"/>
                                        </p:tgtEl>
                                        <p:attrNameLst>
                                          <p:attrName>style.visibility</p:attrName>
                                        </p:attrNameLst>
                                      </p:cBhvr>
                                      <p:to>
                                        <p:strVal val="visible"/>
                                      </p:to>
                                    </p:set>
                                    <p:anim calcmode="lin" valueType="num">
                                      <p:cBhvr additive="base">
                                        <p:cTn id="7" dur="500" fill="hold"/>
                                        <p:tgtEl>
                                          <p:spTgt spid="56322"/>
                                        </p:tgtEl>
                                        <p:attrNameLst>
                                          <p:attrName>ppt_x</p:attrName>
                                        </p:attrNameLst>
                                      </p:cBhvr>
                                      <p:tavLst>
                                        <p:tav tm="0">
                                          <p:val>
                                            <p:strVal val="0-#ppt_w/2"/>
                                          </p:val>
                                        </p:tav>
                                        <p:tav tm="100000">
                                          <p:val>
                                            <p:strVal val="#ppt_x"/>
                                          </p:val>
                                        </p:tav>
                                      </p:tavLst>
                                    </p:anim>
                                    <p:anim calcmode="lin" valueType="num">
                                      <p:cBhvr additive="base">
                                        <p:cTn id="8" dur="500" fill="hold"/>
                                        <p:tgtEl>
                                          <p:spTgt spid="5632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6323"/>
                                        </p:tgtEl>
                                        <p:attrNameLst>
                                          <p:attrName>style.visibility</p:attrName>
                                        </p:attrNameLst>
                                      </p:cBhvr>
                                      <p:to>
                                        <p:strVal val="visible"/>
                                      </p:to>
                                    </p:set>
                                    <p:anim calcmode="lin" valueType="num">
                                      <p:cBhvr additive="base">
                                        <p:cTn id="13" dur="500" fill="hold"/>
                                        <p:tgtEl>
                                          <p:spTgt spid="56323"/>
                                        </p:tgtEl>
                                        <p:attrNameLst>
                                          <p:attrName>ppt_x</p:attrName>
                                        </p:attrNameLst>
                                      </p:cBhvr>
                                      <p:tavLst>
                                        <p:tav tm="0">
                                          <p:val>
                                            <p:strVal val="0-#ppt_w/2"/>
                                          </p:val>
                                        </p:tav>
                                        <p:tav tm="100000">
                                          <p:val>
                                            <p:strVal val="#ppt_x"/>
                                          </p:val>
                                        </p:tav>
                                      </p:tavLst>
                                    </p:anim>
                                    <p:anim calcmode="lin" valueType="num">
                                      <p:cBhvr additive="base">
                                        <p:cTn id="14" dur="500" fill="hold"/>
                                        <p:tgtEl>
                                          <p:spTgt spid="5632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linds(horizontal)">
                                      <p:cBhvr>
                                        <p:cTn id="19" dur="500"/>
                                        <p:tgtEl>
                                          <p:spTgt spid="2"/>
                                        </p:tgtEl>
                                      </p:cBhvr>
                                    </p:animEffect>
                                  </p:childTnLst>
                                </p:cTn>
                              </p:par>
                            </p:childTnLst>
                          </p:cTn>
                        </p:par>
                        <p:par>
                          <p:cTn id="20" fill="hold">
                            <p:stCondLst>
                              <p:cond delay="500"/>
                            </p:stCondLst>
                            <p:childTnLst>
                              <p:par>
                                <p:cTn id="21" presetID="20" presetClass="entr" presetSubtype="0" fill="hold" grpId="0" nodeType="afterEffect">
                                  <p:stCondLst>
                                    <p:cond delay="0"/>
                                  </p:stCondLst>
                                  <p:childTnLst>
                                    <p:set>
                                      <p:cBhvr>
                                        <p:cTn id="22" dur="1" fill="hold">
                                          <p:stCondLst>
                                            <p:cond delay="0"/>
                                          </p:stCondLst>
                                        </p:cTn>
                                        <p:tgtEl>
                                          <p:spTgt spid="56362"/>
                                        </p:tgtEl>
                                        <p:attrNameLst>
                                          <p:attrName>style.visibility</p:attrName>
                                        </p:attrNameLst>
                                      </p:cBhvr>
                                      <p:to>
                                        <p:strVal val="visible"/>
                                      </p:to>
                                    </p:set>
                                    <p:animEffect transition="in" filter="wedge">
                                      <p:cBhvr>
                                        <p:cTn id="23" dur="2000"/>
                                        <p:tgtEl>
                                          <p:spTgt spid="56362"/>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2" fill="hold" nodeType="clickEffect">
                                  <p:stCondLst>
                                    <p:cond delay="0"/>
                                  </p:stCondLst>
                                  <p:childTnLst>
                                    <p:set>
                                      <p:cBhvr>
                                        <p:cTn id="27" dur="1" fill="hold">
                                          <p:stCondLst>
                                            <p:cond delay="0"/>
                                          </p:stCondLst>
                                        </p:cTn>
                                        <p:tgtEl>
                                          <p:spTgt spid="56325"/>
                                        </p:tgtEl>
                                        <p:attrNameLst>
                                          <p:attrName>style.visibility</p:attrName>
                                        </p:attrNameLst>
                                      </p:cBhvr>
                                      <p:to>
                                        <p:strVal val="visible"/>
                                      </p:to>
                                    </p:set>
                                    <p:animEffect transition="in" filter="slide(fromRight)">
                                      <p:cBhvr>
                                        <p:cTn id="28" dur="2000"/>
                                        <p:tgtEl>
                                          <p:spTgt spid="56325"/>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2" fill="hold" nodeType="clickEffect">
                                  <p:stCondLst>
                                    <p:cond delay="0"/>
                                  </p:stCondLst>
                                  <p:childTnLst>
                                    <p:set>
                                      <p:cBhvr>
                                        <p:cTn id="32" dur="1" fill="hold">
                                          <p:stCondLst>
                                            <p:cond delay="0"/>
                                          </p:stCondLst>
                                        </p:cTn>
                                        <p:tgtEl>
                                          <p:spTgt spid="56358"/>
                                        </p:tgtEl>
                                        <p:attrNameLst>
                                          <p:attrName>style.visibility</p:attrName>
                                        </p:attrNameLst>
                                      </p:cBhvr>
                                      <p:to>
                                        <p:strVal val="visible"/>
                                      </p:to>
                                    </p:set>
                                    <p:animEffect transition="in" filter="slide(fromRight)">
                                      <p:cBhvr>
                                        <p:cTn id="33" dur="1000"/>
                                        <p:tgtEl>
                                          <p:spTgt spid="56358"/>
                                        </p:tgtEl>
                                      </p:cBhvr>
                                    </p:animEffect>
                                  </p:childTnLst>
                                </p:cTn>
                              </p:par>
                            </p:childTnLst>
                          </p:cTn>
                        </p:par>
                      </p:childTnLst>
                    </p:cTn>
                  </p:par>
                  <p:par>
                    <p:cTn id="34" fill="hold">
                      <p:stCondLst>
                        <p:cond delay="indefinite"/>
                      </p:stCondLst>
                      <p:childTnLst>
                        <p:par>
                          <p:cTn id="35" fill="hold">
                            <p:stCondLst>
                              <p:cond delay="0"/>
                            </p:stCondLst>
                            <p:childTnLst>
                              <p:par>
                                <p:cTn id="36" presetID="55" presetClass="entr" presetSubtype="0" fill="hold" grpId="0" nodeType="clickEffect">
                                  <p:stCondLst>
                                    <p:cond delay="0"/>
                                  </p:stCondLst>
                                  <p:childTnLst>
                                    <p:set>
                                      <p:cBhvr>
                                        <p:cTn id="37" dur="1" fill="hold">
                                          <p:stCondLst>
                                            <p:cond delay="0"/>
                                          </p:stCondLst>
                                        </p:cTn>
                                        <p:tgtEl>
                                          <p:spTgt spid="56324"/>
                                        </p:tgtEl>
                                        <p:attrNameLst>
                                          <p:attrName>style.visibility</p:attrName>
                                        </p:attrNameLst>
                                      </p:cBhvr>
                                      <p:to>
                                        <p:strVal val="visible"/>
                                      </p:to>
                                    </p:set>
                                    <p:anim calcmode="lin" valueType="num">
                                      <p:cBhvr>
                                        <p:cTn id="38" dur="1000" fill="hold"/>
                                        <p:tgtEl>
                                          <p:spTgt spid="56324"/>
                                        </p:tgtEl>
                                        <p:attrNameLst>
                                          <p:attrName>ppt_w</p:attrName>
                                        </p:attrNameLst>
                                      </p:cBhvr>
                                      <p:tavLst>
                                        <p:tav tm="0">
                                          <p:val>
                                            <p:strVal val="#ppt_w*0.70"/>
                                          </p:val>
                                        </p:tav>
                                        <p:tav tm="100000">
                                          <p:val>
                                            <p:strVal val="#ppt_w"/>
                                          </p:val>
                                        </p:tav>
                                      </p:tavLst>
                                    </p:anim>
                                    <p:anim calcmode="lin" valueType="num">
                                      <p:cBhvr>
                                        <p:cTn id="39" dur="1000" fill="hold"/>
                                        <p:tgtEl>
                                          <p:spTgt spid="56324"/>
                                        </p:tgtEl>
                                        <p:attrNameLst>
                                          <p:attrName>ppt_h</p:attrName>
                                        </p:attrNameLst>
                                      </p:cBhvr>
                                      <p:tavLst>
                                        <p:tav tm="0">
                                          <p:val>
                                            <p:strVal val="#ppt_h"/>
                                          </p:val>
                                        </p:tav>
                                        <p:tav tm="100000">
                                          <p:val>
                                            <p:strVal val="#ppt_h"/>
                                          </p:val>
                                        </p:tav>
                                      </p:tavLst>
                                    </p:anim>
                                    <p:animEffect transition="in" filter="fade">
                                      <p:cBhvr>
                                        <p:cTn id="40" dur="1000"/>
                                        <p:tgtEl>
                                          <p:spTgt spid="563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2" grpId="0"/>
      <p:bldP spid="56323" grpId="0" animBg="1"/>
      <p:bldP spid="56324" grpId="0"/>
      <p:bldP spid="56362"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Text Box 2"/>
          <p:cNvSpPr txBox="1"/>
          <p:nvPr/>
        </p:nvSpPr>
        <p:spPr>
          <a:xfrm>
            <a:off x="539750" y="625475"/>
            <a:ext cx="2098675" cy="547688"/>
          </a:xfrm>
          <a:prstGeom prst="rect">
            <a:avLst/>
          </a:prstGeom>
          <a:noFill/>
          <a:ln w="28575" cap="flat" cmpd="sng">
            <a:solidFill>
              <a:srgbClr val="00FFFF"/>
            </a:solidFill>
            <a:prstDash val="solid"/>
            <a:miter/>
            <a:headEnd type="none" w="med" len="med"/>
            <a:tailEnd type="none" w="med" len="med"/>
          </a:ln>
        </p:spPr>
        <p:txBody>
          <a:bodyPr lIns="198000" rIns="198000" anchor="ctr" anchorCtr="0">
            <a:spAutoFit/>
          </a:bodyPr>
          <a:p>
            <a:pPr marL="342900" indent="-342900">
              <a:buAutoNum type="circleNumDbPlain" startAt="2"/>
            </a:pPr>
            <a:r>
              <a:rPr lang="zh-CN" altLang="en-US" sz="2800" dirty="0">
                <a:latin typeface="楷体_GB2312" pitchFamily="49" charset="-122"/>
              </a:rPr>
              <a:t>二表法</a:t>
            </a:r>
            <a:endParaRPr lang="zh-CN" altLang="en-US" sz="2800" dirty="0">
              <a:latin typeface="楷体_GB2312" pitchFamily="49" charset="-122"/>
            </a:endParaRPr>
          </a:p>
        </p:txBody>
      </p:sp>
      <p:sp>
        <p:nvSpPr>
          <p:cNvPr id="55299" name="Text Box 3"/>
          <p:cNvSpPr txBox="1"/>
          <p:nvPr/>
        </p:nvSpPr>
        <p:spPr>
          <a:xfrm>
            <a:off x="539750" y="3429000"/>
            <a:ext cx="7993063" cy="2143125"/>
          </a:xfrm>
          <a:prstGeom prst="rect">
            <a:avLst/>
          </a:prstGeom>
          <a:noFill/>
          <a:ln w="9525">
            <a:noFill/>
          </a:ln>
        </p:spPr>
        <p:txBody>
          <a:bodyPr>
            <a:spAutoFit/>
          </a:bodyPr>
          <a:p>
            <a:pPr indent="666750" algn="just">
              <a:lnSpc>
                <a:spcPct val="120000"/>
              </a:lnSpc>
            </a:pPr>
            <a:r>
              <a:rPr lang="en-US" altLang="zh-CN" sz="2800" dirty="0">
                <a:latin typeface="Times New Roman" panose="02020603050405020304" pitchFamily="18" charset="0"/>
              </a:rPr>
              <a:t>         </a:t>
            </a:r>
            <a:r>
              <a:rPr lang="zh-CN" altLang="en-US" sz="2800" dirty="0">
                <a:latin typeface="Times New Roman" panose="02020603050405020304" pitchFamily="18" charset="0"/>
              </a:rPr>
              <a:t>测量线路的接法是将两个功率表的电流线圈串到任意两相中，电压线圈的同名端接到其电流线圈所串的线上，电压线圈的非同名端接到另一相没有串功率表的线上</a:t>
            </a:r>
            <a:r>
              <a:rPr lang="en-US" altLang="zh-CN" sz="2800" b="0" dirty="0">
                <a:latin typeface="Times New Roman" panose="02020603050405020304" pitchFamily="18" charset="0"/>
              </a:rPr>
              <a:t>(</a:t>
            </a:r>
            <a:r>
              <a:rPr lang="zh-CN" altLang="en-US" sz="2800" dirty="0">
                <a:latin typeface="Times New Roman" panose="02020603050405020304" pitchFamily="18" charset="0"/>
              </a:rPr>
              <a:t>有三种接线方式</a:t>
            </a:r>
            <a:r>
              <a:rPr lang="en-US" altLang="zh-CN" sz="2800" b="0" dirty="0">
                <a:latin typeface="Times New Roman" panose="02020603050405020304" pitchFamily="18" charset="0"/>
              </a:rPr>
              <a:t>)</a:t>
            </a:r>
            <a:r>
              <a:rPr lang="zh-CN" altLang="en-US" sz="2800" dirty="0">
                <a:latin typeface="Times New Roman" panose="02020603050405020304" pitchFamily="18" charset="0"/>
              </a:rPr>
              <a:t>。</a:t>
            </a:r>
            <a:endParaRPr lang="zh-CN" altLang="en-US" sz="2800" dirty="0">
              <a:latin typeface="Times New Roman" panose="02020603050405020304" pitchFamily="18" charset="0"/>
            </a:endParaRPr>
          </a:p>
        </p:txBody>
      </p:sp>
      <p:sp>
        <p:nvSpPr>
          <p:cNvPr id="55326" name="AutoShape 30" descr="羊皮纸"/>
          <p:cNvSpPr/>
          <p:nvPr/>
        </p:nvSpPr>
        <p:spPr>
          <a:xfrm>
            <a:off x="755650" y="1997075"/>
            <a:ext cx="2305050" cy="574675"/>
          </a:xfrm>
          <a:prstGeom prst="wedgeRoundRectCallout">
            <a:avLst>
              <a:gd name="adj1" fmla="val 86088"/>
              <a:gd name="adj2" fmla="val -42542"/>
              <a:gd name="adj3" fmla="val 16667"/>
            </a:avLst>
          </a:prstGeom>
          <a:blipFill rotWithShape="1">
            <a:blip r:embed="rId1"/>
          </a:blipFill>
          <a:ln w="9525">
            <a:noFill/>
          </a:ln>
        </p:spPr>
        <p:txBody>
          <a:bodyPr/>
          <a:p>
            <a:pPr algn="ctr"/>
            <a:r>
              <a:rPr lang="zh-CN" altLang="en-US" sz="2800" dirty="0">
                <a:solidFill>
                  <a:schemeClr val="tx1"/>
                </a:solidFill>
                <a:latin typeface="Arial" panose="020B0604020202020204" pitchFamily="34" charset="0"/>
              </a:rPr>
              <a:t>三相三线制</a:t>
            </a:r>
            <a:endParaRPr lang="zh-CN" altLang="en-US" sz="2800" dirty="0">
              <a:solidFill>
                <a:schemeClr val="tx1"/>
              </a:solidFill>
              <a:latin typeface="Arial" panose="020B0604020202020204" pitchFamily="34" charset="0"/>
            </a:endParaRPr>
          </a:p>
        </p:txBody>
      </p:sp>
      <p:grpSp>
        <p:nvGrpSpPr>
          <p:cNvPr id="2" name="Group 45"/>
          <p:cNvGrpSpPr/>
          <p:nvPr/>
        </p:nvGrpSpPr>
        <p:grpSpPr>
          <a:xfrm>
            <a:off x="3779838" y="701675"/>
            <a:ext cx="4206875" cy="2330450"/>
            <a:chOff x="2608" y="436"/>
            <a:chExt cx="2650" cy="1468"/>
          </a:xfrm>
        </p:grpSpPr>
        <p:sp>
          <p:nvSpPr>
            <p:cNvPr id="71698" name="Text Box 46"/>
            <p:cNvSpPr txBox="1"/>
            <p:nvPr/>
          </p:nvSpPr>
          <p:spPr>
            <a:xfrm>
              <a:off x="3334" y="436"/>
              <a:ext cx="22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1699" name="Rectangle 47"/>
            <p:cNvSpPr/>
            <p:nvPr/>
          </p:nvSpPr>
          <p:spPr>
            <a:xfrm>
              <a:off x="4538" y="560"/>
              <a:ext cx="720" cy="1344"/>
            </a:xfrm>
            <a:prstGeom prst="rect">
              <a:avLst/>
            </a:prstGeom>
            <a:gradFill rotWithShape="1">
              <a:gsLst>
                <a:gs pos="0">
                  <a:srgbClr val="FF9900"/>
                </a:gs>
                <a:gs pos="100000">
                  <a:srgbClr val="764700"/>
                </a:gs>
              </a:gsLst>
              <a:path path="shape">
                <a:fillToRect l="50000" t="50000" r="50000" b="50000"/>
              </a:path>
              <a:tileRect/>
            </a:gradFill>
            <a:ln w="38100">
              <a:noFill/>
            </a:ln>
          </p:spPr>
          <p:txBody>
            <a:bodyPr wrap="none" anchor="ctr" anchorCtr="0"/>
            <a:p>
              <a:pPr algn="ctr"/>
              <a:r>
                <a:rPr lang="zh-CN" altLang="en-US" sz="2800" dirty="0">
                  <a:solidFill>
                    <a:schemeClr val="bg1"/>
                  </a:solidFill>
                  <a:latin typeface="Times New Roman" panose="02020603050405020304" pitchFamily="18" charset="0"/>
                </a:rPr>
                <a:t>三</a:t>
              </a:r>
              <a:endParaRPr lang="zh-CN" altLang="en-US" sz="2800" dirty="0">
                <a:solidFill>
                  <a:schemeClr val="bg1"/>
                </a:solidFill>
                <a:latin typeface="Times New Roman" panose="02020603050405020304" pitchFamily="18" charset="0"/>
              </a:endParaRPr>
            </a:p>
            <a:p>
              <a:pPr algn="ctr"/>
              <a:r>
                <a:rPr lang="zh-CN" altLang="en-US" sz="2800" dirty="0">
                  <a:solidFill>
                    <a:schemeClr val="bg1"/>
                  </a:solidFill>
                  <a:latin typeface="Times New Roman" panose="02020603050405020304" pitchFamily="18" charset="0"/>
                </a:rPr>
                <a:t>相</a:t>
              </a:r>
              <a:endParaRPr lang="zh-CN" altLang="en-US" sz="2800" dirty="0">
                <a:solidFill>
                  <a:schemeClr val="bg1"/>
                </a:solidFill>
                <a:latin typeface="Times New Roman" panose="02020603050405020304" pitchFamily="18" charset="0"/>
              </a:endParaRPr>
            </a:p>
            <a:p>
              <a:pPr algn="ctr"/>
              <a:r>
                <a:rPr lang="zh-CN" altLang="en-US" sz="2800" dirty="0">
                  <a:solidFill>
                    <a:schemeClr val="bg1"/>
                  </a:solidFill>
                  <a:latin typeface="Times New Roman" panose="02020603050405020304" pitchFamily="18" charset="0"/>
                </a:rPr>
                <a:t>负</a:t>
              </a:r>
              <a:endParaRPr lang="zh-CN" altLang="en-US" sz="2800" dirty="0">
                <a:solidFill>
                  <a:schemeClr val="bg1"/>
                </a:solidFill>
                <a:latin typeface="Times New Roman" panose="02020603050405020304" pitchFamily="18" charset="0"/>
              </a:endParaRPr>
            </a:p>
            <a:p>
              <a:pPr algn="ctr"/>
              <a:r>
                <a:rPr lang="zh-CN" altLang="en-US" sz="2800" dirty="0">
                  <a:solidFill>
                    <a:schemeClr val="bg1"/>
                  </a:solidFill>
                  <a:latin typeface="Times New Roman" panose="02020603050405020304" pitchFamily="18" charset="0"/>
                </a:rPr>
                <a:t>载</a:t>
              </a:r>
              <a:endParaRPr lang="zh-CN" altLang="en-US" sz="2800" dirty="0">
                <a:solidFill>
                  <a:schemeClr val="bg1"/>
                </a:solidFill>
                <a:latin typeface="Times New Roman" panose="02020603050405020304" pitchFamily="18" charset="0"/>
              </a:endParaRPr>
            </a:p>
          </p:txBody>
        </p:sp>
        <p:sp>
          <p:nvSpPr>
            <p:cNvPr id="71700" name="Line 48"/>
            <p:cNvSpPr/>
            <p:nvPr/>
          </p:nvSpPr>
          <p:spPr>
            <a:xfrm>
              <a:off x="2906" y="779"/>
              <a:ext cx="1632" cy="0"/>
            </a:xfrm>
            <a:prstGeom prst="line">
              <a:avLst/>
            </a:prstGeom>
            <a:ln w="28575" cap="flat" cmpd="sng">
              <a:solidFill>
                <a:srgbClr val="FFCC00"/>
              </a:solidFill>
              <a:prstDash val="solid"/>
              <a:headEnd type="none" w="med" len="med"/>
              <a:tailEnd type="none" w="med" len="med"/>
            </a:ln>
          </p:spPr>
        </p:sp>
        <p:sp>
          <p:nvSpPr>
            <p:cNvPr id="71701" name="Line 49"/>
            <p:cNvSpPr/>
            <p:nvPr/>
          </p:nvSpPr>
          <p:spPr>
            <a:xfrm>
              <a:off x="2906" y="1211"/>
              <a:ext cx="1632" cy="0"/>
            </a:xfrm>
            <a:prstGeom prst="line">
              <a:avLst/>
            </a:prstGeom>
            <a:ln w="28575" cap="flat" cmpd="sng">
              <a:solidFill>
                <a:srgbClr val="FFCC00"/>
              </a:solidFill>
              <a:prstDash val="solid"/>
              <a:headEnd type="none" w="med" len="med"/>
              <a:tailEnd type="none" w="med" len="med"/>
            </a:ln>
          </p:spPr>
        </p:sp>
        <p:sp>
          <p:nvSpPr>
            <p:cNvPr id="71702" name="Line 50"/>
            <p:cNvSpPr/>
            <p:nvPr/>
          </p:nvSpPr>
          <p:spPr>
            <a:xfrm>
              <a:off x="2880" y="1661"/>
              <a:ext cx="1658" cy="0"/>
            </a:xfrm>
            <a:prstGeom prst="line">
              <a:avLst/>
            </a:prstGeom>
            <a:ln w="28575" cap="flat" cmpd="sng">
              <a:solidFill>
                <a:srgbClr val="FFCC00"/>
              </a:solidFill>
              <a:prstDash val="solid"/>
              <a:headEnd type="none" w="med" len="med"/>
              <a:tailEnd type="none" w="med" len="med"/>
            </a:ln>
          </p:spPr>
        </p:sp>
        <p:sp>
          <p:nvSpPr>
            <p:cNvPr id="71703" name="Line 51"/>
            <p:cNvSpPr/>
            <p:nvPr/>
          </p:nvSpPr>
          <p:spPr>
            <a:xfrm>
              <a:off x="3787" y="954"/>
              <a:ext cx="0" cy="707"/>
            </a:xfrm>
            <a:prstGeom prst="line">
              <a:avLst/>
            </a:prstGeom>
            <a:ln w="28575" cap="flat" cmpd="sng">
              <a:solidFill>
                <a:srgbClr val="FFCC00"/>
              </a:solidFill>
              <a:prstDash val="solid"/>
              <a:headEnd type="none" w="med" len="med"/>
              <a:tailEnd type="oval" w="med" len="med"/>
            </a:ln>
          </p:spPr>
        </p:sp>
        <p:sp>
          <p:nvSpPr>
            <p:cNvPr id="71704" name="Line 52"/>
            <p:cNvSpPr/>
            <p:nvPr/>
          </p:nvSpPr>
          <p:spPr>
            <a:xfrm flipH="1">
              <a:off x="3379" y="527"/>
              <a:ext cx="0" cy="1134"/>
            </a:xfrm>
            <a:prstGeom prst="line">
              <a:avLst/>
            </a:prstGeom>
            <a:ln w="28575" cap="flat" cmpd="sng">
              <a:solidFill>
                <a:srgbClr val="FFCC00"/>
              </a:solidFill>
              <a:prstDash val="solid"/>
              <a:headEnd type="none" w="med" len="med"/>
              <a:tailEnd type="oval" w="med" len="med"/>
            </a:ln>
          </p:spPr>
        </p:sp>
        <p:sp>
          <p:nvSpPr>
            <p:cNvPr id="71705" name="Line 53"/>
            <p:cNvSpPr/>
            <p:nvPr/>
          </p:nvSpPr>
          <p:spPr>
            <a:xfrm flipV="1">
              <a:off x="3560" y="954"/>
              <a:ext cx="0" cy="273"/>
            </a:xfrm>
            <a:prstGeom prst="line">
              <a:avLst/>
            </a:prstGeom>
            <a:ln w="28575" cap="flat" cmpd="sng">
              <a:solidFill>
                <a:srgbClr val="FFCC00"/>
              </a:solidFill>
              <a:prstDash val="solid"/>
              <a:headEnd type="oval" w="med" len="med"/>
              <a:tailEnd type="none" w="med" len="med"/>
            </a:ln>
          </p:spPr>
        </p:sp>
        <p:sp>
          <p:nvSpPr>
            <p:cNvPr id="71706" name="Line 54"/>
            <p:cNvSpPr/>
            <p:nvPr/>
          </p:nvSpPr>
          <p:spPr>
            <a:xfrm flipV="1">
              <a:off x="3146" y="539"/>
              <a:ext cx="0" cy="240"/>
            </a:xfrm>
            <a:prstGeom prst="line">
              <a:avLst/>
            </a:prstGeom>
            <a:ln w="28575" cap="flat" cmpd="sng">
              <a:solidFill>
                <a:srgbClr val="FFCC00"/>
              </a:solidFill>
              <a:prstDash val="solid"/>
              <a:headEnd type="oval" w="med" len="med"/>
              <a:tailEnd type="none" w="med" len="med"/>
            </a:ln>
          </p:spPr>
        </p:sp>
        <p:sp>
          <p:nvSpPr>
            <p:cNvPr id="71707" name="Oval 55"/>
            <p:cNvSpPr/>
            <p:nvPr/>
          </p:nvSpPr>
          <p:spPr>
            <a:xfrm>
              <a:off x="3197" y="637"/>
              <a:ext cx="317" cy="317"/>
            </a:xfrm>
            <a:prstGeom prst="ellipse">
              <a:avLst/>
            </a:prstGeom>
            <a:gradFill rotWithShape="1">
              <a:gsLst>
                <a:gs pos="0">
                  <a:srgbClr val="184776"/>
                </a:gs>
                <a:gs pos="100000">
                  <a:srgbClr val="3399FF"/>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r>
                <a:rPr lang="en-US" altLang="zh-CN" sz="2800" b="0" dirty="0">
                  <a:solidFill>
                    <a:schemeClr val="bg1"/>
                  </a:solidFill>
                  <a:latin typeface="Times New Roman" panose="02020603050405020304" pitchFamily="18" charset="0"/>
                  <a:ea typeface="宋体" panose="02010600030101010101" pitchFamily="2" charset="-122"/>
                </a:rPr>
                <a:t>W</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1708" name="Text Box 56"/>
            <p:cNvSpPr txBox="1"/>
            <p:nvPr/>
          </p:nvSpPr>
          <p:spPr>
            <a:xfrm>
              <a:off x="2632" y="617"/>
              <a:ext cx="27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1709" name="Text Box 57"/>
            <p:cNvSpPr txBox="1"/>
            <p:nvPr/>
          </p:nvSpPr>
          <p:spPr>
            <a:xfrm>
              <a:off x="2638" y="1025"/>
              <a:ext cx="265"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1710" name="Text Box 58"/>
            <p:cNvSpPr txBox="1"/>
            <p:nvPr/>
          </p:nvSpPr>
          <p:spPr>
            <a:xfrm>
              <a:off x="2608" y="1445"/>
              <a:ext cx="265"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1711" name="Text Box 59"/>
            <p:cNvSpPr txBox="1"/>
            <p:nvPr/>
          </p:nvSpPr>
          <p:spPr>
            <a:xfrm>
              <a:off x="3787" y="864"/>
              <a:ext cx="22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1712" name="Text Box 60"/>
            <p:cNvSpPr txBox="1"/>
            <p:nvPr/>
          </p:nvSpPr>
          <p:spPr>
            <a:xfrm>
              <a:off x="3424" y="1181"/>
              <a:ext cx="22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1713" name="Text Box 61"/>
            <p:cNvSpPr txBox="1"/>
            <p:nvPr/>
          </p:nvSpPr>
          <p:spPr>
            <a:xfrm>
              <a:off x="3016" y="728"/>
              <a:ext cx="22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1714" name="Oval 62"/>
            <p:cNvSpPr/>
            <p:nvPr/>
          </p:nvSpPr>
          <p:spPr>
            <a:xfrm>
              <a:off x="2861" y="749"/>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1715" name="Oval 63"/>
            <p:cNvSpPr/>
            <p:nvPr/>
          </p:nvSpPr>
          <p:spPr>
            <a:xfrm>
              <a:off x="2855" y="1187"/>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1716" name="Oval 64"/>
            <p:cNvSpPr/>
            <p:nvPr/>
          </p:nvSpPr>
          <p:spPr>
            <a:xfrm>
              <a:off x="2864" y="1661"/>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1717" name="Oval 65"/>
            <p:cNvSpPr/>
            <p:nvPr/>
          </p:nvSpPr>
          <p:spPr>
            <a:xfrm>
              <a:off x="3651" y="1045"/>
              <a:ext cx="317" cy="317"/>
            </a:xfrm>
            <a:prstGeom prst="ellipse">
              <a:avLst/>
            </a:prstGeom>
            <a:gradFill rotWithShape="1">
              <a:gsLst>
                <a:gs pos="0">
                  <a:srgbClr val="184776"/>
                </a:gs>
                <a:gs pos="100000">
                  <a:srgbClr val="3399FF"/>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r>
                <a:rPr lang="en-US" altLang="zh-CN" sz="2800" b="0" dirty="0">
                  <a:solidFill>
                    <a:schemeClr val="bg1"/>
                  </a:solidFill>
                  <a:latin typeface="Times New Roman" panose="02020603050405020304" pitchFamily="18" charset="0"/>
                  <a:ea typeface="宋体" panose="02010600030101010101" pitchFamily="2" charset="-122"/>
                </a:rPr>
                <a:t>W</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1718" name="Line 66"/>
            <p:cNvSpPr/>
            <p:nvPr/>
          </p:nvSpPr>
          <p:spPr>
            <a:xfrm>
              <a:off x="3560" y="935"/>
              <a:ext cx="227" cy="0"/>
            </a:xfrm>
            <a:prstGeom prst="line">
              <a:avLst/>
            </a:prstGeom>
            <a:ln w="28575" cap="flat" cmpd="sng">
              <a:solidFill>
                <a:srgbClr val="FFCC00"/>
              </a:solidFill>
              <a:prstDash val="solid"/>
              <a:headEnd type="none" w="med" len="med"/>
              <a:tailEnd type="none" w="med" len="med"/>
            </a:ln>
          </p:spPr>
        </p:sp>
        <p:sp>
          <p:nvSpPr>
            <p:cNvPr id="71719" name="Line 67"/>
            <p:cNvSpPr/>
            <p:nvPr/>
          </p:nvSpPr>
          <p:spPr>
            <a:xfrm>
              <a:off x="3152" y="527"/>
              <a:ext cx="227" cy="0"/>
            </a:xfrm>
            <a:prstGeom prst="line">
              <a:avLst/>
            </a:prstGeom>
            <a:ln w="28575" cap="flat" cmpd="sng">
              <a:solidFill>
                <a:srgbClr val="FFCC00"/>
              </a:solidFill>
              <a:prstDash val="solid"/>
              <a:headEnd type="none" w="med" len="med"/>
              <a:tailEnd type="none" w="med" len="med"/>
            </a:ln>
          </p:spPr>
        </p:sp>
      </p:grpSp>
      <p:grpSp>
        <p:nvGrpSpPr>
          <p:cNvPr id="3" name="Group 68"/>
          <p:cNvGrpSpPr/>
          <p:nvPr/>
        </p:nvGrpSpPr>
        <p:grpSpPr>
          <a:xfrm>
            <a:off x="395288" y="3225800"/>
            <a:ext cx="1644650" cy="850900"/>
            <a:chOff x="385" y="3022"/>
            <a:chExt cx="1036" cy="536"/>
          </a:xfrm>
        </p:grpSpPr>
        <p:pic>
          <p:nvPicPr>
            <p:cNvPr id="71696" name="Picture 69" descr="123"/>
            <p:cNvPicPr>
              <a:picLocks noChangeAspect="1"/>
            </p:cNvPicPr>
            <p:nvPr/>
          </p:nvPicPr>
          <p:blipFill>
            <a:blip r:embed="rId2"/>
            <a:stretch>
              <a:fillRect/>
            </a:stretch>
          </p:blipFill>
          <p:spPr>
            <a:xfrm>
              <a:off x="385" y="3022"/>
              <a:ext cx="590" cy="536"/>
            </a:xfrm>
            <a:prstGeom prst="rect">
              <a:avLst/>
            </a:prstGeom>
            <a:noFill/>
            <a:ln w="9525">
              <a:noFill/>
            </a:ln>
          </p:spPr>
        </p:pic>
        <p:sp>
          <p:nvSpPr>
            <p:cNvPr id="71697" name="Text Box 70"/>
            <p:cNvSpPr txBox="1"/>
            <p:nvPr/>
          </p:nvSpPr>
          <p:spPr>
            <a:xfrm>
              <a:off x="793" y="3125"/>
              <a:ext cx="628" cy="365"/>
            </a:xfrm>
            <a:prstGeom prst="rect">
              <a:avLst/>
            </a:prstGeom>
            <a:noFill/>
            <a:ln w="9525">
              <a:noFill/>
            </a:ln>
          </p:spPr>
          <p:txBody>
            <a:bodyPr wrap="none">
              <a:spAutoFit/>
            </a:bodyPr>
            <a:p>
              <a:r>
                <a:rPr lang="zh-CN" altLang="en-US" b="0" dirty="0">
                  <a:solidFill>
                    <a:srgbClr val="CC6600"/>
                  </a:solidFill>
                  <a:latin typeface="Arial" panose="020B0604020202020204" pitchFamily="34" charset="0"/>
                  <a:ea typeface="华文行楷" panose="02010800040101010101" pitchFamily="2" charset="-122"/>
                </a:rPr>
                <a:t>注意</a:t>
              </a:r>
              <a:endParaRPr lang="zh-CN" altLang="en-US" b="0" dirty="0">
                <a:solidFill>
                  <a:srgbClr val="CC6600"/>
                </a:solidFill>
                <a:latin typeface="Arial" panose="020B0604020202020204" pitchFamily="34" charset="0"/>
                <a:ea typeface="华文行楷" panose="02010800040101010101" pitchFamily="2" charset="-122"/>
              </a:endParaRPr>
            </a:p>
          </p:txBody>
        </p:sp>
      </p:grpSp>
      <p:grpSp>
        <p:nvGrpSpPr>
          <p:cNvPr id="71687" name="Group 80"/>
          <p:cNvGrpSpPr/>
          <p:nvPr/>
        </p:nvGrpSpPr>
        <p:grpSpPr>
          <a:xfrm>
            <a:off x="8316913" y="6445250"/>
            <a:ext cx="792162" cy="366713"/>
            <a:chOff x="5193" y="4020"/>
            <a:chExt cx="499" cy="231"/>
          </a:xfrm>
        </p:grpSpPr>
        <p:pic>
          <p:nvPicPr>
            <p:cNvPr id="71694" name="Picture 81"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71695" name="Text Box 8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1688" name="Group 83"/>
          <p:cNvGrpSpPr/>
          <p:nvPr/>
        </p:nvGrpSpPr>
        <p:grpSpPr>
          <a:xfrm>
            <a:off x="7451725" y="6445250"/>
            <a:ext cx="792163" cy="366713"/>
            <a:chOff x="5193" y="4020"/>
            <a:chExt cx="499" cy="231"/>
          </a:xfrm>
        </p:grpSpPr>
        <p:pic>
          <p:nvPicPr>
            <p:cNvPr id="71692" name="Picture 84"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71693" name="Text Box 85">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1689" name="Group 86"/>
          <p:cNvGrpSpPr/>
          <p:nvPr/>
        </p:nvGrpSpPr>
        <p:grpSpPr>
          <a:xfrm>
            <a:off x="6588125" y="6446838"/>
            <a:ext cx="792163" cy="366712"/>
            <a:chOff x="4695" y="4061"/>
            <a:chExt cx="499" cy="231"/>
          </a:xfrm>
        </p:grpSpPr>
        <p:pic>
          <p:nvPicPr>
            <p:cNvPr id="71690" name="Picture 87" descr="78900"/>
            <p:cNvPicPr>
              <a:picLocks noChangeAspect="1"/>
            </p:cNvPicPr>
            <p:nvPr/>
          </p:nvPicPr>
          <p:blipFill>
            <a:blip r:embed="rId3"/>
            <a:stretch>
              <a:fillRect/>
            </a:stretch>
          </p:blipFill>
          <p:spPr>
            <a:xfrm>
              <a:off x="4695" y="4107"/>
              <a:ext cx="499" cy="181"/>
            </a:xfrm>
            <a:prstGeom prst="rect">
              <a:avLst/>
            </a:prstGeom>
            <a:noFill/>
            <a:ln w="9525">
              <a:noFill/>
            </a:ln>
          </p:spPr>
        </p:pic>
        <p:sp>
          <p:nvSpPr>
            <p:cNvPr id="71691" name="Text Box 88">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5298"/>
                                        </p:tgtEl>
                                        <p:attrNameLst>
                                          <p:attrName>style.visibility</p:attrName>
                                        </p:attrNameLst>
                                      </p:cBhvr>
                                      <p:to>
                                        <p:strVal val="visible"/>
                                      </p:to>
                                    </p:set>
                                    <p:anim calcmode="lin" valueType="num">
                                      <p:cBhvr additive="base">
                                        <p:cTn id="7" dur="500" fill="hold"/>
                                        <p:tgtEl>
                                          <p:spTgt spid="55298"/>
                                        </p:tgtEl>
                                        <p:attrNameLst>
                                          <p:attrName>ppt_x</p:attrName>
                                        </p:attrNameLst>
                                      </p:cBhvr>
                                      <p:tavLst>
                                        <p:tav tm="0">
                                          <p:val>
                                            <p:strVal val="0-#ppt_w/2"/>
                                          </p:val>
                                        </p:tav>
                                        <p:tav tm="100000">
                                          <p:val>
                                            <p:strVal val="#ppt_x"/>
                                          </p:val>
                                        </p:tav>
                                      </p:tavLst>
                                    </p:anim>
                                    <p:anim calcmode="lin" valueType="num">
                                      <p:cBhvr additive="base">
                                        <p:cTn id="8" dur="500" fill="hold"/>
                                        <p:tgtEl>
                                          <p:spTgt spid="5529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par>
                          <p:cTn id="14" fill="hold">
                            <p:stCondLst>
                              <p:cond delay="500"/>
                            </p:stCondLst>
                            <p:childTnLst>
                              <p:par>
                                <p:cTn id="15" presetID="20" presetClass="entr" presetSubtype="0" fill="hold" grpId="0" nodeType="afterEffect">
                                  <p:stCondLst>
                                    <p:cond delay="0"/>
                                  </p:stCondLst>
                                  <p:childTnLst>
                                    <p:set>
                                      <p:cBhvr>
                                        <p:cTn id="16" dur="1" fill="hold">
                                          <p:stCondLst>
                                            <p:cond delay="0"/>
                                          </p:stCondLst>
                                        </p:cTn>
                                        <p:tgtEl>
                                          <p:spTgt spid="55326"/>
                                        </p:tgtEl>
                                        <p:attrNameLst>
                                          <p:attrName>style.visibility</p:attrName>
                                        </p:attrNameLst>
                                      </p:cBhvr>
                                      <p:to>
                                        <p:strVal val="visible"/>
                                      </p:to>
                                    </p:set>
                                    <p:animEffect transition="in" filter="wedge">
                                      <p:cBhvr>
                                        <p:cTn id="17" dur="2000"/>
                                        <p:tgtEl>
                                          <p:spTgt spid="5532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5299"/>
                                        </p:tgtEl>
                                        <p:attrNameLst>
                                          <p:attrName>style.visibility</p:attrName>
                                        </p:attrNameLst>
                                      </p:cBhvr>
                                      <p:to>
                                        <p:strVal val="visible"/>
                                      </p:to>
                                    </p:set>
                                    <p:animEffect transition="in" filter="wipe(up)">
                                      <p:cBhvr>
                                        <p:cTn id="27" dur="2000"/>
                                        <p:tgtEl>
                                          <p:spTgt spid="552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animBg="1"/>
      <p:bldP spid="55299" grpId="0"/>
      <p:bldP spid="55326"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6" name="Text Box 4"/>
          <p:cNvSpPr txBox="1"/>
          <p:nvPr/>
        </p:nvSpPr>
        <p:spPr>
          <a:xfrm>
            <a:off x="323850" y="5300663"/>
            <a:ext cx="8280400" cy="1117600"/>
          </a:xfrm>
          <a:prstGeom prst="rect">
            <a:avLst/>
          </a:prstGeom>
          <a:noFill/>
          <a:ln w="9525">
            <a:noFill/>
          </a:ln>
        </p:spPr>
        <p:txBody>
          <a:bodyPr>
            <a:spAutoFit/>
          </a:bodyPr>
          <a:p>
            <a:pPr indent="571500">
              <a:lnSpc>
                <a:spcPct val="120000"/>
              </a:lnSpc>
            </a:pPr>
            <a:r>
              <a:rPr lang="zh-CN" altLang="en-US" sz="2800" dirty="0">
                <a:latin typeface="楷体_GB2312" pitchFamily="49" charset="-122"/>
              </a:rPr>
              <a:t>若</a:t>
            </a:r>
            <a:r>
              <a:rPr lang="en-US" altLang="zh-CN" sz="2800" b="0" dirty="0">
                <a:solidFill>
                  <a:schemeClr val="bg1"/>
                </a:solidFill>
                <a:latin typeface="Times New Roman" panose="02020603050405020304" pitchFamily="18" charset="0"/>
              </a:rPr>
              <a:t>W</a:t>
            </a:r>
            <a:r>
              <a:rPr lang="en-US" altLang="zh-CN" sz="2800" b="0" baseline="-25000" dirty="0">
                <a:solidFill>
                  <a:schemeClr val="bg1"/>
                </a:solidFill>
                <a:latin typeface="Times New Roman" panose="02020603050405020304" pitchFamily="18" charset="0"/>
              </a:rPr>
              <a:t>1</a:t>
            </a:r>
            <a:r>
              <a:rPr lang="zh-CN" altLang="en-US" sz="2800" dirty="0">
                <a:latin typeface="楷体_GB2312" pitchFamily="49" charset="-122"/>
              </a:rPr>
              <a:t>的读数为</a:t>
            </a:r>
            <a:r>
              <a:rPr lang="en-US" altLang="zh-CN" sz="2800" b="0" i="1" dirty="0">
                <a:solidFill>
                  <a:schemeClr val="bg1"/>
                </a:solidFill>
                <a:latin typeface="Times New Roman" panose="02020603050405020304" pitchFamily="18" charset="0"/>
              </a:rPr>
              <a:t>P</a:t>
            </a:r>
            <a:r>
              <a:rPr lang="en-US" altLang="zh-CN" sz="2800" b="0" baseline="-25000" dirty="0">
                <a:solidFill>
                  <a:schemeClr val="bg1"/>
                </a:solidFill>
                <a:latin typeface="Times New Roman" panose="02020603050405020304" pitchFamily="18" charset="0"/>
              </a:rPr>
              <a:t>1</a:t>
            </a:r>
            <a:r>
              <a:rPr lang="en-US" altLang="zh-CN" sz="2800" b="0" dirty="0">
                <a:solidFill>
                  <a:schemeClr val="bg1"/>
                </a:solidFill>
                <a:latin typeface="Times New Roman" panose="02020603050405020304" pitchFamily="18" charset="0"/>
              </a:rPr>
              <a:t> , W</a:t>
            </a:r>
            <a:r>
              <a:rPr lang="en-US" altLang="zh-CN" sz="2800" b="0" baseline="-25000" dirty="0">
                <a:solidFill>
                  <a:schemeClr val="bg1"/>
                </a:solidFill>
                <a:latin typeface="Times New Roman" panose="02020603050405020304" pitchFamily="18" charset="0"/>
              </a:rPr>
              <a:t>2</a:t>
            </a:r>
            <a:r>
              <a:rPr lang="zh-CN" altLang="en-US" sz="2800" dirty="0">
                <a:latin typeface="楷体_GB2312" pitchFamily="49" charset="-122"/>
              </a:rPr>
              <a:t>的读数为</a:t>
            </a:r>
            <a:r>
              <a:rPr lang="en-US" altLang="zh-CN" sz="2800" b="0" i="1" dirty="0">
                <a:solidFill>
                  <a:schemeClr val="bg1"/>
                </a:solidFill>
                <a:latin typeface="Times New Roman" panose="02020603050405020304" pitchFamily="18" charset="0"/>
              </a:rPr>
              <a:t>P</a:t>
            </a:r>
            <a:r>
              <a:rPr lang="en-US" altLang="zh-CN" sz="2800" b="0" baseline="-25000" dirty="0">
                <a:solidFill>
                  <a:schemeClr val="bg1"/>
                </a:solidFill>
                <a:latin typeface="Times New Roman" panose="02020603050405020304" pitchFamily="18" charset="0"/>
              </a:rPr>
              <a:t>2</a:t>
            </a:r>
            <a:r>
              <a:rPr lang="en-US" altLang="zh-CN" sz="2800" b="0" dirty="0">
                <a:latin typeface="Times New Roman" panose="02020603050405020304" pitchFamily="18" charset="0"/>
              </a:rPr>
              <a:t> </a:t>
            </a:r>
            <a:r>
              <a:rPr lang="zh-CN" altLang="en-US" sz="2800" dirty="0">
                <a:latin typeface="楷体_GB2312" pitchFamily="49" charset="-122"/>
              </a:rPr>
              <a:t>，则三相总功率为</a:t>
            </a:r>
            <a:endParaRPr lang="zh-CN" altLang="en-US" sz="2800" dirty="0">
              <a:latin typeface="楷体_GB2312" pitchFamily="49" charset="-122"/>
            </a:endParaRPr>
          </a:p>
        </p:txBody>
      </p:sp>
      <p:sp>
        <p:nvSpPr>
          <p:cNvPr id="74781" name="Text Box 29"/>
          <p:cNvSpPr txBox="1"/>
          <p:nvPr/>
        </p:nvSpPr>
        <p:spPr>
          <a:xfrm>
            <a:off x="2339975" y="5773738"/>
            <a:ext cx="2663825" cy="750887"/>
          </a:xfrm>
          <a:prstGeom prst="rect">
            <a:avLst/>
          </a:prstGeom>
          <a:noFill/>
          <a:ln w="9525">
            <a:noFill/>
          </a:ln>
        </p:spPr>
        <p:txBody>
          <a:bodyPr>
            <a:spAutoFit/>
          </a:bodyPr>
          <a:p>
            <a:pPr indent="571500">
              <a:lnSpc>
                <a:spcPct val="120000"/>
              </a:lnSpc>
            </a:pPr>
            <a:r>
              <a:rPr lang="en-US" altLang="zh-CN" sz="3600" b="0" i="1" dirty="0">
                <a:solidFill>
                  <a:schemeClr val="bg1"/>
                </a:solidFill>
                <a:latin typeface="Times New Roman" panose="02020603050405020304" pitchFamily="18" charset="0"/>
                <a:ea typeface="宋体" panose="02010600030101010101" pitchFamily="2" charset="-122"/>
              </a:rPr>
              <a:t>P</a:t>
            </a:r>
            <a:r>
              <a:rPr lang="en-US" altLang="zh-CN" sz="3600" b="0" dirty="0">
                <a:solidFill>
                  <a:schemeClr val="bg1"/>
                </a:solidFill>
                <a:latin typeface="Times New Roman" panose="02020603050405020304" pitchFamily="18" charset="0"/>
                <a:ea typeface="宋体" panose="02010600030101010101" pitchFamily="2" charset="-122"/>
              </a:rPr>
              <a:t>=</a:t>
            </a:r>
            <a:r>
              <a:rPr lang="en-US" altLang="zh-CN" sz="3600" b="0" i="1" dirty="0">
                <a:solidFill>
                  <a:schemeClr val="bg1"/>
                </a:solidFill>
                <a:latin typeface="Times New Roman" panose="02020603050405020304" pitchFamily="18" charset="0"/>
                <a:ea typeface="宋体" panose="02010600030101010101" pitchFamily="2" charset="-122"/>
              </a:rPr>
              <a:t>P</a:t>
            </a:r>
            <a:r>
              <a:rPr lang="en-US" altLang="zh-CN" sz="3600" b="0" baseline="-25000" dirty="0">
                <a:solidFill>
                  <a:schemeClr val="bg1"/>
                </a:solidFill>
                <a:latin typeface="Times New Roman" panose="02020603050405020304" pitchFamily="18" charset="0"/>
                <a:ea typeface="宋体" panose="02010600030101010101" pitchFamily="2" charset="-122"/>
              </a:rPr>
              <a:t>1</a:t>
            </a:r>
            <a:r>
              <a:rPr lang="en-US" altLang="zh-CN" sz="3600" b="0" dirty="0">
                <a:solidFill>
                  <a:schemeClr val="bg1"/>
                </a:solidFill>
                <a:latin typeface="Times New Roman" panose="02020603050405020304" pitchFamily="18" charset="0"/>
                <a:ea typeface="宋体" panose="02010600030101010101" pitchFamily="2" charset="-122"/>
              </a:rPr>
              <a:t>+</a:t>
            </a:r>
            <a:r>
              <a:rPr lang="en-US" altLang="zh-CN" sz="3600" b="0" i="1" dirty="0">
                <a:solidFill>
                  <a:schemeClr val="bg1"/>
                </a:solidFill>
                <a:latin typeface="Times New Roman" panose="02020603050405020304" pitchFamily="18" charset="0"/>
                <a:ea typeface="宋体" panose="02010600030101010101" pitchFamily="2" charset="-122"/>
              </a:rPr>
              <a:t>P</a:t>
            </a:r>
            <a:r>
              <a:rPr lang="en-US" altLang="zh-CN" sz="3600" b="0" baseline="-25000" dirty="0">
                <a:solidFill>
                  <a:schemeClr val="bg1"/>
                </a:solidFill>
                <a:latin typeface="Times New Roman" panose="02020603050405020304" pitchFamily="18" charset="0"/>
                <a:ea typeface="宋体" panose="02010600030101010101" pitchFamily="2" charset="-122"/>
              </a:rPr>
              <a:t>2</a:t>
            </a:r>
            <a:endParaRPr lang="en-US" altLang="zh-CN" sz="3600" b="0" dirty="0">
              <a:solidFill>
                <a:schemeClr val="bg1"/>
              </a:solidFill>
              <a:latin typeface="Times New Roman" panose="02020603050405020304" pitchFamily="18" charset="0"/>
              <a:ea typeface="宋体" panose="02010600030101010101" pitchFamily="2" charset="-122"/>
            </a:endParaRPr>
          </a:p>
        </p:txBody>
      </p:sp>
      <p:grpSp>
        <p:nvGrpSpPr>
          <p:cNvPr id="2" name="Group 181"/>
          <p:cNvGrpSpPr/>
          <p:nvPr/>
        </p:nvGrpSpPr>
        <p:grpSpPr>
          <a:xfrm>
            <a:off x="468313" y="549275"/>
            <a:ext cx="3743325" cy="2303463"/>
            <a:chOff x="295" y="346"/>
            <a:chExt cx="2358" cy="1451"/>
          </a:xfrm>
        </p:grpSpPr>
        <p:sp>
          <p:nvSpPr>
            <p:cNvPr id="72764" name="Text Box 92"/>
            <p:cNvSpPr txBox="1"/>
            <p:nvPr/>
          </p:nvSpPr>
          <p:spPr>
            <a:xfrm>
              <a:off x="1009" y="346"/>
              <a:ext cx="22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2765" name="Line 94"/>
            <p:cNvSpPr/>
            <p:nvPr/>
          </p:nvSpPr>
          <p:spPr>
            <a:xfrm>
              <a:off x="588" y="682"/>
              <a:ext cx="1605" cy="0"/>
            </a:xfrm>
            <a:prstGeom prst="line">
              <a:avLst/>
            </a:prstGeom>
            <a:ln w="28575" cap="flat" cmpd="sng">
              <a:solidFill>
                <a:srgbClr val="FFCC00"/>
              </a:solidFill>
              <a:prstDash val="solid"/>
              <a:headEnd type="none" w="med" len="med"/>
              <a:tailEnd type="none" w="med" len="med"/>
            </a:ln>
          </p:spPr>
        </p:sp>
        <p:sp>
          <p:nvSpPr>
            <p:cNvPr id="72766" name="Line 95"/>
            <p:cNvSpPr/>
            <p:nvPr/>
          </p:nvSpPr>
          <p:spPr>
            <a:xfrm>
              <a:off x="588" y="1106"/>
              <a:ext cx="1605" cy="0"/>
            </a:xfrm>
            <a:prstGeom prst="line">
              <a:avLst/>
            </a:prstGeom>
            <a:ln w="28575" cap="flat" cmpd="sng">
              <a:solidFill>
                <a:srgbClr val="FFCC00"/>
              </a:solidFill>
              <a:prstDash val="solid"/>
              <a:headEnd type="none" w="med" len="med"/>
              <a:tailEnd type="none" w="med" len="med"/>
            </a:ln>
          </p:spPr>
        </p:sp>
        <p:sp>
          <p:nvSpPr>
            <p:cNvPr id="72767" name="Line 96"/>
            <p:cNvSpPr/>
            <p:nvPr/>
          </p:nvSpPr>
          <p:spPr>
            <a:xfrm>
              <a:off x="562" y="1547"/>
              <a:ext cx="1631" cy="0"/>
            </a:xfrm>
            <a:prstGeom prst="line">
              <a:avLst/>
            </a:prstGeom>
            <a:ln w="28575" cap="flat" cmpd="sng">
              <a:solidFill>
                <a:srgbClr val="FFCC00"/>
              </a:solidFill>
              <a:prstDash val="solid"/>
              <a:headEnd type="none" w="med" len="med"/>
              <a:tailEnd type="none" w="med" len="med"/>
            </a:ln>
          </p:spPr>
        </p:sp>
        <p:sp>
          <p:nvSpPr>
            <p:cNvPr id="72768" name="Line 97"/>
            <p:cNvSpPr/>
            <p:nvPr/>
          </p:nvSpPr>
          <p:spPr>
            <a:xfrm>
              <a:off x="1454" y="854"/>
              <a:ext cx="0" cy="693"/>
            </a:xfrm>
            <a:prstGeom prst="line">
              <a:avLst/>
            </a:prstGeom>
            <a:ln w="28575" cap="flat" cmpd="sng">
              <a:solidFill>
                <a:srgbClr val="FFCC00"/>
              </a:solidFill>
              <a:prstDash val="solid"/>
              <a:headEnd type="none" w="med" len="med"/>
              <a:tailEnd type="oval" w="med" len="med"/>
            </a:ln>
          </p:spPr>
        </p:sp>
        <p:sp>
          <p:nvSpPr>
            <p:cNvPr id="72769" name="Line 98"/>
            <p:cNvSpPr/>
            <p:nvPr/>
          </p:nvSpPr>
          <p:spPr>
            <a:xfrm flipH="1">
              <a:off x="1053" y="435"/>
              <a:ext cx="0" cy="1112"/>
            </a:xfrm>
            <a:prstGeom prst="line">
              <a:avLst/>
            </a:prstGeom>
            <a:ln w="28575" cap="flat" cmpd="sng">
              <a:solidFill>
                <a:srgbClr val="FFCC00"/>
              </a:solidFill>
              <a:prstDash val="solid"/>
              <a:headEnd type="none" w="med" len="med"/>
              <a:tailEnd type="oval" w="med" len="med"/>
            </a:ln>
          </p:spPr>
        </p:sp>
        <p:sp>
          <p:nvSpPr>
            <p:cNvPr id="72770" name="Line 99"/>
            <p:cNvSpPr/>
            <p:nvPr/>
          </p:nvSpPr>
          <p:spPr>
            <a:xfrm flipV="1">
              <a:off x="1231" y="836"/>
              <a:ext cx="0" cy="268"/>
            </a:xfrm>
            <a:prstGeom prst="line">
              <a:avLst/>
            </a:prstGeom>
            <a:ln w="28575" cap="flat" cmpd="sng">
              <a:solidFill>
                <a:srgbClr val="FFCC00"/>
              </a:solidFill>
              <a:prstDash val="solid"/>
              <a:headEnd type="oval" w="med" len="med"/>
              <a:tailEnd type="none" w="med" len="med"/>
            </a:ln>
          </p:spPr>
        </p:sp>
        <p:sp>
          <p:nvSpPr>
            <p:cNvPr id="72771" name="Line 100"/>
            <p:cNvSpPr/>
            <p:nvPr/>
          </p:nvSpPr>
          <p:spPr>
            <a:xfrm flipV="1">
              <a:off x="824" y="447"/>
              <a:ext cx="0" cy="235"/>
            </a:xfrm>
            <a:prstGeom prst="line">
              <a:avLst/>
            </a:prstGeom>
            <a:ln w="28575" cap="flat" cmpd="sng">
              <a:solidFill>
                <a:srgbClr val="FFCC00"/>
              </a:solidFill>
              <a:prstDash val="solid"/>
              <a:headEnd type="oval" w="med" len="med"/>
              <a:tailEnd type="none" w="med" len="med"/>
            </a:ln>
          </p:spPr>
        </p:sp>
        <p:sp>
          <p:nvSpPr>
            <p:cNvPr id="72772" name="Oval 101"/>
            <p:cNvSpPr/>
            <p:nvPr/>
          </p:nvSpPr>
          <p:spPr>
            <a:xfrm>
              <a:off x="874" y="543"/>
              <a:ext cx="312" cy="311"/>
            </a:xfrm>
            <a:prstGeom prst="ellipse">
              <a:avLst/>
            </a:prstGeom>
            <a:gradFill rotWithShape="1">
              <a:gsLst>
                <a:gs pos="0">
                  <a:srgbClr val="184776"/>
                </a:gs>
                <a:gs pos="100000">
                  <a:srgbClr val="3399FF"/>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r>
                <a:rPr lang="en-US" altLang="zh-CN" sz="2400" b="0" dirty="0">
                  <a:solidFill>
                    <a:schemeClr val="bg1"/>
                  </a:solidFill>
                  <a:latin typeface="Times New Roman" panose="02020603050405020304" pitchFamily="18" charset="0"/>
                  <a:ea typeface="宋体" panose="02010600030101010101" pitchFamily="2" charset="-122"/>
                </a:rPr>
                <a:t>W</a:t>
              </a:r>
              <a:r>
                <a:rPr lang="en-US" altLang="zh-CN" sz="2400" b="0" baseline="-25000" dirty="0">
                  <a:solidFill>
                    <a:schemeClr val="bg1"/>
                  </a:solidFill>
                  <a:latin typeface="Times New Roman" panose="02020603050405020304" pitchFamily="18" charset="0"/>
                  <a:ea typeface="宋体" panose="02010600030101010101" pitchFamily="2" charset="-122"/>
                </a:rPr>
                <a:t>1</a:t>
              </a:r>
              <a:endParaRPr lang="en-US" altLang="zh-CN" sz="2400" b="0" dirty="0">
                <a:solidFill>
                  <a:schemeClr val="bg1"/>
                </a:solidFill>
                <a:latin typeface="Times New Roman" panose="02020603050405020304" pitchFamily="18" charset="0"/>
                <a:ea typeface="宋体" panose="02010600030101010101" pitchFamily="2" charset="-122"/>
              </a:endParaRPr>
            </a:p>
          </p:txBody>
        </p:sp>
        <p:sp>
          <p:nvSpPr>
            <p:cNvPr id="72773" name="Text Box 102"/>
            <p:cNvSpPr txBox="1"/>
            <p:nvPr/>
          </p:nvSpPr>
          <p:spPr>
            <a:xfrm>
              <a:off x="319" y="523"/>
              <a:ext cx="27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2774" name="Text Box 103"/>
            <p:cNvSpPr txBox="1"/>
            <p:nvPr/>
          </p:nvSpPr>
          <p:spPr>
            <a:xfrm>
              <a:off x="324" y="923"/>
              <a:ext cx="265"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2775" name="Text Box 104"/>
            <p:cNvSpPr txBox="1"/>
            <p:nvPr/>
          </p:nvSpPr>
          <p:spPr>
            <a:xfrm>
              <a:off x="295" y="1335"/>
              <a:ext cx="265"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2776" name="Text Box 105"/>
            <p:cNvSpPr txBox="1"/>
            <p:nvPr/>
          </p:nvSpPr>
          <p:spPr>
            <a:xfrm>
              <a:off x="1454" y="766"/>
              <a:ext cx="22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2777" name="Text Box 106"/>
            <p:cNvSpPr txBox="1"/>
            <p:nvPr/>
          </p:nvSpPr>
          <p:spPr>
            <a:xfrm>
              <a:off x="1097" y="1076"/>
              <a:ext cx="22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2778" name="Text Box 107"/>
            <p:cNvSpPr txBox="1"/>
            <p:nvPr/>
          </p:nvSpPr>
          <p:spPr>
            <a:xfrm>
              <a:off x="696" y="632"/>
              <a:ext cx="22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2779" name="Oval 108"/>
            <p:cNvSpPr/>
            <p:nvPr/>
          </p:nvSpPr>
          <p:spPr>
            <a:xfrm>
              <a:off x="544" y="653"/>
              <a:ext cx="44" cy="44"/>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2780" name="Oval 109"/>
            <p:cNvSpPr/>
            <p:nvPr/>
          </p:nvSpPr>
          <p:spPr>
            <a:xfrm>
              <a:off x="538" y="1082"/>
              <a:ext cx="44" cy="44"/>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2781" name="Oval 110"/>
            <p:cNvSpPr/>
            <p:nvPr/>
          </p:nvSpPr>
          <p:spPr>
            <a:xfrm>
              <a:off x="520" y="1529"/>
              <a:ext cx="44" cy="44"/>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2782" name="Oval 111"/>
            <p:cNvSpPr/>
            <p:nvPr/>
          </p:nvSpPr>
          <p:spPr>
            <a:xfrm>
              <a:off x="1321" y="943"/>
              <a:ext cx="311" cy="311"/>
            </a:xfrm>
            <a:prstGeom prst="ellipse">
              <a:avLst/>
            </a:prstGeom>
            <a:gradFill rotWithShape="1">
              <a:gsLst>
                <a:gs pos="0">
                  <a:srgbClr val="184776"/>
                </a:gs>
                <a:gs pos="100000">
                  <a:srgbClr val="3399FF"/>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r>
                <a:rPr lang="en-US" altLang="zh-CN" sz="2400" b="0" dirty="0">
                  <a:solidFill>
                    <a:schemeClr val="bg1"/>
                  </a:solidFill>
                  <a:latin typeface="Times New Roman" panose="02020603050405020304" pitchFamily="18" charset="0"/>
                  <a:ea typeface="宋体" panose="02010600030101010101" pitchFamily="2" charset="-122"/>
                </a:rPr>
                <a:t>W</a:t>
              </a:r>
              <a:r>
                <a:rPr lang="en-US" altLang="zh-CN" sz="2400" b="0" baseline="-25000" dirty="0">
                  <a:solidFill>
                    <a:schemeClr val="bg1"/>
                  </a:solidFill>
                  <a:latin typeface="Times New Roman" panose="02020603050405020304" pitchFamily="18" charset="0"/>
                  <a:ea typeface="宋体" panose="02010600030101010101" pitchFamily="2" charset="-122"/>
                </a:rPr>
                <a:t>2</a:t>
              </a:r>
              <a:endParaRPr lang="en-US" altLang="zh-CN" sz="2400" b="0" dirty="0">
                <a:solidFill>
                  <a:schemeClr val="bg1"/>
                </a:solidFill>
                <a:latin typeface="Times New Roman" panose="02020603050405020304" pitchFamily="18" charset="0"/>
                <a:ea typeface="宋体" panose="02010600030101010101" pitchFamily="2" charset="-122"/>
              </a:endParaRPr>
            </a:p>
          </p:txBody>
        </p:sp>
        <p:sp>
          <p:nvSpPr>
            <p:cNvPr id="72783" name="Line 112"/>
            <p:cNvSpPr/>
            <p:nvPr/>
          </p:nvSpPr>
          <p:spPr>
            <a:xfrm>
              <a:off x="1231" y="835"/>
              <a:ext cx="223" cy="0"/>
            </a:xfrm>
            <a:prstGeom prst="line">
              <a:avLst/>
            </a:prstGeom>
            <a:ln w="28575" cap="flat" cmpd="sng">
              <a:solidFill>
                <a:srgbClr val="FFCC00"/>
              </a:solidFill>
              <a:prstDash val="solid"/>
              <a:headEnd type="none" w="med" len="med"/>
              <a:tailEnd type="none" w="med" len="med"/>
            </a:ln>
          </p:spPr>
        </p:sp>
        <p:sp>
          <p:nvSpPr>
            <p:cNvPr id="72784" name="Line 113"/>
            <p:cNvSpPr/>
            <p:nvPr/>
          </p:nvSpPr>
          <p:spPr>
            <a:xfrm>
              <a:off x="830" y="435"/>
              <a:ext cx="223" cy="0"/>
            </a:xfrm>
            <a:prstGeom prst="line">
              <a:avLst/>
            </a:prstGeom>
            <a:ln w="28575" cap="flat" cmpd="sng">
              <a:solidFill>
                <a:srgbClr val="FFCC00"/>
              </a:solidFill>
              <a:prstDash val="solid"/>
              <a:headEnd type="none" w="med" len="med"/>
              <a:tailEnd type="none" w="med" len="med"/>
            </a:ln>
          </p:spPr>
        </p:sp>
        <p:sp>
          <p:nvSpPr>
            <p:cNvPr id="72785" name="Rectangle 93"/>
            <p:cNvSpPr/>
            <p:nvPr/>
          </p:nvSpPr>
          <p:spPr>
            <a:xfrm>
              <a:off x="1945" y="479"/>
              <a:ext cx="708" cy="1318"/>
            </a:xfrm>
            <a:prstGeom prst="rect">
              <a:avLst/>
            </a:prstGeom>
            <a:gradFill rotWithShape="1">
              <a:gsLst>
                <a:gs pos="0">
                  <a:srgbClr val="FF9900"/>
                </a:gs>
                <a:gs pos="100000">
                  <a:srgbClr val="764700"/>
                </a:gs>
              </a:gsLst>
              <a:path path="shape">
                <a:fillToRect l="50000" t="50000" r="50000" b="50000"/>
              </a:path>
              <a:tileRect/>
            </a:gradFill>
            <a:ln w="38100">
              <a:noFill/>
            </a:ln>
          </p:spPr>
          <p:txBody>
            <a:bodyPr wrap="none" anchor="ctr" anchorCtr="0"/>
            <a:p>
              <a:pPr algn="ctr"/>
              <a:r>
                <a:rPr lang="zh-CN" altLang="en-US" sz="2800" dirty="0">
                  <a:solidFill>
                    <a:schemeClr val="bg1"/>
                  </a:solidFill>
                  <a:latin typeface="Times New Roman" panose="02020603050405020304" pitchFamily="18" charset="0"/>
                </a:rPr>
                <a:t>三</a:t>
              </a:r>
              <a:endParaRPr lang="zh-CN" altLang="en-US" sz="2800" dirty="0">
                <a:solidFill>
                  <a:schemeClr val="bg1"/>
                </a:solidFill>
                <a:latin typeface="Times New Roman" panose="02020603050405020304" pitchFamily="18" charset="0"/>
              </a:endParaRPr>
            </a:p>
            <a:p>
              <a:pPr algn="ctr"/>
              <a:r>
                <a:rPr lang="zh-CN" altLang="en-US" sz="2800" dirty="0">
                  <a:solidFill>
                    <a:schemeClr val="bg1"/>
                  </a:solidFill>
                  <a:latin typeface="Times New Roman" panose="02020603050405020304" pitchFamily="18" charset="0"/>
                </a:rPr>
                <a:t>相</a:t>
              </a:r>
              <a:endParaRPr lang="zh-CN" altLang="en-US" sz="2800" dirty="0">
                <a:solidFill>
                  <a:schemeClr val="bg1"/>
                </a:solidFill>
                <a:latin typeface="Times New Roman" panose="02020603050405020304" pitchFamily="18" charset="0"/>
              </a:endParaRPr>
            </a:p>
            <a:p>
              <a:pPr algn="ctr"/>
              <a:r>
                <a:rPr lang="zh-CN" altLang="en-US" sz="2800" dirty="0">
                  <a:solidFill>
                    <a:schemeClr val="bg1"/>
                  </a:solidFill>
                  <a:latin typeface="Times New Roman" panose="02020603050405020304" pitchFamily="18" charset="0"/>
                </a:rPr>
                <a:t>负</a:t>
              </a:r>
              <a:endParaRPr lang="zh-CN" altLang="en-US" sz="2800" dirty="0">
                <a:solidFill>
                  <a:schemeClr val="bg1"/>
                </a:solidFill>
                <a:latin typeface="Times New Roman" panose="02020603050405020304" pitchFamily="18" charset="0"/>
              </a:endParaRPr>
            </a:p>
            <a:p>
              <a:pPr algn="ctr"/>
              <a:r>
                <a:rPr lang="zh-CN" altLang="en-US" sz="2800" dirty="0">
                  <a:solidFill>
                    <a:schemeClr val="bg1"/>
                  </a:solidFill>
                  <a:latin typeface="Times New Roman" panose="02020603050405020304" pitchFamily="18" charset="0"/>
                </a:rPr>
                <a:t>载</a:t>
              </a:r>
              <a:endParaRPr lang="zh-CN" altLang="en-US" sz="2800" dirty="0">
                <a:solidFill>
                  <a:schemeClr val="bg1"/>
                </a:solidFill>
                <a:latin typeface="Times New Roman" panose="02020603050405020304" pitchFamily="18" charset="0"/>
              </a:endParaRPr>
            </a:p>
          </p:txBody>
        </p:sp>
      </p:grpSp>
      <p:grpSp>
        <p:nvGrpSpPr>
          <p:cNvPr id="3" name="Group 138"/>
          <p:cNvGrpSpPr/>
          <p:nvPr/>
        </p:nvGrpSpPr>
        <p:grpSpPr>
          <a:xfrm>
            <a:off x="1692275" y="2779713"/>
            <a:ext cx="3671888" cy="2538412"/>
            <a:chOff x="930" y="1706"/>
            <a:chExt cx="2398" cy="1654"/>
          </a:xfrm>
        </p:grpSpPr>
        <p:sp>
          <p:nvSpPr>
            <p:cNvPr id="72742" name="Text Box 116"/>
            <p:cNvSpPr txBox="1"/>
            <p:nvPr/>
          </p:nvSpPr>
          <p:spPr>
            <a:xfrm>
              <a:off x="1656" y="1706"/>
              <a:ext cx="236" cy="338"/>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2743" name="Line 117"/>
            <p:cNvSpPr/>
            <p:nvPr/>
          </p:nvSpPr>
          <p:spPr>
            <a:xfrm>
              <a:off x="1228" y="2049"/>
              <a:ext cx="1632" cy="0"/>
            </a:xfrm>
            <a:prstGeom prst="line">
              <a:avLst/>
            </a:prstGeom>
            <a:ln w="28575" cap="flat" cmpd="sng">
              <a:solidFill>
                <a:srgbClr val="FFCC00"/>
              </a:solidFill>
              <a:prstDash val="solid"/>
              <a:headEnd type="none" w="med" len="med"/>
              <a:tailEnd type="none" w="med" len="med"/>
            </a:ln>
          </p:spPr>
        </p:sp>
        <p:sp>
          <p:nvSpPr>
            <p:cNvPr id="72744" name="Line 118"/>
            <p:cNvSpPr/>
            <p:nvPr/>
          </p:nvSpPr>
          <p:spPr>
            <a:xfrm>
              <a:off x="1228" y="2481"/>
              <a:ext cx="1632" cy="0"/>
            </a:xfrm>
            <a:prstGeom prst="line">
              <a:avLst/>
            </a:prstGeom>
            <a:ln w="28575" cap="flat" cmpd="sng">
              <a:solidFill>
                <a:srgbClr val="FFCC00"/>
              </a:solidFill>
              <a:prstDash val="solid"/>
              <a:headEnd type="none" w="med" len="med"/>
              <a:tailEnd type="none" w="med" len="med"/>
            </a:ln>
          </p:spPr>
        </p:sp>
        <p:sp>
          <p:nvSpPr>
            <p:cNvPr id="72745" name="Line 119"/>
            <p:cNvSpPr/>
            <p:nvPr/>
          </p:nvSpPr>
          <p:spPr>
            <a:xfrm>
              <a:off x="1202" y="2931"/>
              <a:ext cx="1658" cy="0"/>
            </a:xfrm>
            <a:prstGeom prst="line">
              <a:avLst/>
            </a:prstGeom>
            <a:ln w="28575" cap="flat" cmpd="sng">
              <a:solidFill>
                <a:srgbClr val="FFCC00"/>
              </a:solidFill>
              <a:prstDash val="solid"/>
              <a:headEnd type="none" w="med" len="med"/>
              <a:tailEnd type="none" w="med" len="med"/>
            </a:ln>
          </p:spPr>
        </p:sp>
        <p:sp>
          <p:nvSpPr>
            <p:cNvPr id="72746" name="Line 120"/>
            <p:cNvSpPr/>
            <p:nvPr/>
          </p:nvSpPr>
          <p:spPr>
            <a:xfrm>
              <a:off x="2109" y="2478"/>
              <a:ext cx="0" cy="725"/>
            </a:xfrm>
            <a:prstGeom prst="line">
              <a:avLst/>
            </a:prstGeom>
            <a:ln w="28575" cap="flat" cmpd="sng">
              <a:solidFill>
                <a:srgbClr val="FFCC00"/>
              </a:solidFill>
              <a:prstDash val="solid"/>
              <a:headEnd type="oval" w="med" len="med"/>
              <a:tailEnd type="none" w="med" len="med"/>
            </a:ln>
          </p:spPr>
        </p:sp>
        <p:sp>
          <p:nvSpPr>
            <p:cNvPr id="72747" name="Line 121"/>
            <p:cNvSpPr/>
            <p:nvPr/>
          </p:nvSpPr>
          <p:spPr>
            <a:xfrm flipH="1">
              <a:off x="1701" y="1797"/>
              <a:ext cx="0" cy="681"/>
            </a:xfrm>
            <a:prstGeom prst="line">
              <a:avLst/>
            </a:prstGeom>
            <a:ln w="28575" cap="flat" cmpd="sng">
              <a:solidFill>
                <a:srgbClr val="FFCC00"/>
              </a:solidFill>
              <a:prstDash val="solid"/>
              <a:headEnd type="none" w="med" len="med"/>
              <a:tailEnd type="oval" w="med" len="med"/>
            </a:ln>
          </p:spPr>
        </p:sp>
        <p:sp>
          <p:nvSpPr>
            <p:cNvPr id="72748" name="Line 122"/>
            <p:cNvSpPr/>
            <p:nvPr/>
          </p:nvSpPr>
          <p:spPr>
            <a:xfrm>
              <a:off x="1837" y="2931"/>
              <a:ext cx="0" cy="272"/>
            </a:xfrm>
            <a:prstGeom prst="line">
              <a:avLst/>
            </a:prstGeom>
            <a:ln w="28575" cap="flat" cmpd="sng">
              <a:solidFill>
                <a:srgbClr val="FFCC00"/>
              </a:solidFill>
              <a:prstDash val="solid"/>
              <a:headEnd type="oval" w="med" len="med"/>
              <a:tailEnd type="none" w="med" len="med"/>
            </a:ln>
          </p:spPr>
        </p:sp>
        <p:sp>
          <p:nvSpPr>
            <p:cNvPr id="72749" name="Line 123"/>
            <p:cNvSpPr/>
            <p:nvPr/>
          </p:nvSpPr>
          <p:spPr>
            <a:xfrm flipV="1">
              <a:off x="1468" y="1809"/>
              <a:ext cx="0" cy="240"/>
            </a:xfrm>
            <a:prstGeom prst="line">
              <a:avLst/>
            </a:prstGeom>
            <a:ln w="28575" cap="flat" cmpd="sng">
              <a:solidFill>
                <a:srgbClr val="FFCC00"/>
              </a:solidFill>
              <a:prstDash val="solid"/>
              <a:headEnd type="oval" w="med" len="med"/>
              <a:tailEnd type="none" w="med" len="med"/>
            </a:ln>
          </p:spPr>
        </p:sp>
        <p:sp>
          <p:nvSpPr>
            <p:cNvPr id="72750" name="Oval 124"/>
            <p:cNvSpPr/>
            <p:nvPr/>
          </p:nvSpPr>
          <p:spPr>
            <a:xfrm>
              <a:off x="1519" y="1907"/>
              <a:ext cx="317" cy="317"/>
            </a:xfrm>
            <a:prstGeom prst="ellipse">
              <a:avLst/>
            </a:prstGeom>
            <a:gradFill rotWithShape="1">
              <a:gsLst>
                <a:gs pos="0">
                  <a:srgbClr val="184776"/>
                </a:gs>
                <a:gs pos="100000">
                  <a:srgbClr val="3399FF"/>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r>
                <a:rPr lang="en-US" altLang="zh-CN" sz="2400" b="0" dirty="0">
                  <a:solidFill>
                    <a:schemeClr val="bg1"/>
                  </a:solidFill>
                  <a:latin typeface="Times New Roman" panose="02020603050405020304" pitchFamily="18" charset="0"/>
                  <a:ea typeface="宋体" panose="02010600030101010101" pitchFamily="2" charset="-122"/>
                </a:rPr>
                <a:t>W</a:t>
              </a:r>
              <a:r>
                <a:rPr lang="en-US" altLang="zh-CN" sz="2400" b="0" baseline="-25000" dirty="0">
                  <a:solidFill>
                    <a:schemeClr val="bg1"/>
                  </a:solidFill>
                  <a:latin typeface="Times New Roman" panose="02020603050405020304" pitchFamily="18" charset="0"/>
                  <a:ea typeface="宋体" panose="02010600030101010101" pitchFamily="2" charset="-122"/>
                </a:rPr>
                <a:t>1</a:t>
              </a:r>
              <a:endParaRPr lang="en-US" altLang="zh-CN" sz="2400" b="0" dirty="0">
                <a:solidFill>
                  <a:schemeClr val="bg1"/>
                </a:solidFill>
                <a:latin typeface="Times New Roman" panose="02020603050405020304" pitchFamily="18" charset="0"/>
                <a:ea typeface="宋体" panose="02010600030101010101" pitchFamily="2" charset="-122"/>
              </a:endParaRPr>
            </a:p>
          </p:txBody>
        </p:sp>
        <p:sp>
          <p:nvSpPr>
            <p:cNvPr id="72751" name="Text Box 125"/>
            <p:cNvSpPr txBox="1"/>
            <p:nvPr/>
          </p:nvSpPr>
          <p:spPr>
            <a:xfrm>
              <a:off x="954" y="1887"/>
              <a:ext cx="288" cy="338"/>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2752" name="Text Box 126"/>
            <p:cNvSpPr txBox="1"/>
            <p:nvPr/>
          </p:nvSpPr>
          <p:spPr>
            <a:xfrm>
              <a:off x="960" y="2295"/>
              <a:ext cx="275" cy="338"/>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2753" name="Text Box 127"/>
            <p:cNvSpPr txBox="1"/>
            <p:nvPr/>
          </p:nvSpPr>
          <p:spPr>
            <a:xfrm>
              <a:off x="930" y="2715"/>
              <a:ext cx="275" cy="338"/>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2754" name="Text Box 128"/>
            <p:cNvSpPr txBox="1"/>
            <p:nvPr/>
          </p:nvSpPr>
          <p:spPr>
            <a:xfrm>
              <a:off x="1746" y="2659"/>
              <a:ext cx="236" cy="338"/>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2755" name="Text Box 129"/>
            <p:cNvSpPr txBox="1"/>
            <p:nvPr/>
          </p:nvSpPr>
          <p:spPr>
            <a:xfrm>
              <a:off x="2109" y="3022"/>
              <a:ext cx="236" cy="338"/>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2756" name="Text Box 130"/>
            <p:cNvSpPr txBox="1"/>
            <p:nvPr/>
          </p:nvSpPr>
          <p:spPr>
            <a:xfrm>
              <a:off x="1338" y="1998"/>
              <a:ext cx="237" cy="338"/>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2757" name="Oval 131"/>
            <p:cNvSpPr/>
            <p:nvPr/>
          </p:nvSpPr>
          <p:spPr>
            <a:xfrm>
              <a:off x="1183" y="2019"/>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2758" name="Oval 132"/>
            <p:cNvSpPr/>
            <p:nvPr/>
          </p:nvSpPr>
          <p:spPr>
            <a:xfrm>
              <a:off x="1177" y="2457"/>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2759" name="Oval 133"/>
            <p:cNvSpPr/>
            <p:nvPr/>
          </p:nvSpPr>
          <p:spPr>
            <a:xfrm>
              <a:off x="1186" y="2931"/>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2760" name="Oval 134"/>
            <p:cNvSpPr/>
            <p:nvPr/>
          </p:nvSpPr>
          <p:spPr>
            <a:xfrm>
              <a:off x="1927" y="2795"/>
              <a:ext cx="317" cy="317"/>
            </a:xfrm>
            <a:prstGeom prst="ellipse">
              <a:avLst/>
            </a:prstGeom>
            <a:gradFill rotWithShape="1">
              <a:gsLst>
                <a:gs pos="0">
                  <a:srgbClr val="184776"/>
                </a:gs>
                <a:gs pos="100000">
                  <a:srgbClr val="3399FF"/>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r>
                <a:rPr lang="en-US" altLang="zh-CN" sz="2400" b="0" dirty="0">
                  <a:solidFill>
                    <a:schemeClr val="bg1"/>
                  </a:solidFill>
                  <a:latin typeface="Times New Roman" panose="02020603050405020304" pitchFamily="18" charset="0"/>
                  <a:ea typeface="宋体" panose="02010600030101010101" pitchFamily="2" charset="-122"/>
                </a:rPr>
                <a:t>W</a:t>
              </a:r>
              <a:r>
                <a:rPr lang="en-US" altLang="zh-CN" sz="2400" b="0" baseline="-25000" dirty="0">
                  <a:solidFill>
                    <a:schemeClr val="bg1"/>
                  </a:solidFill>
                  <a:latin typeface="Times New Roman" panose="02020603050405020304" pitchFamily="18" charset="0"/>
                  <a:ea typeface="宋体" panose="02010600030101010101" pitchFamily="2" charset="-122"/>
                </a:rPr>
                <a:t>2</a:t>
              </a:r>
              <a:endParaRPr lang="en-US" altLang="zh-CN" sz="2400" b="0" dirty="0">
                <a:solidFill>
                  <a:schemeClr val="bg1"/>
                </a:solidFill>
                <a:latin typeface="Times New Roman" panose="02020603050405020304" pitchFamily="18" charset="0"/>
                <a:ea typeface="宋体" panose="02010600030101010101" pitchFamily="2" charset="-122"/>
              </a:endParaRPr>
            </a:p>
          </p:txBody>
        </p:sp>
        <p:sp>
          <p:nvSpPr>
            <p:cNvPr id="72761" name="Line 135"/>
            <p:cNvSpPr/>
            <p:nvPr/>
          </p:nvSpPr>
          <p:spPr>
            <a:xfrm>
              <a:off x="1837" y="3203"/>
              <a:ext cx="272" cy="0"/>
            </a:xfrm>
            <a:prstGeom prst="line">
              <a:avLst/>
            </a:prstGeom>
            <a:ln w="28575" cap="flat" cmpd="sng">
              <a:solidFill>
                <a:srgbClr val="FFCC00"/>
              </a:solidFill>
              <a:prstDash val="solid"/>
              <a:headEnd type="none" w="med" len="med"/>
              <a:tailEnd type="none" w="med" len="med"/>
            </a:ln>
          </p:spPr>
        </p:sp>
        <p:sp>
          <p:nvSpPr>
            <p:cNvPr id="72762" name="Line 136"/>
            <p:cNvSpPr/>
            <p:nvPr/>
          </p:nvSpPr>
          <p:spPr>
            <a:xfrm>
              <a:off x="1474" y="1797"/>
              <a:ext cx="227" cy="0"/>
            </a:xfrm>
            <a:prstGeom prst="line">
              <a:avLst/>
            </a:prstGeom>
            <a:ln w="28575" cap="flat" cmpd="sng">
              <a:solidFill>
                <a:srgbClr val="FFCC00"/>
              </a:solidFill>
              <a:prstDash val="solid"/>
              <a:headEnd type="none" w="med" len="med"/>
              <a:tailEnd type="none" w="med" len="med"/>
            </a:ln>
          </p:spPr>
        </p:sp>
        <p:sp>
          <p:nvSpPr>
            <p:cNvPr id="72763" name="Rectangle 137"/>
            <p:cNvSpPr/>
            <p:nvPr/>
          </p:nvSpPr>
          <p:spPr>
            <a:xfrm>
              <a:off x="2608" y="1842"/>
              <a:ext cx="720" cy="1344"/>
            </a:xfrm>
            <a:prstGeom prst="rect">
              <a:avLst/>
            </a:prstGeom>
            <a:gradFill rotWithShape="1">
              <a:gsLst>
                <a:gs pos="0">
                  <a:srgbClr val="FF9900"/>
                </a:gs>
                <a:gs pos="100000">
                  <a:srgbClr val="764700"/>
                </a:gs>
              </a:gsLst>
              <a:path path="shape">
                <a:fillToRect l="50000" t="50000" r="50000" b="50000"/>
              </a:path>
              <a:tileRect/>
            </a:gradFill>
            <a:ln w="38100">
              <a:noFill/>
            </a:ln>
          </p:spPr>
          <p:txBody>
            <a:bodyPr wrap="none" anchor="ctr" anchorCtr="0"/>
            <a:p>
              <a:pPr algn="ctr"/>
              <a:r>
                <a:rPr lang="zh-CN" altLang="en-US" sz="2800" dirty="0">
                  <a:solidFill>
                    <a:schemeClr val="bg1"/>
                  </a:solidFill>
                  <a:latin typeface="Times New Roman" panose="02020603050405020304" pitchFamily="18" charset="0"/>
                </a:rPr>
                <a:t>三</a:t>
              </a:r>
              <a:endParaRPr lang="zh-CN" altLang="en-US" sz="2800" dirty="0">
                <a:solidFill>
                  <a:schemeClr val="bg1"/>
                </a:solidFill>
                <a:latin typeface="Times New Roman" panose="02020603050405020304" pitchFamily="18" charset="0"/>
              </a:endParaRPr>
            </a:p>
            <a:p>
              <a:pPr algn="ctr"/>
              <a:r>
                <a:rPr lang="zh-CN" altLang="en-US" sz="2800" dirty="0">
                  <a:solidFill>
                    <a:schemeClr val="bg1"/>
                  </a:solidFill>
                  <a:latin typeface="Times New Roman" panose="02020603050405020304" pitchFamily="18" charset="0"/>
                </a:rPr>
                <a:t>相</a:t>
              </a:r>
              <a:endParaRPr lang="zh-CN" altLang="en-US" sz="2800" dirty="0">
                <a:solidFill>
                  <a:schemeClr val="bg1"/>
                </a:solidFill>
                <a:latin typeface="Times New Roman" panose="02020603050405020304" pitchFamily="18" charset="0"/>
              </a:endParaRPr>
            </a:p>
            <a:p>
              <a:pPr algn="ctr"/>
              <a:r>
                <a:rPr lang="zh-CN" altLang="en-US" sz="2800" dirty="0">
                  <a:solidFill>
                    <a:schemeClr val="bg1"/>
                  </a:solidFill>
                  <a:latin typeface="Times New Roman" panose="02020603050405020304" pitchFamily="18" charset="0"/>
                </a:rPr>
                <a:t>负</a:t>
              </a:r>
              <a:endParaRPr lang="zh-CN" altLang="en-US" sz="2800" dirty="0">
                <a:solidFill>
                  <a:schemeClr val="bg1"/>
                </a:solidFill>
                <a:latin typeface="Times New Roman" panose="02020603050405020304" pitchFamily="18" charset="0"/>
              </a:endParaRPr>
            </a:p>
            <a:p>
              <a:pPr algn="ctr"/>
              <a:r>
                <a:rPr lang="zh-CN" altLang="en-US" sz="2800" dirty="0">
                  <a:solidFill>
                    <a:schemeClr val="bg1"/>
                  </a:solidFill>
                  <a:latin typeface="Times New Roman" panose="02020603050405020304" pitchFamily="18" charset="0"/>
                </a:rPr>
                <a:t>载</a:t>
              </a:r>
              <a:endParaRPr lang="zh-CN" altLang="en-US" sz="2800" dirty="0">
                <a:solidFill>
                  <a:schemeClr val="bg1"/>
                </a:solidFill>
                <a:latin typeface="Times New Roman" panose="02020603050405020304" pitchFamily="18" charset="0"/>
              </a:endParaRPr>
            </a:p>
          </p:txBody>
        </p:sp>
      </p:grpSp>
      <p:grpSp>
        <p:nvGrpSpPr>
          <p:cNvPr id="4" name="Group 162"/>
          <p:cNvGrpSpPr/>
          <p:nvPr/>
        </p:nvGrpSpPr>
        <p:grpSpPr>
          <a:xfrm>
            <a:off x="4859338" y="836613"/>
            <a:ext cx="3673475" cy="2266950"/>
            <a:chOff x="3061" y="346"/>
            <a:chExt cx="2398" cy="1531"/>
          </a:xfrm>
        </p:grpSpPr>
        <p:sp>
          <p:nvSpPr>
            <p:cNvPr id="72720" name="Text Box 140"/>
            <p:cNvSpPr txBox="1"/>
            <p:nvPr/>
          </p:nvSpPr>
          <p:spPr>
            <a:xfrm>
              <a:off x="3424" y="744"/>
              <a:ext cx="236" cy="350"/>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2721" name="Line 141"/>
            <p:cNvSpPr/>
            <p:nvPr/>
          </p:nvSpPr>
          <p:spPr>
            <a:xfrm>
              <a:off x="3379" y="527"/>
              <a:ext cx="1632" cy="0"/>
            </a:xfrm>
            <a:prstGeom prst="line">
              <a:avLst/>
            </a:prstGeom>
            <a:ln w="28575" cap="flat" cmpd="sng">
              <a:solidFill>
                <a:srgbClr val="FFCC00"/>
              </a:solidFill>
              <a:prstDash val="solid"/>
              <a:headEnd type="none" w="med" len="med"/>
              <a:tailEnd type="none" w="med" len="med"/>
            </a:ln>
          </p:spPr>
        </p:sp>
        <p:sp>
          <p:nvSpPr>
            <p:cNvPr id="72722" name="Line 142"/>
            <p:cNvSpPr/>
            <p:nvPr/>
          </p:nvSpPr>
          <p:spPr>
            <a:xfrm>
              <a:off x="3359" y="985"/>
              <a:ext cx="1632" cy="0"/>
            </a:xfrm>
            <a:prstGeom prst="line">
              <a:avLst/>
            </a:prstGeom>
            <a:ln w="28575" cap="flat" cmpd="sng">
              <a:solidFill>
                <a:srgbClr val="FFCC00"/>
              </a:solidFill>
              <a:prstDash val="solid"/>
              <a:headEnd type="none" w="med" len="med"/>
              <a:tailEnd type="none" w="med" len="med"/>
            </a:ln>
          </p:spPr>
        </p:sp>
        <p:sp>
          <p:nvSpPr>
            <p:cNvPr id="72723" name="Line 143"/>
            <p:cNvSpPr/>
            <p:nvPr/>
          </p:nvSpPr>
          <p:spPr>
            <a:xfrm>
              <a:off x="3333" y="1435"/>
              <a:ext cx="1658" cy="0"/>
            </a:xfrm>
            <a:prstGeom prst="line">
              <a:avLst/>
            </a:prstGeom>
            <a:ln w="28575" cap="flat" cmpd="sng">
              <a:solidFill>
                <a:srgbClr val="FFCC00"/>
              </a:solidFill>
              <a:prstDash val="solid"/>
              <a:headEnd type="none" w="med" len="med"/>
              <a:tailEnd type="none" w="med" len="med"/>
            </a:ln>
          </p:spPr>
        </p:sp>
        <p:sp>
          <p:nvSpPr>
            <p:cNvPr id="72724" name="Line 144"/>
            <p:cNvSpPr/>
            <p:nvPr/>
          </p:nvSpPr>
          <p:spPr>
            <a:xfrm flipH="1">
              <a:off x="4240" y="527"/>
              <a:ext cx="1" cy="1180"/>
            </a:xfrm>
            <a:prstGeom prst="line">
              <a:avLst/>
            </a:prstGeom>
            <a:ln w="28575" cap="flat" cmpd="sng">
              <a:solidFill>
                <a:srgbClr val="FFCC00"/>
              </a:solidFill>
              <a:prstDash val="solid"/>
              <a:headEnd type="oval" w="med" len="med"/>
              <a:tailEnd type="none" w="med" len="med"/>
            </a:ln>
          </p:spPr>
        </p:sp>
        <p:sp>
          <p:nvSpPr>
            <p:cNvPr id="72725" name="Line 145"/>
            <p:cNvSpPr/>
            <p:nvPr/>
          </p:nvSpPr>
          <p:spPr>
            <a:xfrm flipH="1">
              <a:off x="3833" y="527"/>
              <a:ext cx="0" cy="726"/>
            </a:xfrm>
            <a:prstGeom prst="line">
              <a:avLst/>
            </a:prstGeom>
            <a:ln w="28575" cap="flat" cmpd="sng">
              <a:solidFill>
                <a:srgbClr val="FFCC00"/>
              </a:solidFill>
              <a:prstDash val="solid"/>
              <a:headEnd type="oval" w="med" len="med"/>
              <a:tailEnd type="none" w="med" len="med"/>
            </a:ln>
          </p:spPr>
        </p:sp>
        <p:sp>
          <p:nvSpPr>
            <p:cNvPr id="72726" name="Line 146"/>
            <p:cNvSpPr/>
            <p:nvPr/>
          </p:nvSpPr>
          <p:spPr>
            <a:xfrm>
              <a:off x="3968" y="1435"/>
              <a:ext cx="0" cy="272"/>
            </a:xfrm>
            <a:prstGeom prst="line">
              <a:avLst/>
            </a:prstGeom>
            <a:ln w="28575" cap="flat" cmpd="sng">
              <a:solidFill>
                <a:srgbClr val="FFCC00"/>
              </a:solidFill>
              <a:prstDash val="solid"/>
              <a:headEnd type="oval" w="med" len="med"/>
              <a:tailEnd type="none" w="med" len="med"/>
            </a:ln>
          </p:spPr>
        </p:sp>
        <p:sp>
          <p:nvSpPr>
            <p:cNvPr id="72727" name="Line 147"/>
            <p:cNvSpPr/>
            <p:nvPr/>
          </p:nvSpPr>
          <p:spPr>
            <a:xfrm>
              <a:off x="3560" y="981"/>
              <a:ext cx="0" cy="259"/>
            </a:xfrm>
            <a:prstGeom prst="line">
              <a:avLst/>
            </a:prstGeom>
            <a:ln w="28575" cap="flat" cmpd="sng">
              <a:solidFill>
                <a:srgbClr val="FFCC00"/>
              </a:solidFill>
              <a:prstDash val="solid"/>
              <a:headEnd type="oval" w="med" len="med"/>
              <a:tailEnd type="none" w="med" len="med"/>
            </a:ln>
          </p:spPr>
        </p:sp>
        <p:sp>
          <p:nvSpPr>
            <p:cNvPr id="72728" name="Oval 148"/>
            <p:cNvSpPr/>
            <p:nvPr/>
          </p:nvSpPr>
          <p:spPr>
            <a:xfrm>
              <a:off x="3651" y="799"/>
              <a:ext cx="317" cy="317"/>
            </a:xfrm>
            <a:prstGeom prst="ellipse">
              <a:avLst/>
            </a:prstGeom>
            <a:gradFill rotWithShape="1">
              <a:gsLst>
                <a:gs pos="0">
                  <a:srgbClr val="184776"/>
                </a:gs>
                <a:gs pos="100000">
                  <a:srgbClr val="3399FF"/>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r>
                <a:rPr lang="en-US" altLang="zh-CN" sz="2400" b="0" dirty="0">
                  <a:solidFill>
                    <a:schemeClr val="bg1"/>
                  </a:solidFill>
                  <a:latin typeface="Times New Roman" panose="02020603050405020304" pitchFamily="18" charset="0"/>
                  <a:ea typeface="宋体" panose="02010600030101010101" pitchFamily="2" charset="-122"/>
                </a:rPr>
                <a:t>W</a:t>
              </a:r>
              <a:r>
                <a:rPr lang="en-US" altLang="zh-CN" sz="2400" b="0" baseline="-25000" dirty="0">
                  <a:solidFill>
                    <a:schemeClr val="bg1"/>
                  </a:solidFill>
                  <a:latin typeface="Times New Roman" panose="02020603050405020304" pitchFamily="18" charset="0"/>
                  <a:ea typeface="宋体" panose="02010600030101010101" pitchFamily="2" charset="-122"/>
                </a:rPr>
                <a:t>1</a:t>
              </a:r>
              <a:endParaRPr lang="en-US" altLang="zh-CN" sz="2400" b="0" dirty="0">
                <a:solidFill>
                  <a:schemeClr val="bg1"/>
                </a:solidFill>
                <a:latin typeface="Times New Roman" panose="02020603050405020304" pitchFamily="18" charset="0"/>
                <a:ea typeface="宋体" panose="02010600030101010101" pitchFamily="2" charset="-122"/>
              </a:endParaRPr>
            </a:p>
          </p:txBody>
        </p:sp>
        <p:sp>
          <p:nvSpPr>
            <p:cNvPr id="72729" name="Text Box 149"/>
            <p:cNvSpPr txBox="1"/>
            <p:nvPr/>
          </p:nvSpPr>
          <p:spPr>
            <a:xfrm>
              <a:off x="3085" y="391"/>
              <a:ext cx="288" cy="351"/>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2730" name="Text Box 150"/>
            <p:cNvSpPr txBox="1"/>
            <p:nvPr/>
          </p:nvSpPr>
          <p:spPr>
            <a:xfrm>
              <a:off x="3091" y="800"/>
              <a:ext cx="275" cy="350"/>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2731" name="Text Box 151"/>
            <p:cNvSpPr txBox="1"/>
            <p:nvPr/>
          </p:nvSpPr>
          <p:spPr>
            <a:xfrm>
              <a:off x="3061" y="1219"/>
              <a:ext cx="275" cy="350"/>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2732" name="Text Box 152"/>
            <p:cNvSpPr txBox="1"/>
            <p:nvPr/>
          </p:nvSpPr>
          <p:spPr>
            <a:xfrm>
              <a:off x="3877" y="1243"/>
              <a:ext cx="236" cy="351"/>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2733" name="Text Box 153"/>
            <p:cNvSpPr txBox="1"/>
            <p:nvPr/>
          </p:nvSpPr>
          <p:spPr>
            <a:xfrm>
              <a:off x="4240" y="1526"/>
              <a:ext cx="237" cy="351"/>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2734" name="Text Box 154"/>
            <p:cNvSpPr txBox="1"/>
            <p:nvPr/>
          </p:nvSpPr>
          <p:spPr>
            <a:xfrm>
              <a:off x="3833" y="1026"/>
              <a:ext cx="236" cy="350"/>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2735" name="Oval 155"/>
            <p:cNvSpPr/>
            <p:nvPr/>
          </p:nvSpPr>
          <p:spPr>
            <a:xfrm>
              <a:off x="3334" y="523"/>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2736" name="Oval 156"/>
            <p:cNvSpPr/>
            <p:nvPr/>
          </p:nvSpPr>
          <p:spPr>
            <a:xfrm>
              <a:off x="3308" y="961"/>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2737" name="Oval 157"/>
            <p:cNvSpPr/>
            <p:nvPr/>
          </p:nvSpPr>
          <p:spPr>
            <a:xfrm>
              <a:off x="3317" y="1435"/>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2738" name="Oval 158"/>
            <p:cNvSpPr/>
            <p:nvPr/>
          </p:nvSpPr>
          <p:spPr>
            <a:xfrm>
              <a:off x="4058" y="1299"/>
              <a:ext cx="317" cy="317"/>
            </a:xfrm>
            <a:prstGeom prst="ellipse">
              <a:avLst/>
            </a:prstGeom>
            <a:gradFill rotWithShape="1">
              <a:gsLst>
                <a:gs pos="0">
                  <a:srgbClr val="184776"/>
                </a:gs>
                <a:gs pos="100000">
                  <a:srgbClr val="3399FF"/>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r>
                <a:rPr lang="en-US" altLang="zh-CN" sz="2400" b="0" dirty="0">
                  <a:solidFill>
                    <a:schemeClr val="bg1"/>
                  </a:solidFill>
                  <a:latin typeface="Times New Roman" panose="02020603050405020304" pitchFamily="18" charset="0"/>
                  <a:ea typeface="宋体" panose="02010600030101010101" pitchFamily="2" charset="-122"/>
                </a:rPr>
                <a:t>W</a:t>
              </a:r>
              <a:r>
                <a:rPr lang="en-US" altLang="zh-CN" sz="2400" b="0" baseline="-25000" dirty="0">
                  <a:solidFill>
                    <a:schemeClr val="bg1"/>
                  </a:solidFill>
                  <a:latin typeface="Times New Roman" panose="02020603050405020304" pitchFamily="18" charset="0"/>
                  <a:ea typeface="宋体" panose="02010600030101010101" pitchFamily="2" charset="-122"/>
                </a:rPr>
                <a:t>2</a:t>
              </a:r>
              <a:endParaRPr lang="en-US" altLang="zh-CN" sz="2400" b="0" dirty="0">
                <a:solidFill>
                  <a:schemeClr val="bg1"/>
                </a:solidFill>
                <a:latin typeface="Times New Roman" panose="02020603050405020304" pitchFamily="18" charset="0"/>
                <a:ea typeface="宋体" panose="02010600030101010101" pitchFamily="2" charset="-122"/>
              </a:endParaRPr>
            </a:p>
          </p:txBody>
        </p:sp>
        <p:sp>
          <p:nvSpPr>
            <p:cNvPr id="72739" name="Line 159"/>
            <p:cNvSpPr/>
            <p:nvPr/>
          </p:nvSpPr>
          <p:spPr>
            <a:xfrm>
              <a:off x="3968" y="1707"/>
              <a:ext cx="272" cy="0"/>
            </a:xfrm>
            <a:prstGeom prst="line">
              <a:avLst/>
            </a:prstGeom>
            <a:ln w="28575" cap="flat" cmpd="sng">
              <a:solidFill>
                <a:srgbClr val="FFCC00"/>
              </a:solidFill>
              <a:prstDash val="solid"/>
              <a:headEnd type="none" w="med" len="med"/>
              <a:tailEnd type="none" w="med" len="med"/>
            </a:ln>
          </p:spPr>
        </p:sp>
        <p:sp>
          <p:nvSpPr>
            <p:cNvPr id="72740" name="Line 160"/>
            <p:cNvSpPr/>
            <p:nvPr/>
          </p:nvSpPr>
          <p:spPr>
            <a:xfrm>
              <a:off x="3560" y="1253"/>
              <a:ext cx="273" cy="0"/>
            </a:xfrm>
            <a:prstGeom prst="line">
              <a:avLst/>
            </a:prstGeom>
            <a:ln w="28575" cap="flat" cmpd="sng">
              <a:solidFill>
                <a:srgbClr val="FFCC00"/>
              </a:solidFill>
              <a:prstDash val="solid"/>
              <a:headEnd type="none" w="med" len="med"/>
              <a:tailEnd type="none" w="med" len="med"/>
            </a:ln>
          </p:spPr>
        </p:sp>
        <p:sp>
          <p:nvSpPr>
            <p:cNvPr id="72741" name="Rectangle 161"/>
            <p:cNvSpPr/>
            <p:nvPr/>
          </p:nvSpPr>
          <p:spPr>
            <a:xfrm>
              <a:off x="4739" y="346"/>
              <a:ext cx="720" cy="1344"/>
            </a:xfrm>
            <a:prstGeom prst="rect">
              <a:avLst/>
            </a:prstGeom>
            <a:gradFill rotWithShape="1">
              <a:gsLst>
                <a:gs pos="0">
                  <a:srgbClr val="FF9900"/>
                </a:gs>
                <a:gs pos="100000">
                  <a:srgbClr val="764700"/>
                </a:gs>
              </a:gsLst>
              <a:path path="shape">
                <a:fillToRect l="50000" t="50000" r="50000" b="50000"/>
              </a:path>
              <a:tileRect/>
            </a:gradFill>
            <a:ln w="38100">
              <a:noFill/>
            </a:ln>
          </p:spPr>
          <p:txBody>
            <a:bodyPr wrap="none" anchor="ctr" anchorCtr="0"/>
            <a:p>
              <a:pPr algn="ctr"/>
              <a:r>
                <a:rPr lang="zh-CN" altLang="en-US" sz="2800" dirty="0">
                  <a:solidFill>
                    <a:schemeClr val="bg1"/>
                  </a:solidFill>
                  <a:latin typeface="Times New Roman" panose="02020603050405020304" pitchFamily="18" charset="0"/>
                </a:rPr>
                <a:t>三</a:t>
              </a:r>
              <a:endParaRPr lang="zh-CN" altLang="en-US" sz="2800" dirty="0">
                <a:solidFill>
                  <a:schemeClr val="bg1"/>
                </a:solidFill>
                <a:latin typeface="Times New Roman" panose="02020603050405020304" pitchFamily="18" charset="0"/>
              </a:endParaRPr>
            </a:p>
            <a:p>
              <a:pPr algn="ctr"/>
              <a:r>
                <a:rPr lang="zh-CN" altLang="en-US" sz="2800" dirty="0">
                  <a:solidFill>
                    <a:schemeClr val="bg1"/>
                  </a:solidFill>
                  <a:latin typeface="Times New Roman" panose="02020603050405020304" pitchFamily="18" charset="0"/>
                </a:rPr>
                <a:t>相</a:t>
              </a:r>
              <a:endParaRPr lang="zh-CN" altLang="en-US" sz="2800" dirty="0">
                <a:solidFill>
                  <a:schemeClr val="bg1"/>
                </a:solidFill>
                <a:latin typeface="Times New Roman" panose="02020603050405020304" pitchFamily="18" charset="0"/>
              </a:endParaRPr>
            </a:p>
            <a:p>
              <a:pPr algn="ctr"/>
              <a:r>
                <a:rPr lang="zh-CN" altLang="en-US" sz="2800" dirty="0">
                  <a:solidFill>
                    <a:schemeClr val="bg1"/>
                  </a:solidFill>
                  <a:latin typeface="Times New Roman" panose="02020603050405020304" pitchFamily="18" charset="0"/>
                </a:rPr>
                <a:t>负</a:t>
              </a:r>
              <a:endParaRPr lang="zh-CN" altLang="en-US" sz="2800" dirty="0">
                <a:solidFill>
                  <a:schemeClr val="bg1"/>
                </a:solidFill>
                <a:latin typeface="Times New Roman" panose="02020603050405020304" pitchFamily="18" charset="0"/>
              </a:endParaRPr>
            </a:p>
            <a:p>
              <a:pPr algn="ctr"/>
              <a:r>
                <a:rPr lang="zh-CN" altLang="en-US" sz="2800" dirty="0">
                  <a:solidFill>
                    <a:schemeClr val="bg1"/>
                  </a:solidFill>
                  <a:latin typeface="Times New Roman" panose="02020603050405020304" pitchFamily="18" charset="0"/>
                </a:rPr>
                <a:t>载</a:t>
              </a:r>
              <a:endParaRPr lang="zh-CN" altLang="en-US" sz="2800" dirty="0">
                <a:solidFill>
                  <a:schemeClr val="bg1"/>
                </a:solidFill>
                <a:latin typeface="Times New Roman" panose="02020603050405020304" pitchFamily="18" charset="0"/>
              </a:endParaRPr>
            </a:p>
          </p:txBody>
        </p:sp>
      </p:grpSp>
      <p:grpSp>
        <p:nvGrpSpPr>
          <p:cNvPr id="72711" name="Group 172"/>
          <p:cNvGrpSpPr/>
          <p:nvPr/>
        </p:nvGrpSpPr>
        <p:grpSpPr>
          <a:xfrm>
            <a:off x="8316913" y="6445250"/>
            <a:ext cx="792162" cy="366713"/>
            <a:chOff x="5193" y="4020"/>
            <a:chExt cx="499" cy="231"/>
          </a:xfrm>
        </p:grpSpPr>
        <p:pic>
          <p:nvPicPr>
            <p:cNvPr id="72718" name="Picture 173"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72719" name="Text Box 174">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2712" name="Group 175"/>
          <p:cNvGrpSpPr/>
          <p:nvPr/>
        </p:nvGrpSpPr>
        <p:grpSpPr>
          <a:xfrm>
            <a:off x="7451725" y="6445250"/>
            <a:ext cx="792163" cy="366713"/>
            <a:chOff x="5193" y="4020"/>
            <a:chExt cx="499" cy="231"/>
          </a:xfrm>
        </p:grpSpPr>
        <p:pic>
          <p:nvPicPr>
            <p:cNvPr id="72716" name="Picture 176" descr="78900"/>
            <p:cNvPicPr>
              <a:picLocks noChangeAspect="1"/>
            </p:cNvPicPr>
            <p:nvPr/>
          </p:nvPicPr>
          <p:blipFill>
            <a:blip r:embed="rId1"/>
            <a:stretch>
              <a:fillRect/>
            </a:stretch>
          </p:blipFill>
          <p:spPr>
            <a:xfrm>
              <a:off x="5193" y="4066"/>
              <a:ext cx="499" cy="181"/>
            </a:xfrm>
            <a:prstGeom prst="rect">
              <a:avLst/>
            </a:prstGeom>
            <a:noFill/>
            <a:ln w="9525">
              <a:noFill/>
            </a:ln>
          </p:spPr>
        </p:pic>
        <p:sp>
          <p:nvSpPr>
            <p:cNvPr id="72717" name="Text Box 177">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2713" name="Group 178"/>
          <p:cNvGrpSpPr/>
          <p:nvPr/>
        </p:nvGrpSpPr>
        <p:grpSpPr>
          <a:xfrm>
            <a:off x="6588125" y="6446838"/>
            <a:ext cx="792163" cy="366712"/>
            <a:chOff x="4695" y="4061"/>
            <a:chExt cx="499" cy="231"/>
          </a:xfrm>
        </p:grpSpPr>
        <p:pic>
          <p:nvPicPr>
            <p:cNvPr id="72714" name="Picture 179" descr="78900"/>
            <p:cNvPicPr>
              <a:picLocks noChangeAspect="1"/>
            </p:cNvPicPr>
            <p:nvPr/>
          </p:nvPicPr>
          <p:blipFill>
            <a:blip r:embed="rId1"/>
            <a:stretch>
              <a:fillRect/>
            </a:stretch>
          </p:blipFill>
          <p:spPr>
            <a:xfrm>
              <a:off x="4695" y="4107"/>
              <a:ext cx="499" cy="181"/>
            </a:xfrm>
            <a:prstGeom prst="rect">
              <a:avLst/>
            </a:prstGeom>
            <a:noFill/>
            <a:ln w="9525">
              <a:noFill/>
            </a:ln>
          </p:spPr>
        </p:pic>
        <p:sp>
          <p:nvSpPr>
            <p:cNvPr id="72715" name="Text Box 180">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4756"/>
                                        </p:tgtEl>
                                        <p:attrNameLst>
                                          <p:attrName>style.visibility</p:attrName>
                                        </p:attrNameLst>
                                      </p:cBhvr>
                                      <p:to>
                                        <p:strVal val="visible"/>
                                      </p:to>
                                    </p:set>
                                    <p:animEffect transition="in" filter="blinds(horizontal)">
                                      <p:cBhvr>
                                        <p:cTn id="22" dur="500"/>
                                        <p:tgtEl>
                                          <p:spTgt spid="74756"/>
                                        </p:tgtEl>
                                      </p:cBhvr>
                                    </p:animEffect>
                                  </p:childTnLst>
                                </p:cTn>
                              </p:par>
                            </p:childTnLst>
                          </p:cTn>
                        </p:par>
                        <p:par>
                          <p:cTn id="23" fill="hold">
                            <p:stCondLst>
                              <p:cond delay="500"/>
                            </p:stCondLst>
                            <p:childTnLst>
                              <p:par>
                                <p:cTn id="24" presetID="18" presetClass="entr" presetSubtype="6" fill="hold" grpId="0" nodeType="afterEffect">
                                  <p:stCondLst>
                                    <p:cond delay="0"/>
                                  </p:stCondLst>
                                  <p:childTnLst>
                                    <p:set>
                                      <p:cBhvr>
                                        <p:cTn id="25" dur="1" fill="hold">
                                          <p:stCondLst>
                                            <p:cond delay="0"/>
                                          </p:stCondLst>
                                        </p:cTn>
                                        <p:tgtEl>
                                          <p:spTgt spid="74781"/>
                                        </p:tgtEl>
                                        <p:attrNameLst>
                                          <p:attrName>style.visibility</p:attrName>
                                        </p:attrNameLst>
                                      </p:cBhvr>
                                      <p:to>
                                        <p:strVal val="visible"/>
                                      </p:to>
                                    </p:set>
                                    <p:animEffect transition="in" filter="strips(downRight)">
                                      <p:cBhvr>
                                        <p:cTn id="26" dur="2000"/>
                                        <p:tgtEl>
                                          <p:spTgt spid="747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6" grpId="0"/>
      <p:bldP spid="74781"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Text Box 2"/>
          <p:cNvSpPr txBox="1"/>
          <p:nvPr/>
        </p:nvSpPr>
        <p:spPr>
          <a:xfrm>
            <a:off x="323850" y="549275"/>
            <a:ext cx="1366838" cy="519113"/>
          </a:xfrm>
          <a:prstGeom prst="rect">
            <a:avLst/>
          </a:prstGeom>
          <a:noFill/>
          <a:ln w="9525">
            <a:noFill/>
          </a:ln>
        </p:spPr>
        <p:txBody>
          <a:bodyPr anchor="ctr" anchorCtr="0">
            <a:spAutoFit/>
          </a:bodyPr>
          <a:p>
            <a:r>
              <a:rPr lang="zh-CN" altLang="en-US" sz="2800" dirty="0">
                <a:solidFill>
                  <a:schemeClr val="bg1"/>
                </a:solidFill>
                <a:latin typeface="Times New Roman" panose="02020603050405020304" pitchFamily="18" charset="0"/>
                <a:ea typeface="宋体" panose="02010600030101010101" pitchFamily="2" charset="-122"/>
              </a:rPr>
              <a:t>证明：</a:t>
            </a:r>
            <a:endParaRPr lang="zh-CN" altLang="en-US" sz="2800" dirty="0">
              <a:solidFill>
                <a:schemeClr val="bg1"/>
              </a:solidFill>
              <a:latin typeface="Times New Roman" panose="02020603050405020304" pitchFamily="18" charset="0"/>
              <a:ea typeface="宋体" panose="02010600030101010101" pitchFamily="2" charset="-122"/>
            </a:endParaRPr>
          </a:p>
        </p:txBody>
      </p:sp>
      <p:sp>
        <p:nvSpPr>
          <p:cNvPr id="54275" name="Text Box 3"/>
          <p:cNvSpPr txBox="1"/>
          <p:nvPr/>
        </p:nvSpPr>
        <p:spPr>
          <a:xfrm>
            <a:off x="900113" y="5734050"/>
            <a:ext cx="8064500" cy="604838"/>
          </a:xfrm>
          <a:prstGeom prst="rect">
            <a:avLst/>
          </a:prstGeom>
          <a:noFill/>
          <a:ln w="9525">
            <a:noFill/>
          </a:ln>
        </p:spPr>
        <p:txBody>
          <a:bodyPr>
            <a:spAutoFit/>
          </a:bodyPr>
          <a:p>
            <a:pPr marL="342900" indent="-342900">
              <a:lnSpc>
                <a:spcPct val="120000"/>
              </a:lnSpc>
            </a:pPr>
            <a:r>
              <a:rPr lang="en-US" altLang="zh-CN" sz="2800" dirty="0">
                <a:latin typeface="楷体_GB2312" pitchFamily="49" charset="-122"/>
                <a:sym typeface="Wingdings" panose="05000000000000000000" pitchFamily="2" charset="2"/>
              </a:rPr>
              <a:t> </a:t>
            </a:r>
            <a:r>
              <a:rPr lang="zh-CN" altLang="en-US" sz="2800" dirty="0">
                <a:latin typeface="楷体_GB2312" pitchFamily="49" charset="-122"/>
              </a:rPr>
              <a:t>因</a:t>
            </a:r>
            <a:r>
              <a:rPr lang="zh-CN" altLang="en-US" sz="2800" b="0" dirty="0">
                <a:solidFill>
                  <a:schemeClr val="bg1"/>
                </a:solidFill>
                <a:latin typeface="楷体_GB2312" pitchFamily="49" charset="-122"/>
                <a:sym typeface="Symbol" panose="05050102010706020507" pitchFamily="18" charset="2"/>
              </a:rPr>
              <a:t></a:t>
            </a:r>
            <a:r>
              <a:rPr lang="zh-CN" altLang="en-US" sz="2800" dirty="0">
                <a:latin typeface="楷体_GB2312" pitchFamily="49" charset="-122"/>
                <a:sym typeface="Symbol" panose="05050102010706020507" pitchFamily="18" charset="2"/>
              </a:rPr>
              <a:t>形</a:t>
            </a:r>
            <a:r>
              <a:rPr lang="zh-CN" altLang="en-US" sz="2800" dirty="0">
                <a:latin typeface="楷体_GB2312" pitchFamily="49" charset="-122"/>
              </a:rPr>
              <a:t>负载可以变为</a:t>
            </a:r>
            <a:r>
              <a:rPr lang="en-US" altLang="zh-CN" sz="2800" b="0" dirty="0">
                <a:solidFill>
                  <a:schemeClr val="bg1"/>
                </a:solidFill>
                <a:latin typeface="Times New Roman" panose="02020603050405020304" pitchFamily="18" charset="0"/>
              </a:rPr>
              <a:t>Y</a:t>
            </a:r>
            <a:r>
              <a:rPr lang="zh-CN" altLang="en-US" sz="2800" dirty="0">
                <a:latin typeface="楷体_GB2312" pitchFamily="49" charset="-122"/>
              </a:rPr>
              <a:t>，故上述结论仍成立。</a:t>
            </a:r>
            <a:endParaRPr lang="zh-CN" altLang="en-US" sz="2800" dirty="0">
              <a:latin typeface="楷体_GB2312" pitchFamily="49" charset="-122"/>
            </a:endParaRPr>
          </a:p>
        </p:txBody>
      </p:sp>
      <p:sp>
        <p:nvSpPr>
          <p:cNvPr id="54277" name="Text Box 5"/>
          <p:cNvSpPr txBox="1"/>
          <p:nvPr/>
        </p:nvSpPr>
        <p:spPr>
          <a:xfrm>
            <a:off x="684213" y="1196975"/>
            <a:ext cx="4967287" cy="579438"/>
          </a:xfrm>
          <a:prstGeom prst="rect">
            <a:avLst/>
          </a:prstGeom>
          <a:noFill/>
          <a:ln w="9525">
            <a:noFill/>
          </a:ln>
        </p:spPr>
        <p:txBody>
          <a:bodyPr>
            <a:spAutoFit/>
          </a:bodyPr>
          <a:p>
            <a:r>
              <a:rPr lang="en-US" altLang="zh-CN" b="0" i="1" dirty="0">
                <a:solidFill>
                  <a:schemeClr val="bg1"/>
                </a:solidFill>
                <a:latin typeface="Times New Roman" panose="02020603050405020304" pitchFamily="18" charset="0"/>
                <a:ea typeface="宋体" panose="02010600030101010101" pitchFamily="2" charset="-122"/>
              </a:rPr>
              <a:t>p=u</a:t>
            </a:r>
            <a:r>
              <a:rPr lang="en-US" altLang="zh-CN" b="0" baseline="-25000" dirty="0">
                <a:solidFill>
                  <a:schemeClr val="bg1"/>
                </a:solidFill>
                <a:latin typeface="Times New Roman" panose="02020603050405020304" pitchFamily="18" charset="0"/>
                <a:ea typeface="宋体" panose="02010600030101010101" pitchFamily="2" charset="-122"/>
              </a:rPr>
              <a:t>AN </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A </a:t>
            </a:r>
            <a:r>
              <a:rPr lang="en-US" altLang="zh-CN" b="0" i="1" dirty="0">
                <a:solidFill>
                  <a:schemeClr val="bg1"/>
                </a:solidFill>
                <a:latin typeface="Times New Roman" panose="02020603050405020304" pitchFamily="18" charset="0"/>
                <a:ea typeface="宋体" panose="02010600030101010101" pitchFamily="2" charset="-122"/>
              </a:rPr>
              <a:t>+ u</a:t>
            </a:r>
            <a:r>
              <a:rPr lang="en-US" altLang="zh-CN" b="0" baseline="-25000" dirty="0">
                <a:solidFill>
                  <a:schemeClr val="bg1"/>
                </a:solidFill>
                <a:latin typeface="Times New Roman" panose="02020603050405020304" pitchFamily="18" charset="0"/>
                <a:ea typeface="宋体" panose="02010600030101010101" pitchFamily="2" charset="-122"/>
              </a:rPr>
              <a:t>BN </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B</a:t>
            </a:r>
            <a:r>
              <a:rPr lang="en-US" altLang="zh-CN" b="0" i="1" dirty="0">
                <a:solidFill>
                  <a:schemeClr val="bg1"/>
                </a:solidFill>
                <a:latin typeface="Times New Roman" panose="02020603050405020304" pitchFamily="18" charset="0"/>
                <a:ea typeface="宋体" panose="02010600030101010101" pitchFamily="2" charset="-122"/>
              </a:rPr>
              <a:t>+ u</a:t>
            </a:r>
            <a:r>
              <a:rPr lang="en-US" altLang="zh-CN" b="0" baseline="-25000" dirty="0">
                <a:solidFill>
                  <a:schemeClr val="bg1"/>
                </a:solidFill>
                <a:latin typeface="Times New Roman" panose="02020603050405020304" pitchFamily="18" charset="0"/>
                <a:ea typeface="宋体" panose="02010600030101010101" pitchFamily="2" charset="-122"/>
              </a:rPr>
              <a:t>CN </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C</a:t>
            </a:r>
            <a:r>
              <a:rPr lang="en-US" altLang="zh-CN" b="0" i="1" dirty="0">
                <a:solidFill>
                  <a:schemeClr val="bg1"/>
                </a:solidFill>
                <a:latin typeface="Times New Roman" panose="02020603050405020304" pitchFamily="18" charset="0"/>
                <a:ea typeface="宋体" panose="02010600030101010101" pitchFamily="2" charset="-122"/>
              </a:rPr>
              <a:t> </a:t>
            </a:r>
            <a:endParaRPr lang="en-US" altLang="zh-CN" b="0" i="1" baseline="-25000" dirty="0">
              <a:solidFill>
                <a:schemeClr val="bg1"/>
              </a:solidFill>
              <a:latin typeface="Times New Roman" panose="02020603050405020304" pitchFamily="18" charset="0"/>
              <a:ea typeface="宋体" panose="02010600030101010101" pitchFamily="2" charset="-122"/>
            </a:endParaRPr>
          </a:p>
        </p:txBody>
      </p:sp>
      <p:sp>
        <p:nvSpPr>
          <p:cNvPr id="54278" name="Text Box 6"/>
          <p:cNvSpPr txBox="1"/>
          <p:nvPr/>
        </p:nvSpPr>
        <p:spPr>
          <a:xfrm>
            <a:off x="684213" y="1773238"/>
            <a:ext cx="4895850" cy="652462"/>
          </a:xfrm>
          <a:prstGeom prst="rect">
            <a:avLst/>
          </a:prstGeom>
          <a:noFill/>
          <a:ln w="9525">
            <a:noFill/>
          </a:ln>
        </p:spPr>
        <p:txBody>
          <a:bodyPr>
            <a:spAutoFit/>
          </a:bodyPr>
          <a:p>
            <a:pPr>
              <a:lnSpc>
                <a:spcPct val="115000"/>
              </a:lnSpc>
              <a:spcBef>
                <a:spcPct val="50000"/>
              </a:spcBef>
            </a:pP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A </a:t>
            </a:r>
            <a:r>
              <a:rPr lang="en-US" altLang="zh-CN" b="0" i="1" dirty="0">
                <a:solidFill>
                  <a:schemeClr val="bg1"/>
                </a:solidFill>
                <a:latin typeface="Times New Roman" panose="02020603050405020304" pitchFamily="18" charset="0"/>
                <a:ea typeface="宋体" panose="02010600030101010101" pitchFamily="2" charset="-122"/>
              </a:rPr>
              <a:t>+</a:t>
            </a:r>
            <a:r>
              <a:rPr lang="en-US" altLang="zh-CN" b="0" baseline="-25000" dirty="0">
                <a:solidFill>
                  <a:schemeClr val="bg1"/>
                </a:solidFill>
                <a:latin typeface="Times New Roman" panose="02020603050405020304" pitchFamily="18" charset="0"/>
                <a:ea typeface="宋体" panose="02010600030101010101" pitchFamily="2" charset="-122"/>
              </a:rPr>
              <a:t> </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B</a:t>
            </a:r>
            <a:r>
              <a:rPr lang="en-US" altLang="zh-CN" b="0" i="1" dirty="0">
                <a:solidFill>
                  <a:schemeClr val="bg1"/>
                </a:solidFill>
                <a:latin typeface="Times New Roman" panose="02020603050405020304" pitchFamily="18" charset="0"/>
                <a:ea typeface="宋体" panose="02010600030101010101" pitchFamily="2" charset="-122"/>
              </a:rPr>
              <a:t>+</a:t>
            </a:r>
            <a:r>
              <a:rPr lang="en-US" altLang="zh-CN" b="0" baseline="-25000" dirty="0">
                <a:solidFill>
                  <a:schemeClr val="bg1"/>
                </a:solidFill>
                <a:latin typeface="Times New Roman" panose="02020603050405020304" pitchFamily="18" charset="0"/>
                <a:ea typeface="宋体" panose="02010600030101010101" pitchFamily="2" charset="-122"/>
              </a:rPr>
              <a:t> </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C</a:t>
            </a:r>
            <a:r>
              <a:rPr lang="en-US" altLang="zh-CN" b="0" dirty="0">
                <a:solidFill>
                  <a:schemeClr val="bg1"/>
                </a:solidFill>
                <a:latin typeface="Times New Roman" panose="02020603050405020304" pitchFamily="18" charset="0"/>
                <a:ea typeface="宋体" panose="02010600030101010101" pitchFamily="2" charset="-122"/>
              </a:rPr>
              <a:t>=0     </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C</a:t>
            </a:r>
            <a:r>
              <a:rPr lang="en-US" altLang="zh-CN" b="0" dirty="0">
                <a:solidFill>
                  <a:schemeClr val="bg1"/>
                </a:solidFill>
                <a:latin typeface="Times New Roman" panose="02020603050405020304" pitchFamily="18" charset="0"/>
                <a:ea typeface="宋体" panose="02010600030101010101" pitchFamily="2" charset="-122"/>
              </a:rPr>
              <a:t>= –(</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A </a:t>
            </a:r>
            <a:r>
              <a:rPr lang="en-US" altLang="zh-CN" b="0" i="1" dirty="0">
                <a:solidFill>
                  <a:schemeClr val="bg1"/>
                </a:solidFill>
                <a:latin typeface="Times New Roman" panose="02020603050405020304" pitchFamily="18" charset="0"/>
                <a:ea typeface="宋体" panose="02010600030101010101" pitchFamily="2" charset="-122"/>
              </a:rPr>
              <a:t>+</a:t>
            </a:r>
            <a:r>
              <a:rPr lang="en-US" altLang="zh-CN" b="0" baseline="-25000" dirty="0">
                <a:solidFill>
                  <a:schemeClr val="bg1"/>
                </a:solidFill>
                <a:latin typeface="Times New Roman" panose="02020603050405020304" pitchFamily="18" charset="0"/>
                <a:ea typeface="宋体" panose="02010600030101010101" pitchFamily="2" charset="-122"/>
              </a:rPr>
              <a:t> </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B</a:t>
            </a:r>
            <a:r>
              <a:rPr lang="en-US" altLang="zh-CN" b="0" dirty="0">
                <a:solidFill>
                  <a:schemeClr val="bg1"/>
                </a:solidFill>
                <a:latin typeface="Times New Roman" panose="02020603050405020304" pitchFamily="18" charset="0"/>
                <a:ea typeface="宋体" panose="02010600030101010101" pitchFamily="2" charset="-122"/>
              </a:rPr>
              <a:t>)</a:t>
            </a:r>
            <a:r>
              <a:rPr lang="en-US" altLang="zh-CN" b="0" baseline="-25000" dirty="0">
                <a:solidFill>
                  <a:schemeClr val="bg1"/>
                </a:solidFill>
                <a:latin typeface="Times New Roman" panose="02020603050405020304" pitchFamily="18" charset="0"/>
                <a:ea typeface="宋体" panose="02010600030101010101" pitchFamily="2" charset="-122"/>
              </a:rPr>
              <a:t> </a:t>
            </a:r>
            <a:endParaRPr lang="en-US" altLang="zh-CN" b="0" baseline="-25000" dirty="0">
              <a:solidFill>
                <a:schemeClr val="bg1"/>
              </a:solidFill>
              <a:latin typeface="Times New Roman" panose="02020603050405020304" pitchFamily="18" charset="0"/>
              <a:ea typeface="宋体" panose="02010600030101010101" pitchFamily="2" charset="-122"/>
            </a:endParaRPr>
          </a:p>
        </p:txBody>
      </p:sp>
      <p:sp>
        <p:nvSpPr>
          <p:cNvPr id="54279" name="Text Box 7"/>
          <p:cNvSpPr txBox="1"/>
          <p:nvPr/>
        </p:nvSpPr>
        <p:spPr>
          <a:xfrm>
            <a:off x="539750" y="2420938"/>
            <a:ext cx="5832475" cy="1311275"/>
          </a:xfrm>
          <a:prstGeom prst="rect">
            <a:avLst/>
          </a:prstGeom>
          <a:noFill/>
          <a:ln w="9525">
            <a:noFill/>
          </a:ln>
        </p:spPr>
        <p:txBody>
          <a:bodyPr>
            <a:spAutoFit/>
          </a:bodyPr>
          <a:p>
            <a:pPr>
              <a:lnSpc>
                <a:spcPct val="125000"/>
              </a:lnSpc>
            </a:pPr>
            <a:r>
              <a:rPr lang="en-US" altLang="zh-CN" b="0" i="1" dirty="0">
                <a:solidFill>
                  <a:schemeClr val="bg1"/>
                </a:solidFill>
                <a:latin typeface="Times New Roman" panose="02020603050405020304" pitchFamily="18" charset="0"/>
                <a:ea typeface="宋体" panose="02010600030101010101" pitchFamily="2" charset="-122"/>
              </a:rPr>
              <a:t>p= </a:t>
            </a:r>
            <a:r>
              <a:rPr lang="en-US" altLang="zh-CN" b="0" dirty="0">
                <a:solidFill>
                  <a:schemeClr val="bg1"/>
                </a:solidFill>
                <a:latin typeface="Times New Roman" panose="02020603050405020304" pitchFamily="18" charset="0"/>
                <a:ea typeface="宋体" panose="02010600030101010101" pitchFamily="2" charset="-122"/>
              </a:rPr>
              <a:t>(</a:t>
            </a: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AN </a:t>
            </a:r>
            <a:r>
              <a:rPr lang="en-US" altLang="zh-CN" b="0" dirty="0">
                <a:solidFill>
                  <a:schemeClr val="bg1"/>
                </a:solidFill>
                <a:latin typeface="Times New Roman" panose="02020603050405020304" pitchFamily="18" charset="0"/>
                <a:ea typeface="宋体" panose="02010600030101010101" pitchFamily="2" charset="-122"/>
              </a:rPr>
              <a:t>–</a:t>
            </a:r>
            <a:r>
              <a:rPr lang="en-US" altLang="zh-CN" b="0" baseline="-25000" dirty="0">
                <a:solidFill>
                  <a:schemeClr val="bg1"/>
                </a:solidFill>
                <a:latin typeface="Times New Roman" panose="02020603050405020304" pitchFamily="18" charset="0"/>
                <a:ea typeface="宋体" panose="02010600030101010101" pitchFamily="2" charset="-122"/>
              </a:rPr>
              <a:t> </a:t>
            </a:r>
            <a:r>
              <a:rPr lang="en-US" altLang="zh-CN" b="0" i="1" dirty="0">
                <a:solidFill>
                  <a:schemeClr val="bg1"/>
                </a:solidFill>
                <a:latin typeface="Times New Roman" panose="02020603050405020304" pitchFamily="18" charset="0"/>
                <a:ea typeface="宋体" panose="02010600030101010101" pitchFamily="2" charset="-122"/>
              </a:rPr>
              <a:t> u</a:t>
            </a:r>
            <a:r>
              <a:rPr lang="en-US" altLang="zh-CN" b="0" baseline="-25000" dirty="0">
                <a:solidFill>
                  <a:schemeClr val="bg1"/>
                </a:solidFill>
                <a:latin typeface="Times New Roman" panose="02020603050405020304" pitchFamily="18" charset="0"/>
                <a:ea typeface="宋体" panose="02010600030101010101" pitchFamily="2" charset="-122"/>
              </a:rPr>
              <a:t>CN</a:t>
            </a:r>
            <a:r>
              <a:rPr lang="en-US" altLang="zh-CN" b="0" dirty="0">
                <a:solidFill>
                  <a:schemeClr val="bg1"/>
                </a:solidFill>
                <a:latin typeface="Times New Roman" panose="02020603050405020304" pitchFamily="18" charset="0"/>
                <a:ea typeface="宋体" panose="02010600030101010101" pitchFamily="2" charset="-122"/>
              </a:rPr>
              <a:t>)</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A </a:t>
            </a:r>
            <a:r>
              <a:rPr lang="en-US" altLang="zh-CN" b="0" i="1" dirty="0">
                <a:solidFill>
                  <a:schemeClr val="bg1"/>
                </a:solidFill>
                <a:latin typeface="Times New Roman" panose="02020603050405020304" pitchFamily="18" charset="0"/>
                <a:ea typeface="宋体" panose="02010600030101010101" pitchFamily="2" charset="-122"/>
              </a:rPr>
              <a:t>+ </a:t>
            </a:r>
            <a:r>
              <a:rPr lang="en-US" altLang="zh-CN" b="0" dirty="0">
                <a:solidFill>
                  <a:schemeClr val="bg1"/>
                </a:solidFill>
                <a:latin typeface="Times New Roman" panose="02020603050405020304" pitchFamily="18" charset="0"/>
                <a:ea typeface="宋体" panose="02010600030101010101" pitchFamily="2" charset="-122"/>
              </a:rPr>
              <a:t>(</a:t>
            </a: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BN </a:t>
            </a:r>
            <a:r>
              <a:rPr lang="en-US" altLang="zh-CN" b="0" dirty="0">
                <a:solidFill>
                  <a:schemeClr val="bg1"/>
                </a:solidFill>
                <a:latin typeface="Times New Roman" panose="02020603050405020304" pitchFamily="18" charset="0"/>
                <a:ea typeface="宋体" panose="02010600030101010101" pitchFamily="2" charset="-122"/>
              </a:rPr>
              <a:t>–</a:t>
            </a:r>
            <a:r>
              <a:rPr lang="en-US" altLang="zh-CN" b="0" baseline="-25000" dirty="0">
                <a:solidFill>
                  <a:schemeClr val="bg1"/>
                </a:solidFill>
                <a:latin typeface="Times New Roman" panose="02020603050405020304" pitchFamily="18" charset="0"/>
                <a:ea typeface="宋体" panose="02010600030101010101" pitchFamily="2" charset="-122"/>
              </a:rPr>
              <a:t> </a:t>
            </a:r>
            <a:r>
              <a:rPr lang="en-US" altLang="zh-CN" b="0" i="1" dirty="0">
                <a:solidFill>
                  <a:schemeClr val="bg1"/>
                </a:solidFill>
                <a:latin typeface="Times New Roman" panose="02020603050405020304" pitchFamily="18" charset="0"/>
                <a:ea typeface="宋体" panose="02010600030101010101" pitchFamily="2" charset="-122"/>
              </a:rPr>
              <a:t> u</a:t>
            </a:r>
            <a:r>
              <a:rPr lang="en-US" altLang="zh-CN" b="0" baseline="-25000" dirty="0">
                <a:solidFill>
                  <a:schemeClr val="bg1"/>
                </a:solidFill>
                <a:latin typeface="Times New Roman" panose="02020603050405020304" pitchFamily="18" charset="0"/>
                <a:ea typeface="宋体" panose="02010600030101010101" pitchFamily="2" charset="-122"/>
              </a:rPr>
              <a:t>CN</a:t>
            </a:r>
            <a:r>
              <a:rPr lang="en-US" altLang="zh-CN" b="0" dirty="0">
                <a:solidFill>
                  <a:schemeClr val="bg1"/>
                </a:solidFill>
                <a:latin typeface="Times New Roman" panose="02020603050405020304" pitchFamily="18" charset="0"/>
                <a:ea typeface="宋体" panose="02010600030101010101" pitchFamily="2" charset="-122"/>
              </a:rPr>
              <a:t>)</a:t>
            </a:r>
            <a:r>
              <a:rPr lang="en-US" altLang="zh-CN" b="0" baseline="-25000" dirty="0">
                <a:solidFill>
                  <a:schemeClr val="bg1"/>
                </a:solidFill>
                <a:latin typeface="Times New Roman" panose="02020603050405020304" pitchFamily="18" charset="0"/>
                <a:ea typeface="宋体" panose="02010600030101010101" pitchFamily="2" charset="-122"/>
              </a:rPr>
              <a:t> </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B</a:t>
            </a:r>
            <a:r>
              <a:rPr lang="en-US" altLang="zh-CN" b="0" i="1" dirty="0">
                <a:solidFill>
                  <a:schemeClr val="bg1"/>
                </a:solidFill>
                <a:latin typeface="Times New Roman" panose="02020603050405020304" pitchFamily="18" charset="0"/>
                <a:ea typeface="宋体" panose="02010600030101010101" pitchFamily="2" charset="-122"/>
              </a:rPr>
              <a:t> </a:t>
            </a:r>
            <a:endParaRPr lang="en-US" altLang="zh-CN" b="0" i="1" dirty="0">
              <a:solidFill>
                <a:schemeClr val="bg1"/>
              </a:solidFill>
              <a:latin typeface="Times New Roman" panose="02020603050405020304" pitchFamily="18" charset="0"/>
              <a:ea typeface="宋体" panose="02010600030101010101" pitchFamily="2" charset="-122"/>
            </a:endParaRPr>
          </a:p>
          <a:p>
            <a:pPr>
              <a:lnSpc>
                <a:spcPct val="125000"/>
              </a:lnSpc>
            </a:pPr>
            <a:r>
              <a:rPr lang="en-US" altLang="zh-CN" b="0" i="1" dirty="0">
                <a:solidFill>
                  <a:schemeClr val="bg1"/>
                </a:solidFill>
                <a:latin typeface="Times New Roman" panose="02020603050405020304" pitchFamily="18" charset="0"/>
                <a:ea typeface="宋体" panose="02010600030101010101" pitchFamily="2" charset="-122"/>
              </a:rPr>
              <a:t>  </a:t>
            </a:r>
            <a:r>
              <a:rPr lang="en-US" altLang="zh-CN" b="0" dirty="0">
                <a:solidFill>
                  <a:schemeClr val="bg1"/>
                </a:solidFill>
                <a:latin typeface="Times New Roman" panose="02020603050405020304" pitchFamily="18" charset="0"/>
                <a:ea typeface="宋体" panose="02010600030101010101" pitchFamily="2" charset="-122"/>
              </a:rPr>
              <a:t>= </a:t>
            </a: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AC</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A </a:t>
            </a: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BC </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B</a:t>
            </a:r>
            <a:r>
              <a:rPr lang="en-US" altLang="zh-CN" b="0" i="1" dirty="0">
                <a:solidFill>
                  <a:schemeClr val="bg1"/>
                </a:solidFill>
                <a:latin typeface="Times New Roman" panose="02020603050405020304" pitchFamily="18" charset="0"/>
                <a:ea typeface="宋体" panose="02010600030101010101" pitchFamily="2" charset="-122"/>
              </a:rPr>
              <a:t> </a:t>
            </a:r>
            <a:endParaRPr lang="en-US" altLang="zh-CN" b="0" i="1" dirty="0">
              <a:solidFill>
                <a:schemeClr val="bg1"/>
              </a:solidFill>
              <a:latin typeface="Times New Roman" panose="02020603050405020304" pitchFamily="18" charset="0"/>
              <a:ea typeface="宋体" panose="02010600030101010101" pitchFamily="2" charset="-122"/>
            </a:endParaRPr>
          </a:p>
        </p:txBody>
      </p:sp>
      <p:sp>
        <p:nvSpPr>
          <p:cNvPr id="54305" name="Text Box 33"/>
          <p:cNvSpPr txBox="1"/>
          <p:nvPr/>
        </p:nvSpPr>
        <p:spPr>
          <a:xfrm>
            <a:off x="900113" y="5013325"/>
            <a:ext cx="8243887" cy="676275"/>
          </a:xfrm>
          <a:prstGeom prst="rect">
            <a:avLst/>
          </a:prstGeom>
          <a:noFill/>
          <a:ln w="9525">
            <a:noFill/>
          </a:ln>
        </p:spPr>
        <p:txBody>
          <a:bodyPr>
            <a:spAutoFit/>
          </a:bodyPr>
          <a:p>
            <a:pPr marL="342900" indent="-342900">
              <a:lnSpc>
                <a:spcPct val="120000"/>
              </a:lnSpc>
              <a:spcBef>
                <a:spcPct val="50000"/>
              </a:spcBef>
            </a:pPr>
            <a:r>
              <a:rPr lang="en-US" altLang="zh-CN" sz="2800" dirty="0">
                <a:latin typeface="楷体_GB2312" pitchFamily="49" charset="-122"/>
                <a:sym typeface="Wingdings 2" panose="05020102010507070707" pitchFamily="18" charset="2"/>
              </a:rPr>
              <a:t></a:t>
            </a:r>
            <a:r>
              <a:rPr lang="en-US" altLang="zh-CN" dirty="0">
                <a:latin typeface="楷体_GB2312" pitchFamily="49" charset="-122"/>
                <a:sym typeface="Wingdings 2" panose="05020102010507070707" pitchFamily="18" charset="2"/>
              </a:rPr>
              <a:t> </a:t>
            </a:r>
            <a:r>
              <a:rPr lang="en-US" altLang="zh-CN" sz="28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2800"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1</a:t>
            </a:r>
            <a:r>
              <a:rPr lang="en-US" altLang="zh-CN" sz="280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zh-CN" altLang="en-US" sz="2800" dirty="0">
                <a:latin typeface="Times New Roman" panose="02020603050405020304" pitchFamily="18" charset="0"/>
                <a:ea typeface="宋体" panose="02010600030101010101" pitchFamily="2" charset="-122"/>
                <a:sym typeface="Symbol" panose="05050102010706020507" pitchFamily="18" charset="2"/>
              </a:rPr>
              <a:t>为</a:t>
            </a:r>
            <a:r>
              <a:rPr lang="en-US" altLang="zh-CN" sz="2800" b="0" i="1" dirty="0">
                <a:solidFill>
                  <a:schemeClr val="bg1"/>
                </a:solidFill>
                <a:latin typeface="Times New Roman" panose="02020603050405020304" pitchFamily="18" charset="0"/>
                <a:ea typeface="宋体" panose="02010600030101010101" pitchFamily="2" charset="-122"/>
              </a:rPr>
              <a:t>u</a:t>
            </a:r>
            <a:r>
              <a:rPr lang="en-US" altLang="zh-CN" sz="2800" b="0" baseline="-25000" dirty="0">
                <a:solidFill>
                  <a:schemeClr val="bg1"/>
                </a:solidFill>
                <a:latin typeface="Times New Roman" panose="02020603050405020304" pitchFamily="18" charset="0"/>
                <a:ea typeface="宋体" panose="02010600030101010101" pitchFamily="2" charset="-122"/>
              </a:rPr>
              <a:t>AC</a:t>
            </a:r>
            <a:r>
              <a:rPr lang="en-US" altLang="zh-CN" sz="2800" dirty="0">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rPr>
              <a:t>与</a:t>
            </a:r>
            <a:r>
              <a:rPr lang="en-US" altLang="zh-CN" sz="2800" b="0" i="1" dirty="0">
                <a:solidFill>
                  <a:schemeClr val="bg1"/>
                </a:solidFill>
                <a:latin typeface="Times New Roman" panose="02020603050405020304" pitchFamily="18" charset="0"/>
                <a:ea typeface="宋体" panose="02010600030101010101" pitchFamily="2" charset="-122"/>
              </a:rPr>
              <a:t>i</a:t>
            </a:r>
            <a:r>
              <a:rPr lang="en-US" altLang="zh-CN" sz="2800" b="0" baseline="-25000" dirty="0">
                <a:solidFill>
                  <a:schemeClr val="bg1"/>
                </a:solidFill>
                <a:latin typeface="Times New Roman" panose="02020603050405020304" pitchFamily="18" charset="0"/>
                <a:ea typeface="宋体" panose="02010600030101010101" pitchFamily="2" charset="-122"/>
              </a:rPr>
              <a:t>A</a:t>
            </a:r>
            <a:r>
              <a:rPr lang="zh-CN" altLang="en-US" sz="2800" dirty="0">
                <a:latin typeface="Times New Roman" panose="02020603050405020304" pitchFamily="18" charset="0"/>
              </a:rPr>
              <a:t>的相位差</a:t>
            </a:r>
            <a:r>
              <a:rPr lang="zh-CN" altLang="en-US" sz="2800" dirty="0">
                <a:latin typeface="Times New Roman" panose="02020603050405020304" pitchFamily="18" charset="0"/>
                <a:ea typeface="宋体" panose="02010600030101010101" pitchFamily="2" charset="-122"/>
              </a:rPr>
              <a:t>，</a:t>
            </a:r>
            <a:r>
              <a:rPr lang="zh-CN" altLang="en-US" sz="28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2800"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2</a:t>
            </a:r>
            <a:r>
              <a:rPr lang="en-US" altLang="zh-CN" sz="280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zh-CN" altLang="en-US" sz="2800" dirty="0">
                <a:latin typeface="Times New Roman" panose="02020603050405020304" pitchFamily="18" charset="0"/>
                <a:sym typeface="Symbol" panose="05050102010706020507" pitchFamily="18" charset="2"/>
              </a:rPr>
              <a:t>是</a:t>
            </a:r>
            <a:r>
              <a:rPr lang="en-US" altLang="zh-CN" sz="2800" b="0" i="1" dirty="0">
                <a:solidFill>
                  <a:schemeClr val="bg1"/>
                </a:solidFill>
                <a:latin typeface="Times New Roman" panose="02020603050405020304" pitchFamily="18" charset="0"/>
                <a:ea typeface="宋体" panose="02010600030101010101" pitchFamily="2" charset="-122"/>
              </a:rPr>
              <a:t>u</a:t>
            </a:r>
            <a:r>
              <a:rPr lang="en-US" altLang="zh-CN" sz="2800" b="0" baseline="-25000" dirty="0">
                <a:solidFill>
                  <a:schemeClr val="bg1"/>
                </a:solidFill>
                <a:latin typeface="Times New Roman" panose="02020603050405020304" pitchFamily="18" charset="0"/>
                <a:ea typeface="宋体" panose="02010600030101010101" pitchFamily="2" charset="-122"/>
              </a:rPr>
              <a:t>BC</a:t>
            </a:r>
            <a:r>
              <a:rPr lang="en-US" altLang="zh-CN" sz="2800" dirty="0">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rPr>
              <a:t>与</a:t>
            </a:r>
            <a:r>
              <a:rPr lang="en-US" altLang="zh-CN" sz="2800" b="0" i="1" dirty="0">
                <a:solidFill>
                  <a:schemeClr val="bg1"/>
                </a:solidFill>
                <a:latin typeface="Times New Roman" panose="02020603050405020304" pitchFamily="18" charset="0"/>
                <a:ea typeface="宋体" panose="02010600030101010101" pitchFamily="2" charset="-122"/>
              </a:rPr>
              <a:t>i</a:t>
            </a:r>
            <a:r>
              <a:rPr lang="en-US" altLang="zh-CN" sz="2800" b="0" baseline="-25000" dirty="0">
                <a:solidFill>
                  <a:schemeClr val="bg1"/>
                </a:solidFill>
                <a:latin typeface="Times New Roman" panose="02020603050405020304" pitchFamily="18" charset="0"/>
                <a:ea typeface="宋体" panose="02010600030101010101" pitchFamily="2" charset="-122"/>
              </a:rPr>
              <a:t>B</a:t>
            </a:r>
            <a:r>
              <a:rPr lang="zh-CN" altLang="en-US" sz="2800" dirty="0">
                <a:latin typeface="Times New Roman" panose="02020603050405020304" pitchFamily="18" charset="0"/>
              </a:rPr>
              <a:t>的相位差。</a:t>
            </a:r>
            <a:r>
              <a:rPr lang="zh-CN" altLang="en-US" sz="2800" dirty="0">
                <a:solidFill>
                  <a:schemeClr val="bg1"/>
                </a:solidFill>
                <a:latin typeface="Times New Roman" panose="02020603050405020304" pitchFamily="18" charset="0"/>
                <a:ea typeface="宋体" panose="02010600030101010101" pitchFamily="2" charset="-122"/>
              </a:rPr>
              <a:t> </a:t>
            </a:r>
            <a:r>
              <a:rPr lang="zh-CN" altLang="en-US" sz="280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endParaRPr lang="zh-CN" altLang="en-US" sz="2800" i="1"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54308" name="Text Box 36"/>
          <p:cNvSpPr txBox="1"/>
          <p:nvPr/>
        </p:nvSpPr>
        <p:spPr>
          <a:xfrm>
            <a:off x="1619250" y="549275"/>
            <a:ext cx="3600450" cy="519113"/>
          </a:xfrm>
          <a:prstGeom prst="rect">
            <a:avLst/>
          </a:prstGeom>
          <a:noFill/>
          <a:ln w="9525">
            <a:noFill/>
          </a:ln>
        </p:spPr>
        <p:txBody>
          <a:bodyPr>
            <a:spAutoFit/>
          </a:bodyPr>
          <a:p>
            <a:pPr>
              <a:spcBef>
                <a:spcPct val="50000"/>
              </a:spcBef>
            </a:pPr>
            <a:r>
              <a:rPr lang="zh-CN" altLang="en-US" sz="2800" dirty="0">
                <a:latin typeface="楷体_GB2312" pitchFamily="49" charset="-122"/>
              </a:rPr>
              <a:t>设负载是</a:t>
            </a:r>
            <a:r>
              <a:rPr lang="en-US" altLang="zh-CN" sz="2800" b="0" dirty="0">
                <a:solidFill>
                  <a:schemeClr val="bg1"/>
                </a:solidFill>
                <a:latin typeface="Times New Roman" panose="02020603050405020304" pitchFamily="18" charset="0"/>
              </a:rPr>
              <a:t>Y</a:t>
            </a:r>
            <a:r>
              <a:rPr lang="zh-CN" altLang="en-US" sz="2800" dirty="0">
                <a:latin typeface="楷体_GB2312" pitchFamily="49" charset="-122"/>
              </a:rPr>
              <a:t>形联结</a:t>
            </a:r>
            <a:endParaRPr lang="zh-CN" altLang="en-US" sz="2800" dirty="0">
              <a:latin typeface="楷体_GB2312" pitchFamily="49" charset="-122"/>
            </a:endParaRPr>
          </a:p>
        </p:txBody>
      </p:sp>
      <p:grpSp>
        <p:nvGrpSpPr>
          <p:cNvPr id="2" name="Group 93"/>
          <p:cNvGrpSpPr/>
          <p:nvPr/>
        </p:nvGrpSpPr>
        <p:grpSpPr>
          <a:xfrm>
            <a:off x="539750" y="3789363"/>
            <a:ext cx="7345363" cy="649287"/>
            <a:chOff x="340" y="2387"/>
            <a:chExt cx="4627" cy="409"/>
          </a:xfrm>
        </p:grpSpPr>
        <p:sp>
          <p:nvSpPr>
            <p:cNvPr id="73775" name="Text Box 8"/>
            <p:cNvSpPr txBox="1"/>
            <p:nvPr/>
          </p:nvSpPr>
          <p:spPr>
            <a:xfrm>
              <a:off x="340" y="2387"/>
              <a:ext cx="3901" cy="365"/>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P</a:t>
              </a:r>
              <a:r>
                <a:rPr lang="en-US" altLang="zh-CN" b="0" dirty="0">
                  <a:solidFill>
                    <a:schemeClr val="bg1"/>
                  </a:solidFill>
                  <a:latin typeface="Times New Roman" panose="02020603050405020304" pitchFamily="18" charset="0"/>
                  <a:ea typeface="宋体" panose="02010600030101010101" pitchFamily="2" charset="-122"/>
                </a:rPr>
                <a:t>=</a:t>
              </a: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AC</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A</a:t>
              </a:r>
              <a:r>
                <a:rPr lang="en-US" altLang="zh-CN" b="0" dirty="0">
                  <a:solidFill>
                    <a:schemeClr val="bg1"/>
                  </a:solidFill>
                  <a:latin typeface="Times New Roman" panose="02020603050405020304" pitchFamily="18" charset="0"/>
                  <a:ea typeface="宋体" panose="02010600030101010101" pitchFamily="2" charset="-122"/>
                </a:rPr>
                <a:t>cos</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1</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 </a:t>
              </a: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BC</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B</a:t>
              </a:r>
              <a:r>
                <a:rPr lang="en-US" altLang="zh-CN" b="0" dirty="0">
                  <a:solidFill>
                    <a:schemeClr val="bg1"/>
                  </a:solidFill>
                  <a:latin typeface="Times New Roman" panose="02020603050405020304" pitchFamily="18" charset="0"/>
                  <a:ea typeface="宋体" panose="02010600030101010101" pitchFamily="2" charset="-122"/>
                </a:rPr>
                <a:t>cos</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2</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zh-CN" altLang="en-US"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zh-CN" altLang="en-US"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73776" name="Oval 37"/>
            <p:cNvSpPr/>
            <p:nvPr/>
          </p:nvSpPr>
          <p:spPr>
            <a:xfrm>
              <a:off x="3833" y="2432"/>
              <a:ext cx="363" cy="318"/>
            </a:xfrm>
            <a:prstGeom prst="ellipse">
              <a:avLst/>
            </a:prstGeom>
            <a:gradFill rotWithShape="1">
              <a:gsLst>
                <a:gs pos="0">
                  <a:srgbClr val="184776"/>
                </a:gs>
                <a:gs pos="100000">
                  <a:srgbClr val="3399FF"/>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r>
                <a:rPr lang="en-US" altLang="zh-CN" sz="2400" b="0" dirty="0">
                  <a:solidFill>
                    <a:schemeClr val="bg1"/>
                  </a:solidFill>
                  <a:latin typeface="Arial" panose="020B0604020202020204" pitchFamily="34" charset="0"/>
                  <a:ea typeface="仿宋_GB2312" pitchFamily="49" charset="-122"/>
                </a:rPr>
                <a:t>W</a:t>
              </a:r>
              <a:r>
                <a:rPr lang="en-US" altLang="zh-CN" sz="2400" b="0" baseline="-25000" dirty="0">
                  <a:solidFill>
                    <a:schemeClr val="bg1"/>
                  </a:solidFill>
                  <a:latin typeface="Arial" panose="020B0604020202020204" pitchFamily="34" charset="0"/>
                  <a:ea typeface="仿宋_GB2312" pitchFamily="49" charset="-122"/>
                </a:rPr>
                <a:t>1</a:t>
              </a:r>
              <a:endParaRPr lang="en-US" altLang="zh-CN" sz="2400" b="0" baseline="-25000" dirty="0">
                <a:solidFill>
                  <a:schemeClr val="bg1"/>
                </a:solidFill>
                <a:latin typeface="Arial" panose="020B0604020202020204" pitchFamily="34" charset="0"/>
                <a:ea typeface="仿宋_GB2312" pitchFamily="49" charset="-122"/>
              </a:endParaRPr>
            </a:p>
          </p:txBody>
        </p:sp>
        <p:sp>
          <p:nvSpPr>
            <p:cNvPr id="73777" name="Oval 38"/>
            <p:cNvSpPr/>
            <p:nvPr/>
          </p:nvSpPr>
          <p:spPr>
            <a:xfrm>
              <a:off x="4604" y="2432"/>
              <a:ext cx="363" cy="318"/>
            </a:xfrm>
            <a:prstGeom prst="ellipse">
              <a:avLst/>
            </a:prstGeom>
            <a:gradFill rotWithShape="1">
              <a:gsLst>
                <a:gs pos="0">
                  <a:srgbClr val="184776"/>
                </a:gs>
                <a:gs pos="100000">
                  <a:srgbClr val="3399FF"/>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r>
                <a:rPr lang="en-US" altLang="zh-CN" sz="2400" b="0" dirty="0">
                  <a:solidFill>
                    <a:schemeClr val="bg1"/>
                  </a:solidFill>
                  <a:latin typeface="Arial" panose="020B0604020202020204" pitchFamily="34" charset="0"/>
                  <a:ea typeface="仿宋_GB2312" pitchFamily="49" charset="-122"/>
                </a:rPr>
                <a:t>W</a:t>
              </a:r>
              <a:r>
                <a:rPr lang="en-US" altLang="zh-CN" sz="2400" b="0" baseline="-25000" dirty="0">
                  <a:solidFill>
                    <a:schemeClr val="bg1"/>
                  </a:solidFill>
                  <a:latin typeface="Arial" panose="020B0604020202020204" pitchFamily="34" charset="0"/>
                  <a:ea typeface="仿宋_GB2312" pitchFamily="49" charset="-122"/>
                </a:rPr>
                <a:t>2</a:t>
              </a:r>
              <a:endParaRPr lang="en-US" altLang="zh-CN" sz="2400" b="0" baseline="-25000" dirty="0">
                <a:solidFill>
                  <a:schemeClr val="bg1"/>
                </a:solidFill>
                <a:latin typeface="Arial" panose="020B0604020202020204" pitchFamily="34" charset="0"/>
                <a:ea typeface="仿宋_GB2312" pitchFamily="49" charset="-122"/>
              </a:endParaRPr>
            </a:p>
          </p:txBody>
        </p:sp>
        <p:grpSp>
          <p:nvGrpSpPr>
            <p:cNvPr id="73778" name="Group 92"/>
            <p:cNvGrpSpPr/>
            <p:nvPr/>
          </p:nvGrpSpPr>
          <p:grpSpPr>
            <a:xfrm>
              <a:off x="4286" y="2478"/>
              <a:ext cx="273" cy="318"/>
              <a:chOff x="4694" y="2069"/>
              <a:chExt cx="273" cy="318"/>
            </a:xfrm>
          </p:grpSpPr>
          <p:sp>
            <p:nvSpPr>
              <p:cNvPr id="73779" name="Line 39"/>
              <p:cNvSpPr/>
              <p:nvPr/>
            </p:nvSpPr>
            <p:spPr>
              <a:xfrm>
                <a:off x="4694" y="2205"/>
                <a:ext cx="273" cy="0"/>
              </a:xfrm>
              <a:prstGeom prst="line">
                <a:avLst/>
              </a:prstGeom>
              <a:ln w="38100" cap="flat" cmpd="sng">
                <a:solidFill>
                  <a:srgbClr val="FF3300"/>
                </a:solidFill>
                <a:prstDash val="solid"/>
                <a:headEnd type="none" w="med" len="med"/>
                <a:tailEnd type="none" w="med" len="med"/>
              </a:ln>
            </p:spPr>
          </p:sp>
          <p:sp>
            <p:nvSpPr>
              <p:cNvPr id="73780" name="Line 40"/>
              <p:cNvSpPr/>
              <p:nvPr/>
            </p:nvSpPr>
            <p:spPr>
              <a:xfrm>
                <a:off x="4830" y="2069"/>
                <a:ext cx="0" cy="318"/>
              </a:xfrm>
              <a:prstGeom prst="line">
                <a:avLst/>
              </a:prstGeom>
              <a:ln w="38100" cap="flat" cmpd="sng">
                <a:solidFill>
                  <a:srgbClr val="FF3300"/>
                </a:solidFill>
                <a:prstDash val="solid"/>
                <a:headEnd type="none" w="med" len="med"/>
                <a:tailEnd type="none" w="med" len="med"/>
              </a:ln>
            </p:spPr>
          </p:sp>
        </p:grpSp>
      </p:grpSp>
      <p:grpSp>
        <p:nvGrpSpPr>
          <p:cNvPr id="4" name="Group 94"/>
          <p:cNvGrpSpPr/>
          <p:nvPr/>
        </p:nvGrpSpPr>
        <p:grpSpPr>
          <a:xfrm>
            <a:off x="323850" y="4437063"/>
            <a:ext cx="1644650" cy="850900"/>
            <a:chOff x="385" y="3022"/>
            <a:chExt cx="1036" cy="536"/>
          </a:xfrm>
        </p:grpSpPr>
        <p:pic>
          <p:nvPicPr>
            <p:cNvPr id="73773" name="Picture 95" descr="123"/>
            <p:cNvPicPr>
              <a:picLocks noChangeAspect="1"/>
            </p:cNvPicPr>
            <p:nvPr/>
          </p:nvPicPr>
          <p:blipFill>
            <a:blip r:embed="rId1"/>
            <a:stretch>
              <a:fillRect/>
            </a:stretch>
          </p:blipFill>
          <p:spPr>
            <a:xfrm>
              <a:off x="385" y="3022"/>
              <a:ext cx="590" cy="536"/>
            </a:xfrm>
            <a:prstGeom prst="rect">
              <a:avLst/>
            </a:prstGeom>
            <a:noFill/>
            <a:ln w="9525">
              <a:noFill/>
            </a:ln>
          </p:spPr>
        </p:pic>
        <p:sp>
          <p:nvSpPr>
            <p:cNvPr id="73774" name="Text Box 96"/>
            <p:cNvSpPr txBox="1"/>
            <p:nvPr/>
          </p:nvSpPr>
          <p:spPr>
            <a:xfrm>
              <a:off x="793" y="3125"/>
              <a:ext cx="628" cy="365"/>
            </a:xfrm>
            <a:prstGeom prst="rect">
              <a:avLst/>
            </a:prstGeom>
            <a:noFill/>
            <a:ln w="9525">
              <a:noFill/>
            </a:ln>
          </p:spPr>
          <p:txBody>
            <a:bodyPr wrap="none">
              <a:spAutoFit/>
            </a:bodyPr>
            <a:p>
              <a:r>
                <a:rPr lang="zh-CN" altLang="en-US" b="0" dirty="0">
                  <a:solidFill>
                    <a:srgbClr val="CC6600"/>
                  </a:solidFill>
                  <a:latin typeface="Arial" panose="020B0604020202020204" pitchFamily="34" charset="0"/>
                  <a:ea typeface="华文行楷" panose="02010800040101010101" pitchFamily="2" charset="-122"/>
                </a:rPr>
                <a:t>注意</a:t>
              </a:r>
              <a:endParaRPr lang="zh-CN" altLang="en-US" b="0" dirty="0">
                <a:solidFill>
                  <a:srgbClr val="CC6600"/>
                </a:solidFill>
                <a:latin typeface="Arial" panose="020B0604020202020204" pitchFamily="34" charset="0"/>
                <a:ea typeface="华文行楷" panose="02010800040101010101" pitchFamily="2" charset="-122"/>
              </a:endParaRPr>
            </a:p>
          </p:txBody>
        </p:sp>
      </p:grpSp>
      <p:grpSp>
        <p:nvGrpSpPr>
          <p:cNvPr id="73739" name="Group 106"/>
          <p:cNvGrpSpPr/>
          <p:nvPr/>
        </p:nvGrpSpPr>
        <p:grpSpPr>
          <a:xfrm>
            <a:off x="8316913" y="6445250"/>
            <a:ext cx="792162" cy="366713"/>
            <a:chOff x="5193" y="4020"/>
            <a:chExt cx="499" cy="231"/>
          </a:xfrm>
        </p:grpSpPr>
        <p:pic>
          <p:nvPicPr>
            <p:cNvPr id="73771" name="Picture 107" descr="78900"/>
            <p:cNvPicPr>
              <a:picLocks noChangeAspect="1"/>
            </p:cNvPicPr>
            <p:nvPr/>
          </p:nvPicPr>
          <p:blipFill>
            <a:blip r:embed="rId2"/>
            <a:stretch>
              <a:fillRect/>
            </a:stretch>
          </p:blipFill>
          <p:spPr>
            <a:xfrm>
              <a:off x="5193" y="4066"/>
              <a:ext cx="499" cy="181"/>
            </a:xfrm>
            <a:prstGeom prst="rect">
              <a:avLst/>
            </a:prstGeom>
            <a:noFill/>
            <a:ln w="9525">
              <a:noFill/>
            </a:ln>
          </p:spPr>
        </p:pic>
        <p:sp>
          <p:nvSpPr>
            <p:cNvPr id="73772" name="Text Box 108">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3740" name="Group 109"/>
          <p:cNvGrpSpPr/>
          <p:nvPr/>
        </p:nvGrpSpPr>
        <p:grpSpPr>
          <a:xfrm>
            <a:off x="7451725" y="6445250"/>
            <a:ext cx="792163" cy="366713"/>
            <a:chOff x="5193" y="4020"/>
            <a:chExt cx="499" cy="231"/>
          </a:xfrm>
        </p:grpSpPr>
        <p:pic>
          <p:nvPicPr>
            <p:cNvPr id="73769" name="Picture 110" descr="78900"/>
            <p:cNvPicPr>
              <a:picLocks noChangeAspect="1"/>
            </p:cNvPicPr>
            <p:nvPr/>
          </p:nvPicPr>
          <p:blipFill>
            <a:blip r:embed="rId2"/>
            <a:stretch>
              <a:fillRect/>
            </a:stretch>
          </p:blipFill>
          <p:spPr>
            <a:xfrm>
              <a:off x="5193" y="4066"/>
              <a:ext cx="499" cy="181"/>
            </a:xfrm>
            <a:prstGeom prst="rect">
              <a:avLst/>
            </a:prstGeom>
            <a:noFill/>
            <a:ln w="9525">
              <a:noFill/>
            </a:ln>
          </p:spPr>
        </p:pic>
        <p:sp>
          <p:nvSpPr>
            <p:cNvPr id="73770" name="Text Box 111">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73741" name="Group 112"/>
          <p:cNvGrpSpPr/>
          <p:nvPr/>
        </p:nvGrpSpPr>
        <p:grpSpPr>
          <a:xfrm>
            <a:off x="6588125" y="6446838"/>
            <a:ext cx="792163" cy="366712"/>
            <a:chOff x="4695" y="4061"/>
            <a:chExt cx="499" cy="231"/>
          </a:xfrm>
        </p:grpSpPr>
        <p:pic>
          <p:nvPicPr>
            <p:cNvPr id="73767" name="Picture 113" descr="78900"/>
            <p:cNvPicPr>
              <a:picLocks noChangeAspect="1"/>
            </p:cNvPicPr>
            <p:nvPr/>
          </p:nvPicPr>
          <p:blipFill>
            <a:blip r:embed="rId2"/>
            <a:stretch>
              <a:fillRect/>
            </a:stretch>
          </p:blipFill>
          <p:spPr>
            <a:xfrm>
              <a:off x="4695" y="4107"/>
              <a:ext cx="499" cy="181"/>
            </a:xfrm>
            <a:prstGeom prst="rect">
              <a:avLst/>
            </a:prstGeom>
            <a:noFill/>
            <a:ln w="9525">
              <a:noFill/>
            </a:ln>
          </p:spPr>
        </p:pic>
        <p:sp>
          <p:nvSpPr>
            <p:cNvPr id="73768" name="Text Box 114">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8" name="Group 119"/>
          <p:cNvGrpSpPr/>
          <p:nvPr/>
        </p:nvGrpSpPr>
        <p:grpSpPr>
          <a:xfrm>
            <a:off x="6227763" y="650875"/>
            <a:ext cx="2530475" cy="2506663"/>
            <a:chOff x="3923" y="410"/>
            <a:chExt cx="1594" cy="1579"/>
          </a:xfrm>
        </p:grpSpPr>
        <p:sp>
          <p:nvSpPr>
            <p:cNvPr id="73743" name="Line 84"/>
            <p:cNvSpPr/>
            <p:nvPr/>
          </p:nvSpPr>
          <p:spPr>
            <a:xfrm>
              <a:off x="4196" y="1843"/>
              <a:ext cx="1043" cy="0"/>
            </a:xfrm>
            <a:prstGeom prst="line">
              <a:avLst/>
            </a:prstGeom>
            <a:ln w="28575" cap="flat" cmpd="sng">
              <a:solidFill>
                <a:srgbClr val="FFCC00"/>
              </a:solidFill>
              <a:prstDash val="solid"/>
              <a:headEnd type="none" w="med" len="med"/>
              <a:tailEnd type="none" w="med" len="med"/>
            </a:ln>
          </p:spPr>
        </p:sp>
        <p:sp>
          <p:nvSpPr>
            <p:cNvPr id="73744" name="Line 83"/>
            <p:cNvSpPr/>
            <p:nvPr/>
          </p:nvSpPr>
          <p:spPr>
            <a:xfrm>
              <a:off x="4241" y="1298"/>
              <a:ext cx="979" cy="0"/>
            </a:xfrm>
            <a:prstGeom prst="line">
              <a:avLst/>
            </a:prstGeom>
            <a:ln w="28575" cap="flat" cmpd="sng">
              <a:solidFill>
                <a:srgbClr val="FFCC00"/>
              </a:solidFill>
              <a:prstDash val="solid"/>
              <a:headEnd type="none" w="med" len="med"/>
              <a:tailEnd type="none" w="med" len="med"/>
            </a:ln>
          </p:spPr>
        </p:sp>
        <p:sp>
          <p:nvSpPr>
            <p:cNvPr id="73745" name="Line 82"/>
            <p:cNvSpPr/>
            <p:nvPr/>
          </p:nvSpPr>
          <p:spPr>
            <a:xfrm>
              <a:off x="4241" y="800"/>
              <a:ext cx="998" cy="0"/>
            </a:xfrm>
            <a:prstGeom prst="line">
              <a:avLst/>
            </a:prstGeom>
            <a:ln w="28575" cap="flat" cmpd="sng">
              <a:solidFill>
                <a:srgbClr val="FFCC00"/>
              </a:solidFill>
              <a:prstDash val="solid"/>
              <a:headEnd type="none" w="med" len="med"/>
              <a:tailEnd type="none" w="med" len="med"/>
            </a:ln>
          </p:spPr>
        </p:sp>
        <p:sp>
          <p:nvSpPr>
            <p:cNvPr id="73746" name="Text Box 71"/>
            <p:cNvSpPr txBox="1"/>
            <p:nvPr/>
          </p:nvSpPr>
          <p:spPr>
            <a:xfrm>
              <a:off x="4286" y="463"/>
              <a:ext cx="288" cy="327"/>
            </a:xfrm>
            <a:prstGeom prst="rect">
              <a:avLst/>
            </a:prstGeom>
            <a:noFill/>
            <a:ln w="38100">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i</a:t>
              </a:r>
              <a:r>
                <a:rPr lang="en-US" altLang="zh-CN" sz="2800" b="0" baseline="-2500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3747" name="Text Box 72"/>
            <p:cNvSpPr txBox="1"/>
            <p:nvPr/>
          </p:nvSpPr>
          <p:spPr>
            <a:xfrm>
              <a:off x="3969" y="619"/>
              <a:ext cx="27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3748" name="Text Box 73"/>
            <p:cNvSpPr txBox="1"/>
            <p:nvPr/>
          </p:nvSpPr>
          <p:spPr>
            <a:xfrm>
              <a:off x="3923" y="1662"/>
              <a:ext cx="265"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3749" name="Text Box 74"/>
            <p:cNvSpPr txBox="1"/>
            <p:nvPr/>
          </p:nvSpPr>
          <p:spPr>
            <a:xfrm>
              <a:off x="3969" y="1072"/>
              <a:ext cx="265"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3750" name="Line 75"/>
            <p:cNvSpPr/>
            <p:nvPr/>
          </p:nvSpPr>
          <p:spPr>
            <a:xfrm>
              <a:off x="4286" y="799"/>
              <a:ext cx="336" cy="0"/>
            </a:xfrm>
            <a:prstGeom prst="line">
              <a:avLst/>
            </a:prstGeom>
            <a:ln w="28575" cap="flat" cmpd="sng">
              <a:solidFill>
                <a:srgbClr val="00FFFF"/>
              </a:solidFill>
              <a:prstDash val="solid"/>
              <a:headEnd type="none" w="med" len="med"/>
              <a:tailEnd type="triangle" w="med" len="med"/>
            </a:ln>
          </p:spPr>
        </p:sp>
        <p:sp>
          <p:nvSpPr>
            <p:cNvPr id="73751" name="Line 76"/>
            <p:cNvSpPr/>
            <p:nvPr/>
          </p:nvSpPr>
          <p:spPr>
            <a:xfrm>
              <a:off x="4286" y="1298"/>
              <a:ext cx="336" cy="0"/>
            </a:xfrm>
            <a:prstGeom prst="line">
              <a:avLst/>
            </a:prstGeom>
            <a:ln w="28575" cap="flat" cmpd="sng">
              <a:solidFill>
                <a:srgbClr val="00FFFF"/>
              </a:solidFill>
              <a:prstDash val="solid"/>
              <a:headEnd type="none" w="med" len="med"/>
              <a:tailEnd type="triangle" w="med" len="med"/>
            </a:ln>
          </p:spPr>
        </p:sp>
        <p:sp>
          <p:nvSpPr>
            <p:cNvPr id="73752" name="Line 77"/>
            <p:cNvSpPr/>
            <p:nvPr/>
          </p:nvSpPr>
          <p:spPr>
            <a:xfrm>
              <a:off x="4286" y="1842"/>
              <a:ext cx="336" cy="0"/>
            </a:xfrm>
            <a:prstGeom prst="line">
              <a:avLst/>
            </a:prstGeom>
            <a:ln w="38100" cap="flat" cmpd="sng">
              <a:solidFill>
                <a:srgbClr val="00FFFF"/>
              </a:solidFill>
              <a:prstDash val="solid"/>
              <a:headEnd type="none" w="med" len="med"/>
              <a:tailEnd type="triangle" w="med" len="med"/>
            </a:ln>
          </p:spPr>
        </p:sp>
        <p:sp>
          <p:nvSpPr>
            <p:cNvPr id="73753" name="Text Box 78"/>
            <p:cNvSpPr txBox="1"/>
            <p:nvPr/>
          </p:nvSpPr>
          <p:spPr>
            <a:xfrm>
              <a:off x="4286" y="981"/>
              <a:ext cx="279" cy="327"/>
            </a:xfrm>
            <a:prstGeom prst="rect">
              <a:avLst/>
            </a:prstGeom>
            <a:noFill/>
            <a:ln w="38100">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i</a:t>
              </a:r>
              <a:r>
                <a:rPr lang="en-US" altLang="zh-CN" sz="2800" b="0" baseline="-2500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3754" name="Text Box 79"/>
            <p:cNvSpPr txBox="1"/>
            <p:nvPr/>
          </p:nvSpPr>
          <p:spPr>
            <a:xfrm>
              <a:off x="4286" y="1525"/>
              <a:ext cx="279" cy="327"/>
            </a:xfrm>
            <a:prstGeom prst="rect">
              <a:avLst/>
            </a:prstGeom>
            <a:noFill/>
            <a:ln w="38100">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i</a:t>
              </a:r>
              <a:r>
                <a:rPr lang="en-US" altLang="zh-CN" sz="2800" b="0" baseline="-2500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3755" name="Text Box 80"/>
            <p:cNvSpPr txBox="1"/>
            <p:nvPr/>
          </p:nvSpPr>
          <p:spPr>
            <a:xfrm>
              <a:off x="5239" y="1163"/>
              <a:ext cx="27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3756" name="Oval 81"/>
            <p:cNvSpPr/>
            <p:nvPr/>
          </p:nvSpPr>
          <p:spPr>
            <a:xfrm>
              <a:off x="5215" y="1267"/>
              <a:ext cx="47" cy="47"/>
            </a:xfrm>
            <a:prstGeom prst="ellipse">
              <a:avLst/>
            </a:prstGeom>
            <a:solidFill>
              <a:srgbClr val="FFCC00"/>
            </a:solidFill>
            <a:ln w="38100"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3757" name="Line 85"/>
            <p:cNvSpPr/>
            <p:nvPr/>
          </p:nvSpPr>
          <p:spPr>
            <a:xfrm>
              <a:off x="5239" y="800"/>
              <a:ext cx="0" cy="1043"/>
            </a:xfrm>
            <a:prstGeom prst="line">
              <a:avLst/>
            </a:prstGeom>
            <a:ln w="28575" cap="flat" cmpd="sng">
              <a:solidFill>
                <a:srgbClr val="FFCC00"/>
              </a:solidFill>
              <a:prstDash val="solid"/>
              <a:headEnd type="none" w="med" len="med"/>
              <a:tailEnd type="none" w="med" len="med"/>
            </a:ln>
          </p:spPr>
        </p:sp>
        <p:sp>
          <p:nvSpPr>
            <p:cNvPr id="73758" name="Text Box 86"/>
            <p:cNvSpPr txBox="1"/>
            <p:nvPr/>
          </p:nvSpPr>
          <p:spPr>
            <a:xfrm>
              <a:off x="4740" y="410"/>
              <a:ext cx="392"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3759" name="Rectangle 87"/>
            <p:cNvSpPr/>
            <p:nvPr/>
          </p:nvSpPr>
          <p:spPr>
            <a:xfrm>
              <a:off x="4695" y="737"/>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73760" name="Rectangle 88"/>
            <p:cNvSpPr/>
            <p:nvPr/>
          </p:nvSpPr>
          <p:spPr>
            <a:xfrm>
              <a:off x="4695" y="1226"/>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73761" name="Rectangle 89"/>
            <p:cNvSpPr/>
            <p:nvPr/>
          </p:nvSpPr>
          <p:spPr>
            <a:xfrm>
              <a:off x="4695" y="1771"/>
              <a:ext cx="317"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p>
              <a:endParaRPr lang="zh-CN" altLang="en-US" dirty="0">
                <a:latin typeface="Arial" panose="020B0604020202020204" pitchFamily="34" charset="0"/>
              </a:endParaRPr>
            </a:p>
          </p:txBody>
        </p:sp>
        <p:sp>
          <p:nvSpPr>
            <p:cNvPr id="73762" name="Text Box 90"/>
            <p:cNvSpPr txBox="1"/>
            <p:nvPr/>
          </p:nvSpPr>
          <p:spPr>
            <a:xfrm>
              <a:off x="4740" y="891"/>
              <a:ext cx="392"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3763" name="Text Box 91"/>
            <p:cNvSpPr txBox="1"/>
            <p:nvPr/>
          </p:nvSpPr>
          <p:spPr>
            <a:xfrm>
              <a:off x="4695" y="1435"/>
              <a:ext cx="392" cy="327"/>
            </a:xfrm>
            <a:prstGeom prst="rect">
              <a:avLst/>
            </a:prstGeom>
            <a:noFill/>
            <a:ln w="38100">
              <a:noFill/>
            </a:ln>
          </p:spPr>
          <p:txBody>
            <a:bodyPr>
              <a:spAutoFit/>
            </a:bodyPr>
            <a:p>
              <a:pPr>
                <a:spcBef>
                  <a:spcPct val="50000"/>
                </a:spcBef>
              </a:pP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73764" name="Oval 115" descr="斜纹布"/>
            <p:cNvSpPr/>
            <p:nvPr/>
          </p:nvSpPr>
          <p:spPr>
            <a:xfrm>
              <a:off x="4195" y="1280"/>
              <a:ext cx="45" cy="45"/>
            </a:xfrm>
            <a:prstGeom prst="ellipse">
              <a:avLst/>
            </a:prstGeom>
            <a:noFill/>
            <a:ln w="28575" cap="sq"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3765" name="Oval 116" descr="斜纹布"/>
            <p:cNvSpPr/>
            <p:nvPr/>
          </p:nvSpPr>
          <p:spPr>
            <a:xfrm>
              <a:off x="4193" y="773"/>
              <a:ext cx="45" cy="45"/>
            </a:xfrm>
            <a:prstGeom prst="ellipse">
              <a:avLst/>
            </a:prstGeom>
            <a:noFill/>
            <a:ln w="28575" cap="sq"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3766" name="Oval 118" descr="斜纹布"/>
            <p:cNvSpPr/>
            <p:nvPr/>
          </p:nvSpPr>
          <p:spPr>
            <a:xfrm>
              <a:off x="4150" y="1824"/>
              <a:ext cx="45" cy="45"/>
            </a:xfrm>
            <a:prstGeom prst="ellipse">
              <a:avLst/>
            </a:prstGeom>
            <a:noFill/>
            <a:ln w="28575" cap="sq"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54274"/>
                                        </p:tgtEl>
                                        <p:attrNameLst>
                                          <p:attrName>style.visibility</p:attrName>
                                        </p:attrNameLst>
                                      </p:cBhvr>
                                      <p:to>
                                        <p:strVal val="visible"/>
                                      </p:to>
                                    </p:set>
                                    <p:anim calcmode="lin" valueType="num">
                                      <p:cBhvr>
                                        <p:cTn id="7" dur="1000" fill="hold"/>
                                        <p:tgtEl>
                                          <p:spTgt spid="54274"/>
                                        </p:tgtEl>
                                        <p:attrNameLst>
                                          <p:attrName>ppt_w</p:attrName>
                                        </p:attrNameLst>
                                      </p:cBhvr>
                                      <p:tavLst>
                                        <p:tav tm="0">
                                          <p:val>
                                            <p:fltVal val="0.000000"/>
                                          </p:val>
                                        </p:tav>
                                        <p:tav tm="100000">
                                          <p:val>
                                            <p:strVal val="#ppt_w"/>
                                          </p:val>
                                        </p:tav>
                                      </p:tavLst>
                                    </p:anim>
                                    <p:anim calcmode="lin" valueType="num">
                                      <p:cBhvr>
                                        <p:cTn id="8" dur="1000" fill="hold"/>
                                        <p:tgtEl>
                                          <p:spTgt spid="54274"/>
                                        </p:tgtEl>
                                        <p:attrNameLst>
                                          <p:attrName>ppt_h</p:attrName>
                                        </p:attrNameLst>
                                      </p:cBhvr>
                                      <p:tavLst>
                                        <p:tav tm="0">
                                          <p:val>
                                            <p:fltVal val="0.000000"/>
                                          </p:val>
                                        </p:tav>
                                        <p:tav tm="100000">
                                          <p:val>
                                            <p:strVal val="#ppt_h"/>
                                          </p:val>
                                        </p:tav>
                                      </p:tavLst>
                                    </p:anim>
                                    <p:anim calcmode="lin" valueType="num">
                                      <p:cBhvr>
                                        <p:cTn id="9" dur="1000" fill="hold"/>
                                        <p:tgtEl>
                                          <p:spTgt spid="54274"/>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54274"/>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4308"/>
                                        </p:tgtEl>
                                        <p:attrNameLst>
                                          <p:attrName>style.visibility</p:attrName>
                                        </p:attrNameLst>
                                      </p:cBhvr>
                                      <p:to>
                                        <p:strVal val="visible"/>
                                      </p:to>
                                    </p:set>
                                    <p:animEffect transition="in" filter="wipe(left)">
                                      <p:cBhvr>
                                        <p:cTn id="15" dur="2000"/>
                                        <p:tgtEl>
                                          <p:spTgt spid="54308"/>
                                        </p:tgtEl>
                                      </p:cBhvr>
                                    </p:animEffect>
                                  </p:childTnLst>
                                </p:cTn>
                              </p:par>
                            </p:childTnLst>
                          </p:cTn>
                        </p:par>
                        <p:par>
                          <p:cTn id="16" fill="hold">
                            <p:stCondLst>
                              <p:cond delay="2000"/>
                            </p:stCondLst>
                            <p:childTnLst>
                              <p:par>
                                <p:cTn id="17" presetID="3" presetClass="entr" presetSubtype="10"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linds(horizontal)">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54277"/>
                                        </p:tgtEl>
                                        <p:attrNameLst>
                                          <p:attrName>style.visibility</p:attrName>
                                        </p:attrNameLst>
                                      </p:cBhvr>
                                      <p:to>
                                        <p:strVal val="visible"/>
                                      </p:to>
                                    </p:set>
                                    <p:animEffect transition="in" filter="wipe(left)">
                                      <p:cBhvr>
                                        <p:cTn id="24" dur="2000"/>
                                        <p:tgtEl>
                                          <p:spTgt spid="5427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54278"/>
                                        </p:tgtEl>
                                        <p:attrNameLst>
                                          <p:attrName>style.visibility</p:attrName>
                                        </p:attrNameLst>
                                      </p:cBhvr>
                                      <p:to>
                                        <p:strVal val="visible"/>
                                      </p:to>
                                    </p:set>
                                    <p:animEffect transition="in" filter="wipe(left)">
                                      <p:cBhvr>
                                        <p:cTn id="29" dur="2000"/>
                                        <p:tgtEl>
                                          <p:spTgt spid="5427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54279"/>
                                        </p:tgtEl>
                                        <p:attrNameLst>
                                          <p:attrName>style.visibility</p:attrName>
                                        </p:attrNameLst>
                                      </p:cBhvr>
                                      <p:to>
                                        <p:strVal val="visible"/>
                                      </p:to>
                                    </p:set>
                                    <p:animEffect transition="in" filter="wipe(up)">
                                      <p:cBhvr>
                                        <p:cTn id="34" dur="2000"/>
                                        <p:tgtEl>
                                          <p:spTgt spid="54279"/>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blinds(horizontal)">
                                      <p:cBhvr>
                                        <p:cTn id="39" dur="500"/>
                                        <p:tgtEl>
                                          <p:spTgt spid="2"/>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blinds(horizontal)">
                                      <p:cBhvr>
                                        <p:cTn id="44" dur="500"/>
                                        <p:tgtEl>
                                          <p:spTgt spid="4"/>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54305"/>
                                        </p:tgtEl>
                                        <p:attrNameLst>
                                          <p:attrName>style.visibility</p:attrName>
                                        </p:attrNameLst>
                                      </p:cBhvr>
                                      <p:to>
                                        <p:strVal val="visible"/>
                                      </p:to>
                                    </p:set>
                                    <p:animEffect transition="in" filter="wipe(left)">
                                      <p:cBhvr>
                                        <p:cTn id="49" dur="2000"/>
                                        <p:tgtEl>
                                          <p:spTgt spid="54305"/>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54275"/>
                                        </p:tgtEl>
                                        <p:attrNameLst>
                                          <p:attrName>style.visibility</p:attrName>
                                        </p:attrNameLst>
                                      </p:cBhvr>
                                      <p:to>
                                        <p:strVal val="visible"/>
                                      </p:to>
                                    </p:set>
                                    <p:animEffect transition="in" filter="wipe(left)">
                                      <p:cBhvr>
                                        <p:cTn id="54" dur="2000"/>
                                        <p:tgtEl>
                                          <p:spTgt spid="54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p:bldP spid="54275" grpId="0"/>
      <p:bldP spid="54277" grpId="0"/>
      <p:bldP spid="54278" grpId="0"/>
      <p:bldP spid="54279" grpId="0"/>
      <p:bldP spid="54305" grpId="0"/>
      <p:bldP spid="54308"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Text Box 2"/>
          <p:cNvSpPr txBox="1"/>
          <p:nvPr/>
        </p:nvSpPr>
        <p:spPr>
          <a:xfrm>
            <a:off x="611188" y="1196975"/>
            <a:ext cx="7345362" cy="1117600"/>
          </a:xfrm>
          <a:prstGeom prst="rect">
            <a:avLst/>
          </a:prstGeom>
          <a:noFill/>
          <a:ln w="9525">
            <a:noFill/>
          </a:ln>
        </p:spPr>
        <p:txBody>
          <a:bodyPr>
            <a:spAutoFit/>
          </a:bodyPr>
          <a:p>
            <a:pPr marL="342900" indent="-342900">
              <a:lnSpc>
                <a:spcPct val="120000"/>
              </a:lnSpc>
              <a:buAutoNum type="arabicPeriod"/>
            </a:pPr>
            <a:r>
              <a:rPr lang="zh-CN" altLang="en-US" sz="2800" dirty="0">
                <a:latin typeface="楷体_GB2312" pitchFamily="49" charset="-122"/>
              </a:rPr>
              <a:t>只有在三相三线制条件下，才能用二表法，且不论负载对称与否。</a:t>
            </a:r>
            <a:endParaRPr lang="zh-CN" altLang="en-US" sz="2800" dirty="0">
              <a:latin typeface="楷体_GB2312" pitchFamily="49" charset="-122"/>
            </a:endParaRPr>
          </a:p>
        </p:txBody>
      </p:sp>
      <p:sp>
        <p:nvSpPr>
          <p:cNvPr id="53251" name="Text Box 3"/>
          <p:cNvSpPr txBox="1"/>
          <p:nvPr/>
        </p:nvSpPr>
        <p:spPr>
          <a:xfrm>
            <a:off x="539750" y="3213100"/>
            <a:ext cx="8077200" cy="1630363"/>
          </a:xfrm>
          <a:prstGeom prst="rect">
            <a:avLst/>
          </a:prstGeom>
          <a:noFill/>
          <a:ln w="9525">
            <a:noFill/>
          </a:ln>
        </p:spPr>
        <p:txBody>
          <a:bodyPr>
            <a:spAutoFit/>
          </a:bodyPr>
          <a:p>
            <a:pPr marL="381000" indent="-381000" algn="just">
              <a:lnSpc>
                <a:spcPct val="120000"/>
              </a:lnSpc>
            </a:pPr>
            <a:r>
              <a:rPr lang="en-US" altLang="zh-CN" sz="2800" dirty="0">
                <a:latin typeface="楷体_GB2312" pitchFamily="49" charset="-122"/>
              </a:rPr>
              <a:t>3.</a:t>
            </a:r>
            <a:r>
              <a:rPr lang="zh-CN" altLang="en-US" sz="2800" dirty="0">
                <a:latin typeface="楷体_GB2312" pitchFamily="49" charset="-122"/>
              </a:rPr>
              <a:t>按正确极性接线时，若出现一个表指针反转即读数为负，将其电流线圈极性反接使指针指向正数，但此时读数应记为负值。 </a:t>
            </a:r>
            <a:endParaRPr lang="zh-CN" altLang="en-US" sz="2800" dirty="0">
              <a:latin typeface="楷体_GB2312" pitchFamily="49" charset="-122"/>
            </a:endParaRPr>
          </a:p>
        </p:txBody>
      </p:sp>
      <p:sp>
        <p:nvSpPr>
          <p:cNvPr id="53253" name="Rectangle 5"/>
          <p:cNvSpPr/>
          <p:nvPr/>
        </p:nvSpPr>
        <p:spPr>
          <a:xfrm>
            <a:off x="611188" y="2205038"/>
            <a:ext cx="7453312" cy="1117600"/>
          </a:xfrm>
          <a:prstGeom prst="rect">
            <a:avLst/>
          </a:prstGeom>
          <a:noFill/>
          <a:ln w="9525">
            <a:noFill/>
          </a:ln>
        </p:spPr>
        <p:txBody>
          <a:bodyPr>
            <a:spAutoFit/>
          </a:bodyPr>
          <a:p>
            <a:pPr marL="381000" indent="-381000" algn="just">
              <a:lnSpc>
                <a:spcPct val="120000"/>
              </a:lnSpc>
              <a:buAutoNum type="arabicPeriod" startAt="2"/>
            </a:pPr>
            <a:r>
              <a:rPr lang="zh-CN" altLang="en-US" sz="2800" dirty="0">
                <a:latin typeface="楷体_GB2312" pitchFamily="49" charset="-122"/>
              </a:rPr>
              <a:t>两表读数的代数和为三相总功率，单块表的读数无意义。</a:t>
            </a:r>
            <a:endParaRPr lang="zh-CN" altLang="en-US" sz="2800" dirty="0">
              <a:latin typeface="楷体_GB2312" pitchFamily="49" charset="-122"/>
            </a:endParaRPr>
          </a:p>
        </p:txBody>
      </p:sp>
      <p:sp>
        <p:nvSpPr>
          <p:cNvPr id="53257" name="Text Box 9"/>
          <p:cNvSpPr txBox="1"/>
          <p:nvPr/>
        </p:nvSpPr>
        <p:spPr>
          <a:xfrm>
            <a:off x="539750" y="4868863"/>
            <a:ext cx="7775575" cy="604837"/>
          </a:xfrm>
          <a:prstGeom prst="rect">
            <a:avLst/>
          </a:prstGeom>
          <a:noFill/>
          <a:ln w="9525">
            <a:noFill/>
          </a:ln>
        </p:spPr>
        <p:txBody>
          <a:bodyPr>
            <a:spAutoFit/>
          </a:bodyPr>
          <a:p>
            <a:pPr marL="285750" indent="-285750" algn="just">
              <a:lnSpc>
                <a:spcPct val="120000"/>
              </a:lnSpc>
              <a:spcBef>
                <a:spcPct val="50000"/>
              </a:spcBef>
            </a:pPr>
            <a:r>
              <a:rPr lang="en-US" altLang="zh-CN" sz="2800" dirty="0">
                <a:latin typeface="楷体_GB2312" pitchFamily="49" charset="-122"/>
              </a:rPr>
              <a:t>4.</a:t>
            </a:r>
            <a:r>
              <a:rPr lang="zh-CN" altLang="en-US" sz="2800" dirty="0">
                <a:latin typeface="楷体_GB2312" pitchFamily="49" charset="-122"/>
              </a:rPr>
              <a:t>负载对称情况下，有：</a:t>
            </a:r>
            <a:endParaRPr lang="zh-CN" altLang="en-US" sz="2800" dirty="0">
              <a:latin typeface="楷体_GB2312" pitchFamily="49" charset="-122"/>
            </a:endParaRPr>
          </a:p>
        </p:txBody>
      </p:sp>
      <p:graphicFrame>
        <p:nvGraphicFramePr>
          <p:cNvPr id="53258" name="Object 10"/>
          <p:cNvGraphicFramePr/>
          <p:nvPr/>
        </p:nvGraphicFramePr>
        <p:xfrm>
          <a:off x="4441825" y="4968875"/>
          <a:ext cx="3694113" cy="1211263"/>
        </p:xfrm>
        <a:graphic>
          <a:graphicData uri="http://schemas.openxmlformats.org/presentationml/2006/ole">
            <mc:AlternateContent xmlns:mc="http://schemas.openxmlformats.org/markup-compatibility/2006">
              <mc:Choice xmlns:v="urn:schemas-microsoft-com:vml" Requires="v">
                <p:oleObj spid="_x0000_s3414" name="" r:id="rId1" imgW="1586865" imgH="520700" progId="Equation.3">
                  <p:embed/>
                </p:oleObj>
              </mc:Choice>
              <mc:Fallback>
                <p:oleObj name="" r:id="rId1" imgW="1586865" imgH="520700" progId="Equation.3">
                  <p:embed/>
                  <p:pic>
                    <p:nvPicPr>
                      <p:cNvPr id="0" name="图片 3413"/>
                      <p:cNvPicPr/>
                      <p:nvPr/>
                    </p:nvPicPr>
                    <p:blipFill>
                      <a:blip r:embed="rId2">
                        <a:clrChange>
                          <a:clrFrom>
                            <a:srgbClr val="000000"/>
                          </a:clrFrom>
                          <a:clrTo>
                            <a:srgbClr val="FFFFFF"/>
                          </a:clrTo>
                        </a:clrChange>
                      </a:blip>
                      <a:stretch>
                        <a:fillRect/>
                      </a:stretch>
                    </p:blipFill>
                    <p:spPr>
                      <a:xfrm>
                        <a:off x="4441825" y="4968875"/>
                        <a:ext cx="3694113" cy="1211263"/>
                      </a:xfrm>
                      <a:prstGeom prst="rect">
                        <a:avLst/>
                      </a:prstGeom>
                      <a:noFill/>
                      <a:ln w="38100">
                        <a:noFill/>
                        <a:miter/>
                      </a:ln>
                    </p:spPr>
                  </p:pic>
                </p:oleObj>
              </mc:Fallback>
            </mc:AlternateContent>
          </a:graphicData>
        </a:graphic>
      </p:graphicFrame>
      <p:grpSp>
        <p:nvGrpSpPr>
          <p:cNvPr id="2" name="Group 24"/>
          <p:cNvGrpSpPr/>
          <p:nvPr/>
        </p:nvGrpSpPr>
        <p:grpSpPr>
          <a:xfrm>
            <a:off x="539750" y="476250"/>
            <a:ext cx="1644650" cy="850900"/>
            <a:chOff x="385" y="3022"/>
            <a:chExt cx="1036" cy="536"/>
          </a:xfrm>
        </p:grpSpPr>
        <p:pic>
          <p:nvPicPr>
            <p:cNvPr id="51217" name="Picture 25" descr="123"/>
            <p:cNvPicPr>
              <a:picLocks noChangeAspect="1"/>
            </p:cNvPicPr>
            <p:nvPr/>
          </p:nvPicPr>
          <p:blipFill>
            <a:blip r:embed="rId3"/>
            <a:stretch>
              <a:fillRect/>
            </a:stretch>
          </p:blipFill>
          <p:spPr>
            <a:xfrm>
              <a:off x="385" y="3022"/>
              <a:ext cx="590" cy="536"/>
            </a:xfrm>
            <a:prstGeom prst="rect">
              <a:avLst/>
            </a:prstGeom>
            <a:noFill/>
            <a:ln w="9525">
              <a:noFill/>
            </a:ln>
          </p:spPr>
        </p:pic>
        <p:sp>
          <p:nvSpPr>
            <p:cNvPr id="51218" name="Text Box 26"/>
            <p:cNvSpPr txBox="1"/>
            <p:nvPr/>
          </p:nvSpPr>
          <p:spPr>
            <a:xfrm>
              <a:off x="793" y="3125"/>
              <a:ext cx="628" cy="365"/>
            </a:xfrm>
            <a:prstGeom prst="rect">
              <a:avLst/>
            </a:prstGeom>
            <a:noFill/>
            <a:ln w="9525">
              <a:noFill/>
            </a:ln>
          </p:spPr>
          <p:txBody>
            <a:bodyPr wrap="none">
              <a:spAutoFit/>
            </a:bodyPr>
            <a:p>
              <a:r>
                <a:rPr lang="zh-CN" altLang="en-US" b="0" dirty="0">
                  <a:solidFill>
                    <a:srgbClr val="CC6600"/>
                  </a:solidFill>
                  <a:latin typeface="Arial" panose="020B0604020202020204" pitchFamily="34" charset="0"/>
                  <a:ea typeface="华文行楷" panose="02010800040101010101" pitchFamily="2" charset="-122"/>
                </a:rPr>
                <a:t>注意</a:t>
              </a:r>
              <a:endParaRPr lang="zh-CN" altLang="en-US" b="0" dirty="0">
                <a:solidFill>
                  <a:srgbClr val="CC6600"/>
                </a:solidFill>
                <a:latin typeface="Arial" panose="020B0604020202020204" pitchFamily="34" charset="0"/>
                <a:ea typeface="华文行楷" panose="02010800040101010101" pitchFamily="2" charset="-122"/>
              </a:endParaRPr>
            </a:p>
          </p:txBody>
        </p:sp>
      </p:grpSp>
      <p:grpSp>
        <p:nvGrpSpPr>
          <p:cNvPr id="51208" name="Group 36"/>
          <p:cNvGrpSpPr/>
          <p:nvPr/>
        </p:nvGrpSpPr>
        <p:grpSpPr>
          <a:xfrm>
            <a:off x="8316913" y="6445250"/>
            <a:ext cx="792162" cy="366713"/>
            <a:chOff x="5193" y="4020"/>
            <a:chExt cx="499" cy="231"/>
          </a:xfrm>
        </p:grpSpPr>
        <p:pic>
          <p:nvPicPr>
            <p:cNvPr id="51215" name="Picture 37" descr="78900"/>
            <p:cNvPicPr>
              <a:picLocks noChangeAspect="1"/>
            </p:cNvPicPr>
            <p:nvPr/>
          </p:nvPicPr>
          <p:blipFill>
            <a:blip r:embed="rId4"/>
            <a:stretch>
              <a:fillRect/>
            </a:stretch>
          </p:blipFill>
          <p:spPr>
            <a:xfrm>
              <a:off x="5193" y="4066"/>
              <a:ext cx="499" cy="181"/>
            </a:xfrm>
            <a:prstGeom prst="rect">
              <a:avLst/>
            </a:prstGeom>
            <a:noFill/>
            <a:ln w="9525">
              <a:noFill/>
            </a:ln>
          </p:spPr>
        </p:pic>
        <p:sp>
          <p:nvSpPr>
            <p:cNvPr id="51216" name="Text Box 38">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1209" name="Group 39"/>
          <p:cNvGrpSpPr/>
          <p:nvPr/>
        </p:nvGrpSpPr>
        <p:grpSpPr>
          <a:xfrm>
            <a:off x="7451725" y="6445250"/>
            <a:ext cx="792163" cy="366713"/>
            <a:chOff x="5193" y="4020"/>
            <a:chExt cx="499" cy="231"/>
          </a:xfrm>
        </p:grpSpPr>
        <p:pic>
          <p:nvPicPr>
            <p:cNvPr id="51213" name="Picture 40" descr="78900"/>
            <p:cNvPicPr>
              <a:picLocks noChangeAspect="1"/>
            </p:cNvPicPr>
            <p:nvPr/>
          </p:nvPicPr>
          <p:blipFill>
            <a:blip r:embed="rId4"/>
            <a:stretch>
              <a:fillRect/>
            </a:stretch>
          </p:blipFill>
          <p:spPr>
            <a:xfrm>
              <a:off x="5193" y="4066"/>
              <a:ext cx="499" cy="181"/>
            </a:xfrm>
            <a:prstGeom prst="rect">
              <a:avLst/>
            </a:prstGeom>
            <a:noFill/>
            <a:ln w="9525">
              <a:noFill/>
            </a:ln>
          </p:spPr>
        </p:pic>
        <p:sp>
          <p:nvSpPr>
            <p:cNvPr id="51214" name="Text Box 41">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1210" name="Group 42"/>
          <p:cNvGrpSpPr/>
          <p:nvPr/>
        </p:nvGrpSpPr>
        <p:grpSpPr>
          <a:xfrm>
            <a:off x="6588125" y="6446838"/>
            <a:ext cx="792163" cy="366712"/>
            <a:chOff x="4695" y="4061"/>
            <a:chExt cx="499" cy="231"/>
          </a:xfrm>
        </p:grpSpPr>
        <p:pic>
          <p:nvPicPr>
            <p:cNvPr id="51211" name="Picture 43" descr="78900"/>
            <p:cNvPicPr>
              <a:picLocks noChangeAspect="1"/>
            </p:cNvPicPr>
            <p:nvPr/>
          </p:nvPicPr>
          <p:blipFill>
            <a:blip r:embed="rId4"/>
            <a:stretch>
              <a:fillRect/>
            </a:stretch>
          </p:blipFill>
          <p:spPr>
            <a:xfrm>
              <a:off x="4695" y="4107"/>
              <a:ext cx="499" cy="181"/>
            </a:xfrm>
            <a:prstGeom prst="rect">
              <a:avLst/>
            </a:prstGeom>
            <a:noFill/>
            <a:ln w="9525">
              <a:noFill/>
            </a:ln>
          </p:spPr>
        </p:pic>
        <p:sp>
          <p:nvSpPr>
            <p:cNvPr id="51212" name="Text Box 44">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53250"/>
                                        </p:tgtEl>
                                        <p:attrNameLst>
                                          <p:attrName>style.visibility</p:attrName>
                                        </p:attrNameLst>
                                      </p:cBhvr>
                                      <p:to>
                                        <p:strVal val="visible"/>
                                      </p:to>
                                    </p:set>
                                    <p:animEffect transition="in" filter="slide(fromBottom)">
                                      <p:cBhvr>
                                        <p:cTn id="12" dur="2000"/>
                                        <p:tgtEl>
                                          <p:spTgt spid="53250"/>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53253"/>
                                        </p:tgtEl>
                                        <p:attrNameLst>
                                          <p:attrName>style.visibility</p:attrName>
                                        </p:attrNameLst>
                                      </p:cBhvr>
                                      <p:to>
                                        <p:strVal val="visible"/>
                                      </p:to>
                                    </p:set>
                                    <p:animEffect transition="in" filter="slide(fromBottom)">
                                      <p:cBhvr>
                                        <p:cTn id="17" dur="2000"/>
                                        <p:tgtEl>
                                          <p:spTgt spid="53253"/>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53251"/>
                                        </p:tgtEl>
                                        <p:attrNameLst>
                                          <p:attrName>style.visibility</p:attrName>
                                        </p:attrNameLst>
                                      </p:cBhvr>
                                      <p:to>
                                        <p:strVal val="visible"/>
                                      </p:to>
                                    </p:set>
                                    <p:animEffect transition="in" filter="slide(fromBottom)">
                                      <p:cBhvr>
                                        <p:cTn id="22" dur="2000"/>
                                        <p:tgtEl>
                                          <p:spTgt spid="5325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3257"/>
                                        </p:tgtEl>
                                        <p:attrNameLst>
                                          <p:attrName>style.visibility</p:attrName>
                                        </p:attrNameLst>
                                      </p:cBhvr>
                                      <p:to>
                                        <p:strVal val="visible"/>
                                      </p:to>
                                    </p:set>
                                    <p:animEffect transition="in" filter="wipe(left)">
                                      <p:cBhvr>
                                        <p:cTn id="27" dur="2000"/>
                                        <p:tgtEl>
                                          <p:spTgt spid="53257"/>
                                        </p:tgtEl>
                                      </p:cBhvr>
                                    </p:animEffect>
                                  </p:childTnLst>
                                </p:cTn>
                              </p:par>
                            </p:childTnLst>
                          </p:cTn>
                        </p:par>
                        <p:par>
                          <p:cTn id="28" fill="hold">
                            <p:stCondLst>
                              <p:cond delay="2000"/>
                            </p:stCondLst>
                            <p:childTnLst>
                              <p:par>
                                <p:cTn id="29" presetID="12" presetClass="entr" presetSubtype="4" fill="hold" nodeType="afterEffect">
                                  <p:stCondLst>
                                    <p:cond delay="0"/>
                                  </p:stCondLst>
                                  <p:childTnLst>
                                    <p:set>
                                      <p:cBhvr>
                                        <p:cTn id="30" dur="1" fill="hold">
                                          <p:stCondLst>
                                            <p:cond delay="0"/>
                                          </p:stCondLst>
                                        </p:cTn>
                                        <p:tgtEl>
                                          <p:spTgt spid="53258"/>
                                        </p:tgtEl>
                                        <p:attrNameLst>
                                          <p:attrName>style.visibility</p:attrName>
                                        </p:attrNameLst>
                                      </p:cBhvr>
                                      <p:to>
                                        <p:strVal val="visible"/>
                                      </p:to>
                                    </p:set>
                                    <p:animEffect transition="in" filter="slide(fromBottom)">
                                      <p:cBhvr>
                                        <p:cTn id="31" dur="2000"/>
                                        <p:tgtEl>
                                          <p:spTgt spid="53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p:bldP spid="53251" grpId="0"/>
      <p:bldP spid="53253" grpId="0"/>
      <p:bldP spid="5325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7" name="Text Box 3"/>
          <p:cNvSpPr txBox="1"/>
          <p:nvPr/>
        </p:nvSpPr>
        <p:spPr>
          <a:xfrm>
            <a:off x="395288" y="549275"/>
            <a:ext cx="3311525" cy="519113"/>
          </a:xfrm>
          <a:prstGeom prst="rect">
            <a:avLst/>
          </a:prstGeom>
          <a:solidFill>
            <a:schemeClr val="hlink"/>
          </a:solidFill>
          <a:ln w="9525">
            <a:noFill/>
          </a:ln>
        </p:spPr>
        <p:txBody>
          <a:bodyPr>
            <a:spAutoFit/>
          </a:bodyPr>
          <a:p>
            <a:r>
              <a:rPr lang="zh-CN" altLang="en-US" sz="2800" dirty="0">
                <a:solidFill>
                  <a:schemeClr val="bg1"/>
                </a:solidFill>
                <a:latin typeface="Times New Roman" panose="02020603050405020304" pitchFamily="18" charset="0"/>
              </a:rPr>
              <a:t>由相量图分析：</a:t>
            </a:r>
            <a:endParaRPr lang="zh-CN" altLang="en-US" sz="2800" dirty="0">
              <a:solidFill>
                <a:schemeClr val="bg1"/>
              </a:solidFill>
              <a:latin typeface="Times New Roman" panose="02020603050405020304" pitchFamily="18" charset="0"/>
            </a:endParaRPr>
          </a:p>
        </p:txBody>
      </p:sp>
      <p:sp>
        <p:nvSpPr>
          <p:cNvPr id="52228" name="Text Box 4"/>
          <p:cNvSpPr txBox="1"/>
          <p:nvPr/>
        </p:nvSpPr>
        <p:spPr>
          <a:xfrm>
            <a:off x="2771775" y="2492375"/>
            <a:ext cx="6121400" cy="1117600"/>
          </a:xfrm>
          <a:prstGeom prst="rect">
            <a:avLst/>
          </a:prstGeom>
          <a:noFill/>
          <a:ln w="9525">
            <a:noFill/>
          </a:ln>
        </p:spPr>
        <p:txBody>
          <a:bodyPr>
            <a:spAutoFit/>
          </a:bodyPr>
          <a:p>
            <a:pPr>
              <a:lnSpc>
                <a:spcPct val="120000"/>
              </a:lnSpc>
            </a:pPr>
            <a:r>
              <a:rPr lang="zh-CN" altLang="en-US" sz="2800" dirty="0">
                <a:latin typeface="楷体_GB2312" pitchFamily="49" charset="-122"/>
              </a:rPr>
              <a:t>假设负载为感性，相电流</a:t>
            </a:r>
            <a:r>
              <a:rPr lang="en-US" altLang="zh-CN" sz="2800" b="0" dirty="0">
                <a:latin typeface="楷体_GB2312" pitchFamily="49" charset="-122"/>
              </a:rPr>
              <a:t>(</a:t>
            </a:r>
            <a:r>
              <a:rPr lang="zh-CN" altLang="en-US" sz="2800" dirty="0">
                <a:latin typeface="楷体_GB2312" pitchFamily="49" charset="-122"/>
              </a:rPr>
              <a:t>即线电流</a:t>
            </a:r>
            <a:r>
              <a:rPr lang="en-US" altLang="zh-CN" sz="2800" b="0" dirty="0">
                <a:latin typeface="楷体_GB2312" pitchFamily="49" charset="-122"/>
              </a:rPr>
              <a:t>)</a:t>
            </a:r>
            <a:r>
              <a:rPr lang="zh-CN" altLang="en-US" sz="2800" dirty="0">
                <a:latin typeface="楷体_GB2312" pitchFamily="49" charset="-122"/>
              </a:rPr>
              <a:t>落后相电压</a:t>
            </a:r>
            <a:r>
              <a:rPr lang="en-US" altLang="zh-CN" sz="2800" b="0" i="1" dirty="0">
                <a:solidFill>
                  <a:schemeClr val="bg1"/>
                </a:solidFill>
                <a:latin typeface="Symbol" panose="05050102010706020507" pitchFamily="18" charset="2"/>
                <a:ea typeface="宋体" panose="02010600030101010101" pitchFamily="2" charset="-122"/>
              </a:rPr>
              <a:t>j</a:t>
            </a:r>
            <a:r>
              <a:rPr lang="en-US" altLang="zh-CN" sz="2800" b="0" dirty="0">
                <a:latin typeface="Symbol" panose="05050102010706020507" pitchFamily="18" charset="2"/>
                <a:ea typeface="宋体" panose="02010600030101010101" pitchFamily="2" charset="-122"/>
              </a:rPr>
              <a:t> </a:t>
            </a:r>
            <a:r>
              <a:rPr lang="zh-CN" altLang="en-US" sz="2800" dirty="0">
                <a:latin typeface="Symbol" panose="05050102010706020507" pitchFamily="18" charset="2"/>
              </a:rPr>
              <a:t>角</a:t>
            </a:r>
            <a:r>
              <a:rPr lang="zh-CN" altLang="en-US" sz="2800" dirty="0">
                <a:latin typeface="Symbol" panose="05050102010706020507" pitchFamily="18" charset="2"/>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
        <p:nvSpPr>
          <p:cNvPr id="52230" name="Text Box 6"/>
          <p:cNvSpPr txBox="1"/>
          <p:nvPr/>
        </p:nvSpPr>
        <p:spPr>
          <a:xfrm>
            <a:off x="611188" y="1196975"/>
            <a:ext cx="7791450" cy="1311275"/>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P</a:t>
            </a:r>
            <a:r>
              <a:rPr lang="en-US" altLang="zh-CN" b="0" dirty="0">
                <a:solidFill>
                  <a:schemeClr val="bg1"/>
                </a:solidFill>
                <a:latin typeface="Times New Roman" panose="02020603050405020304" pitchFamily="18" charset="0"/>
                <a:ea typeface="宋体" panose="02010600030101010101" pitchFamily="2" charset="-122"/>
              </a:rPr>
              <a:t>=</a:t>
            </a:r>
            <a:r>
              <a:rPr lang="en-US" altLang="zh-CN" b="0" i="1" dirty="0">
                <a:solidFill>
                  <a:schemeClr val="bg1"/>
                </a:solidFill>
                <a:latin typeface="Times New Roman" panose="02020603050405020304" pitchFamily="18" charset="0"/>
                <a:ea typeface="宋体" panose="02010600030101010101" pitchFamily="2" charset="-122"/>
              </a:rPr>
              <a:t>P</a:t>
            </a:r>
            <a:r>
              <a:rPr lang="en-US" altLang="zh-CN" b="0" baseline="-25000" dirty="0">
                <a:solidFill>
                  <a:schemeClr val="bg1"/>
                </a:solidFill>
                <a:latin typeface="Times New Roman" panose="02020603050405020304" pitchFamily="18" charset="0"/>
                <a:ea typeface="宋体" panose="02010600030101010101" pitchFamily="2" charset="-122"/>
              </a:rPr>
              <a:t>1</a:t>
            </a:r>
            <a:r>
              <a:rPr lang="en-US" altLang="zh-CN" b="0" dirty="0">
                <a:solidFill>
                  <a:schemeClr val="bg1"/>
                </a:solidFill>
                <a:latin typeface="Times New Roman" panose="02020603050405020304" pitchFamily="18" charset="0"/>
                <a:ea typeface="宋体" panose="02010600030101010101" pitchFamily="2" charset="-122"/>
              </a:rPr>
              <a:t>+</a:t>
            </a:r>
            <a:r>
              <a:rPr lang="en-US" altLang="zh-CN" b="0" i="1" dirty="0">
                <a:solidFill>
                  <a:schemeClr val="bg1"/>
                </a:solidFill>
                <a:latin typeface="Times New Roman" panose="02020603050405020304" pitchFamily="18" charset="0"/>
                <a:ea typeface="宋体" panose="02010600030101010101" pitchFamily="2" charset="-122"/>
              </a:rPr>
              <a:t>P</a:t>
            </a:r>
            <a:r>
              <a:rPr lang="en-US" altLang="zh-CN" b="0" baseline="-25000" dirty="0">
                <a:solidFill>
                  <a:schemeClr val="bg1"/>
                </a:solidFill>
                <a:latin typeface="Times New Roman" panose="02020603050405020304" pitchFamily="18" charset="0"/>
                <a:ea typeface="宋体" panose="02010600030101010101" pitchFamily="2" charset="-122"/>
              </a:rPr>
              <a:t>2</a:t>
            </a:r>
            <a:r>
              <a:rPr lang="en-US" altLang="zh-CN" b="0" dirty="0">
                <a:solidFill>
                  <a:schemeClr val="bg1"/>
                </a:solidFill>
                <a:latin typeface="Times New Roman" panose="02020603050405020304" pitchFamily="18" charset="0"/>
                <a:ea typeface="宋体" panose="02010600030101010101" pitchFamily="2" charset="-122"/>
              </a:rPr>
              <a:t>=</a:t>
            </a: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AC</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A</a:t>
            </a:r>
            <a:r>
              <a:rPr lang="en-US" altLang="zh-CN" b="0" dirty="0">
                <a:solidFill>
                  <a:schemeClr val="bg1"/>
                </a:solidFill>
                <a:latin typeface="Times New Roman" panose="02020603050405020304" pitchFamily="18" charset="0"/>
                <a:ea typeface="宋体" panose="02010600030101010101" pitchFamily="2" charset="-122"/>
              </a:rPr>
              <a:t>cos</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1</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BC</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B</a:t>
            </a:r>
            <a:r>
              <a:rPr lang="en-US" altLang="zh-CN" b="0" dirty="0">
                <a:solidFill>
                  <a:schemeClr val="bg1"/>
                </a:solidFill>
                <a:latin typeface="Times New Roman" panose="02020603050405020304" pitchFamily="18" charset="0"/>
                <a:ea typeface="宋体" panose="02010600030101010101" pitchFamily="2" charset="-122"/>
              </a:rPr>
              <a:t>cos</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2</a:t>
            </a:r>
            <a:endParaRPr lang="en-US" altLang="zh-CN"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a:p>
            <a:pPr>
              <a:spcBef>
                <a:spcPct val="50000"/>
              </a:spcBef>
            </a:pP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L</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L</a:t>
            </a:r>
            <a:r>
              <a:rPr lang="en-US" altLang="zh-CN" b="0" dirty="0">
                <a:solidFill>
                  <a:schemeClr val="bg1"/>
                </a:solidFill>
                <a:latin typeface="Times New Roman" panose="02020603050405020304" pitchFamily="18" charset="0"/>
                <a:ea typeface="宋体" panose="02010600030101010101" pitchFamily="2" charset="-122"/>
              </a:rPr>
              <a:t>cos</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1</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L</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L</a:t>
            </a:r>
            <a:r>
              <a:rPr lang="en-US" altLang="zh-CN" b="0" dirty="0">
                <a:solidFill>
                  <a:schemeClr val="bg1"/>
                </a:solidFill>
                <a:latin typeface="Times New Roman" panose="02020603050405020304" pitchFamily="18" charset="0"/>
                <a:ea typeface="宋体" panose="02010600030101010101" pitchFamily="2" charset="-122"/>
              </a:rPr>
              <a:t>cos</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2</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endPar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graphicFrame>
        <p:nvGraphicFramePr>
          <p:cNvPr id="52231" name="Object 7"/>
          <p:cNvGraphicFramePr/>
          <p:nvPr/>
        </p:nvGraphicFramePr>
        <p:xfrm>
          <a:off x="5580063" y="3175000"/>
          <a:ext cx="2454275" cy="1939925"/>
        </p:xfrm>
        <a:graphic>
          <a:graphicData uri="http://schemas.openxmlformats.org/presentationml/2006/ole">
            <mc:AlternateContent xmlns:mc="http://schemas.openxmlformats.org/markup-compatibility/2006">
              <mc:Choice xmlns:v="urn:schemas-microsoft-com:vml" Requires="v">
                <p:oleObj spid="_x0000_s3418" name="" r:id="rId1" imgW="1219200" imgH="965200" progId="Equation.3">
                  <p:embed/>
                </p:oleObj>
              </mc:Choice>
              <mc:Fallback>
                <p:oleObj name="" r:id="rId1" imgW="1219200" imgH="965200" progId="Equation.3">
                  <p:embed/>
                  <p:pic>
                    <p:nvPicPr>
                      <p:cNvPr id="0" name="图片 3417"/>
                      <p:cNvPicPr/>
                      <p:nvPr/>
                    </p:nvPicPr>
                    <p:blipFill>
                      <a:blip r:embed="rId2">
                        <a:clrChange>
                          <a:clrFrom>
                            <a:srgbClr val="000000"/>
                          </a:clrFrom>
                          <a:clrTo>
                            <a:srgbClr val="FFFF00"/>
                          </a:clrTo>
                        </a:clrChange>
                      </a:blip>
                      <a:stretch>
                        <a:fillRect/>
                      </a:stretch>
                    </p:blipFill>
                    <p:spPr>
                      <a:xfrm>
                        <a:off x="5580063" y="3175000"/>
                        <a:ext cx="2454275" cy="1939925"/>
                      </a:xfrm>
                      <a:prstGeom prst="rect">
                        <a:avLst/>
                      </a:prstGeom>
                      <a:noFill/>
                      <a:ln w="38100">
                        <a:noFill/>
                        <a:miter/>
                      </a:ln>
                    </p:spPr>
                  </p:pic>
                </p:oleObj>
              </mc:Fallback>
            </mc:AlternateContent>
          </a:graphicData>
        </a:graphic>
      </p:graphicFrame>
      <p:sp>
        <p:nvSpPr>
          <p:cNvPr id="52257" name="Rectangle 33"/>
          <p:cNvSpPr/>
          <p:nvPr/>
        </p:nvSpPr>
        <p:spPr>
          <a:xfrm>
            <a:off x="6011863" y="5157788"/>
            <a:ext cx="2663825" cy="1066800"/>
          </a:xfrm>
          <a:prstGeom prst="rect">
            <a:avLst/>
          </a:prstGeom>
          <a:noFill/>
          <a:ln w="9525">
            <a:noFill/>
          </a:ln>
        </p:spPr>
        <p:txBody>
          <a:bodyPr>
            <a:spAutoFit/>
          </a:bodyPr>
          <a:p>
            <a:pPr>
              <a:buFont typeface="Symbol" panose="05050102010706020507" pitchFamily="18" charset="2"/>
            </a:pP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1</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30</a:t>
            </a:r>
            <a:r>
              <a:rPr lang="en-US" altLang="zh-CN" b="0" baseline="200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baseline="2000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a:p>
            <a:pPr>
              <a:buFont typeface="Symbol" panose="05050102010706020507" pitchFamily="18" charset="2"/>
            </a:pP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2</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 </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30</a:t>
            </a:r>
            <a:r>
              <a:rPr lang="en-US" altLang="zh-CN" b="0" baseline="200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baseline="2000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52260" name="Line 36"/>
          <p:cNvSpPr/>
          <p:nvPr/>
        </p:nvSpPr>
        <p:spPr>
          <a:xfrm>
            <a:off x="5219700" y="5732463"/>
            <a:ext cx="792163" cy="0"/>
          </a:xfrm>
          <a:prstGeom prst="line">
            <a:avLst/>
          </a:prstGeom>
          <a:ln w="76200" cap="flat" cmpd="sng">
            <a:solidFill>
              <a:srgbClr val="3399FF"/>
            </a:solidFill>
            <a:prstDash val="solid"/>
            <a:headEnd type="none" w="med" len="med"/>
            <a:tailEnd type="triangle" w="med" len="med"/>
          </a:ln>
        </p:spPr>
      </p:sp>
      <p:grpSp>
        <p:nvGrpSpPr>
          <p:cNvPr id="2" name="Group 61"/>
          <p:cNvGrpSpPr/>
          <p:nvPr/>
        </p:nvGrpSpPr>
        <p:grpSpPr>
          <a:xfrm>
            <a:off x="1462088" y="2444750"/>
            <a:ext cx="3397250" cy="3733800"/>
            <a:chOff x="332" y="1108"/>
            <a:chExt cx="2140" cy="2352"/>
          </a:xfrm>
        </p:grpSpPr>
        <p:sp>
          <p:nvSpPr>
            <p:cNvPr id="52268" name="Text Box 19"/>
            <p:cNvSpPr txBox="1"/>
            <p:nvPr/>
          </p:nvSpPr>
          <p:spPr>
            <a:xfrm>
              <a:off x="1111" y="2024"/>
              <a:ext cx="308" cy="288"/>
            </a:xfrm>
            <a:prstGeom prst="rect">
              <a:avLst/>
            </a:prstGeom>
            <a:noFill/>
            <a:ln w="28575">
              <a:noFill/>
            </a:ln>
          </p:spPr>
          <p:txBody>
            <a:bodyPr wrap="none">
              <a:spAutoFit/>
            </a:bodyPr>
            <a:p>
              <a:pPr>
                <a:buNone/>
              </a:pPr>
              <a:r>
                <a:rPr lang="en-US" altLang="zh-CN" sz="2400" dirty="0">
                  <a:solidFill>
                    <a:schemeClr val="bg1"/>
                  </a:solidFill>
                  <a:latin typeface="Times New Roman" panose="02020603050405020304" pitchFamily="18" charset="0"/>
                  <a:ea typeface="宋体" panose="02010600030101010101" pitchFamily="2" charset="-122"/>
                </a:rPr>
                <a:t>N'</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52269" name="Line 38"/>
            <p:cNvSpPr/>
            <p:nvPr/>
          </p:nvSpPr>
          <p:spPr>
            <a:xfrm>
              <a:off x="1156" y="2341"/>
              <a:ext cx="1044" cy="0"/>
            </a:xfrm>
            <a:prstGeom prst="line">
              <a:avLst/>
            </a:prstGeom>
            <a:ln w="28575" cap="flat" cmpd="sng">
              <a:solidFill>
                <a:srgbClr val="FFFF00"/>
              </a:solidFill>
              <a:prstDash val="solid"/>
              <a:headEnd type="none" w="med" len="med"/>
              <a:tailEnd type="triangle" w="med" len="med"/>
            </a:ln>
          </p:spPr>
        </p:sp>
        <p:sp>
          <p:nvSpPr>
            <p:cNvPr id="52270" name="Line 39"/>
            <p:cNvSpPr/>
            <p:nvPr/>
          </p:nvSpPr>
          <p:spPr>
            <a:xfrm flipH="1">
              <a:off x="612" y="2341"/>
              <a:ext cx="544" cy="908"/>
            </a:xfrm>
            <a:prstGeom prst="line">
              <a:avLst/>
            </a:prstGeom>
            <a:ln w="28575" cap="flat" cmpd="sng">
              <a:solidFill>
                <a:srgbClr val="FFFF00"/>
              </a:solidFill>
              <a:prstDash val="solid"/>
              <a:headEnd type="none" w="med" len="med"/>
              <a:tailEnd type="triangle" w="med" len="med"/>
            </a:ln>
          </p:spPr>
        </p:sp>
        <p:sp>
          <p:nvSpPr>
            <p:cNvPr id="52271" name="Line 40"/>
            <p:cNvSpPr/>
            <p:nvPr/>
          </p:nvSpPr>
          <p:spPr>
            <a:xfrm flipH="1" flipV="1">
              <a:off x="657" y="1525"/>
              <a:ext cx="499" cy="816"/>
            </a:xfrm>
            <a:prstGeom prst="line">
              <a:avLst/>
            </a:prstGeom>
            <a:ln w="28575" cap="flat" cmpd="sng">
              <a:solidFill>
                <a:srgbClr val="FFFF00"/>
              </a:solidFill>
              <a:prstDash val="solid"/>
              <a:headEnd type="none" w="med" len="med"/>
              <a:tailEnd type="triangle" w="med" len="med"/>
            </a:ln>
          </p:spPr>
        </p:sp>
        <p:graphicFrame>
          <p:nvGraphicFramePr>
            <p:cNvPr id="52233" name="Object 44"/>
            <p:cNvGraphicFramePr/>
            <p:nvPr/>
          </p:nvGraphicFramePr>
          <p:xfrm>
            <a:off x="2010" y="1924"/>
            <a:ext cx="462" cy="402"/>
          </p:xfrm>
          <a:graphic>
            <a:graphicData uri="http://schemas.openxmlformats.org/presentationml/2006/ole">
              <mc:AlternateContent xmlns:mc="http://schemas.openxmlformats.org/markup-compatibility/2006">
                <mc:Choice xmlns:v="urn:schemas-microsoft-com:vml" Requires="v">
                  <p:oleObj spid="_x0000_s3422" name="" r:id="rId3" imgW="342900" imgH="292100" progId="Equation.3">
                    <p:embed/>
                  </p:oleObj>
                </mc:Choice>
                <mc:Fallback>
                  <p:oleObj name="" r:id="rId3" imgW="342900" imgH="292100" progId="Equation.3">
                    <p:embed/>
                    <p:pic>
                      <p:nvPicPr>
                        <p:cNvPr id="0" name="图片 3421"/>
                        <p:cNvPicPr/>
                        <p:nvPr/>
                      </p:nvPicPr>
                      <p:blipFill>
                        <a:blip r:embed="rId4">
                          <a:clrChange>
                            <a:clrFrom>
                              <a:srgbClr val="000000"/>
                            </a:clrFrom>
                            <a:clrTo>
                              <a:srgbClr val="FFFFFF"/>
                            </a:clrTo>
                          </a:clrChange>
                        </a:blip>
                        <a:stretch>
                          <a:fillRect/>
                        </a:stretch>
                      </p:blipFill>
                      <p:spPr>
                        <a:xfrm>
                          <a:off x="2010" y="1924"/>
                          <a:ext cx="462" cy="402"/>
                        </a:xfrm>
                        <a:prstGeom prst="rect">
                          <a:avLst/>
                        </a:prstGeom>
                        <a:noFill/>
                        <a:ln w="38100">
                          <a:noFill/>
                          <a:miter/>
                        </a:ln>
                      </p:spPr>
                    </p:pic>
                  </p:oleObj>
                </mc:Fallback>
              </mc:AlternateContent>
            </a:graphicData>
          </a:graphic>
        </p:graphicFrame>
        <p:graphicFrame>
          <p:nvGraphicFramePr>
            <p:cNvPr id="52234" name="Object 45"/>
            <p:cNvGraphicFramePr/>
            <p:nvPr/>
          </p:nvGraphicFramePr>
          <p:xfrm>
            <a:off x="332" y="3059"/>
            <a:ext cx="445" cy="401"/>
          </p:xfrm>
          <a:graphic>
            <a:graphicData uri="http://schemas.openxmlformats.org/presentationml/2006/ole">
              <mc:AlternateContent xmlns:mc="http://schemas.openxmlformats.org/markup-compatibility/2006">
                <mc:Choice xmlns:v="urn:schemas-microsoft-com:vml" Requires="v">
                  <p:oleObj spid="_x0000_s3423" name="" r:id="rId5" imgW="330200" imgH="292100" progId="Equation.3">
                    <p:embed/>
                  </p:oleObj>
                </mc:Choice>
                <mc:Fallback>
                  <p:oleObj name="" r:id="rId5" imgW="330200" imgH="292100" progId="Equation.3">
                    <p:embed/>
                    <p:pic>
                      <p:nvPicPr>
                        <p:cNvPr id="0" name="图片 3422"/>
                        <p:cNvPicPr/>
                        <p:nvPr/>
                      </p:nvPicPr>
                      <p:blipFill>
                        <a:blip r:embed="rId6">
                          <a:clrChange>
                            <a:clrFrom>
                              <a:srgbClr val="000000"/>
                            </a:clrFrom>
                            <a:clrTo>
                              <a:srgbClr val="FFFFFF"/>
                            </a:clrTo>
                          </a:clrChange>
                        </a:blip>
                        <a:stretch>
                          <a:fillRect/>
                        </a:stretch>
                      </p:blipFill>
                      <p:spPr>
                        <a:xfrm>
                          <a:off x="332" y="3059"/>
                          <a:ext cx="445" cy="401"/>
                        </a:xfrm>
                        <a:prstGeom prst="rect">
                          <a:avLst/>
                        </a:prstGeom>
                        <a:noFill/>
                        <a:ln w="38100">
                          <a:noFill/>
                          <a:miter/>
                        </a:ln>
                      </p:spPr>
                    </p:pic>
                  </p:oleObj>
                </mc:Fallback>
              </mc:AlternateContent>
            </a:graphicData>
          </a:graphic>
        </p:graphicFrame>
        <p:graphicFrame>
          <p:nvGraphicFramePr>
            <p:cNvPr id="52235" name="Object 46"/>
            <p:cNvGraphicFramePr/>
            <p:nvPr/>
          </p:nvGraphicFramePr>
          <p:xfrm>
            <a:off x="385" y="1108"/>
            <a:ext cx="445" cy="402"/>
          </p:xfrm>
          <a:graphic>
            <a:graphicData uri="http://schemas.openxmlformats.org/presentationml/2006/ole">
              <mc:AlternateContent xmlns:mc="http://schemas.openxmlformats.org/markup-compatibility/2006">
                <mc:Choice xmlns:v="urn:schemas-microsoft-com:vml" Requires="v">
                  <p:oleObj spid="_x0000_s3419" name="" r:id="rId7" imgW="330200" imgH="292100" progId="Equation.3">
                    <p:embed/>
                  </p:oleObj>
                </mc:Choice>
                <mc:Fallback>
                  <p:oleObj name="" r:id="rId7" imgW="330200" imgH="292100" progId="Equation.3">
                    <p:embed/>
                    <p:pic>
                      <p:nvPicPr>
                        <p:cNvPr id="0" name="图片 3418"/>
                        <p:cNvPicPr/>
                        <p:nvPr/>
                      </p:nvPicPr>
                      <p:blipFill>
                        <a:blip r:embed="rId8">
                          <a:clrChange>
                            <a:clrFrom>
                              <a:srgbClr val="000000"/>
                            </a:clrFrom>
                            <a:clrTo>
                              <a:srgbClr val="FFFFFF"/>
                            </a:clrTo>
                          </a:clrChange>
                        </a:blip>
                        <a:stretch>
                          <a:fillRect/>
                        </a:stretch>
                      </p:blipFill>
                      <p:spPr>
                        <a:xfrm>
                          <a:off x="385" y="1108"/>
                          <a:ext cx="445" cy="402"/>
                        </a:xfrm>
                        <a:prstGeom prst="rect">
                          <a:avLst/>
                        </a:prstGeom>
                        <a:noFill/>
                        <a:ln w="38100">
                          <a:noFill/>
                          <a:miter/>
                        </a:ln>
                      </p:spPr>
                    </p:pic>
                  </p:oleObj>
                </mc:Fallback>
              </mc:AlternateContent>
            </a:graphicData>
          </a:graphic>
        </p:graphicFrame>
      </p:grpSp>
      <p:grpSp>
        <p:nvGrpSpPr>
          <p:cNvPr id="3" name="Group 62"/>
          <p:cNvGrpSpPr/>
          <p:nvPr/>
        </p:nvGrpSpPr>
        <p:grpSpPr>
          <a:xfrm>
            <a:off x="1258888" y="4246563"/>
            <a:ext cx="3255962" cy="1428750"/>
            <a:chOff x="204" y="2243"/>
            <a:chExt cx="2051" cy="900"/>
          </a:xfrm>
        </p:grpSpPr>
        <p:graphicFrame>
          <p:nvGraphicFramePr>
            <p:cNvPr id="52229" name="Object 20"/>
            <p:cNvGraphicFramePr/>
            <p:nvPr/>
          </p:nvGraphicFramePr>
          <p:xfrm>
            <a:off x="748" y="2568"/>
            <a:ext cx="154" cy="182"/>
          </p:xfrm>
          <a:graphic>
            <a:graphicData uri="http://schemas.openxmlformats.org/presentationml/2006/ole">
              <mc:AlternateContent xmlns:mc="http://schemas.openxmlformats.org/markup-compatibility/2006">
                <mc:Choice xmlns:v="urn:schemas-microsoft-com:vml" Requires="v">
                  <p:oleObj spid="_x0000_s3421" name="" r:id="rId9" imgW="228600" imgH="266065" progId="Equation.3">
                    <p:embed/>
                  </p:oleObj>
                </mc:Choice>
                <mc:Fallback>
                  <p:oleObj name="" r:id="rId9" imgW="228600" imgH="266065" progId="Equation.3">
                    <p:embed/>
                    <p:pic>
                      <p:nvPicPr>
                        <p:cNvPr id="0" name="图片 3420"/>
                        <p:cNvPicPr/>
                        <p:nvPr/>
                      </p:nvPicPr>
                      <p:blipFill>
                        <a:blip r:embed="rId10">
                          <a:clrChange>
                            <a:clrFrom>
                              <a:srgbClr val="000000"/>
                            </a:clrFrom>
                            <a:clrTo>
                              <a:srgbClr val="FFFFFF"/>
                            </a:clrTo>
                          </a:clrChange>
                        </a:blip>
                        <a:stretch>
                          <a:fillRect/>
                        </a:stretch>
                      </p:blipFill>
                      <p:spPr>
                        <a:xfrm>
                          <a:off x="748" y="2568"/>
                          <a:ext cx="154" cy="182"/>
                        </a:xfrm>
                        <a:prstGeom prst="rect">
                          <a:avLst/>
                        </a:prstGeom>
                        <a:noFill/>
                        <a:ln w="38100">
                          <a:noFill/>
                          <a:miter/>
                        </a:ln>
                      </p:spPr>
                    </p:pic>
                  </p:oleObj>
                </mc:Fallback>
              </mc:AlternateContent>
            </a:graphicData>
          </a:graphic>
        </p:graphicFrame>
        <p:graphicFrame>
          <p:nvGraphicFramePr>
            <p:cNvPr id="4" name="Object 21"/>
            <p:cNvGraphicFramePr/>
            <p:nvPr/>
          </p:nvGraphicFramePr>
          <p:xfrm>
            <a:off x="1565" y="2432"/>
            <a:ext cx="154" cy="181"/>
          </p:xfrm>
          <a:graphic>
            <a:graphicData uri="http://schemas.openxmlformats.org/presentationml/2006/ole">
              <mc:AlternateContent xmlns:mc="http://schemas.openxmlformats.org/markup-compatibility/2006">
                <mc:Choice xmlns:v="urn:schemas-microsoft-com:vml" Requires="v">
                  <p:oleObj spid="_x0000_s3416" name="" r:id="rId11" imgW="228600" imgH="266065" progId="Equation.3">
                    <p:embed/>
                  </p:oleObj>
                </mc:Choice>
                <mc:Fallback>
                  <p:oleObj name="" r:id="rId11" imgW="228600" imgH="266065" progId="Equation.3">
                    <p:embed/>
                    <p:pic>
                      <p:nvPicPr>
                        <p:cNvPr id="0" name="图片 3415"/>
                        <p:cNvPicPr/>
                        <p:nvPr/>
                      </p:nvPicPr>
                      <p:blipFill>
                        <a:blip r:embed="rId10">
                          <a:clrChange>
                            <a:clrFrom>
                              <a:srgbClr val="000000"/>
                            </a:clrFrom>
                            <a:clrTo>
                              <a:srgbClr val="FFFFFF"/>
                            </a:clrTo>
                          </a:clrChange>
                        </a:blip>
                        <a:stretch>
                          <a:fillRect/>
                        </a:stretch>
                      </p:blipFill>
                      <p:spPr>
                        <a:xfrm>
                          <a:off x="1565" y="2432"/>
                          <a:ext cx="154" cy="181"/>
                        </a:xfrm>
                        <a:prstGeom prst="rect">
                          <a:avLst/>
                        </a:prstGeom>
                        <a:noFill/>
                        <a:ln w="38100">
                          <a:noFill/>
                          <a:miter/>
                        </a:ln>
                      </p:spPr>
                    </p:pic>
                  </p:oleObj>
                </mc:Fallback>
              </mc:AlternateContent>
            </a:graphicData>
          </a:graphic>
        </p:graphicFrame>
        <p:graphicFrame>
          <p:nvGraphicFramePr>
            <p:cNvPr id="5" name="Object 22"/>
            <p:cNvGraphicFramePr/>
            <p:nvPr/>
          </p:nvGraphicFramePr>
          <p:xfrm>
            <a:off x="1981" y="2741"/>
            <a:ext cx="274" cy="402"/>
          </p:xfrm>
          <a:graphic>
            <a:graphicData uri="http://schemas.openxmlformats.org/presentationml/2006/ole">
              <mc:AlternateContent xmlns:mc="http://schemas.openxmlformats.org/markup-compatibility/2006">
                <mc:Choice xmlns:v="urn:schemas-microsoft-com:vml" Requires="v">
                  <p:oleObj spid="_x0000_s3420" name="" r:id="rId12" imgW="203200" imgH="292100" progId="Equation.3">
                    <p:embed/>
                  </p:oleObj>
                </mc:Choice>
                <mc:Fallback>
                  <p:oleObj name="" r:id="rId12" imgW="203200" imgH="292100" progId="Equation.3">
                    <p:embed/>
                    <p:pic>
                      <p:nvPicPr>
                        <p:cNvPr id="0" name="图片 3419"/>
                        <p:cNvPicPr/>
                        <p:nvPr/>
                      </p:nvPicPr>
                      <p:blipFill>
                        <a:blip r:embed="rId13">
                          <a:clrChange>
                            <a:clrFrom>
                              <a:srgbClr val="000000"/>
                            </a:clrFrom>
                            <a:clrTo>
                              <a:srgbClr val="FFFFFF"/>
                            </a:clrTo>
                          </a:clrChange>
                        </a:blip>
                        <a:stretch>
                          <a:fillRect/>
                        </a:stretch>
                      </p:blipFill>
                      <p:spPr>
                        <a:xfrm>
                          <a:off x="1981" y="2741"/>
                          <a:ext cx="274" cy="402"/>
                        </a:xfrm>
                        <a:prstGeom prst="rect">
                          <a:avLst/>
                        </a:prstGeom>
                        <a:noFill/>
                        <a:ln w="38100">
                          <a:noFill/>
                          <a:miter/>
                        </a:ln>
                      </p:spPr>
                    </p:pic>
                  </p:oleObj>
                </mc:Fallback>
              </mc:AlternateContent>
            </a:graphicData>
          </a:graphic>
        </p:graphicFrame>
        <p:graphicFrame>
          <p:nvGraphicFramePr>
            <p:cNvPr id="52232" name="Object 23"/>
            <p:cNvGraphicFramePr/>
            <p:nvPr/>
          </p:nvGraphicFramePr>
          <p:xfrm>
            <a:off x="204" y="2243"/>
            <a:ext cx="274" cy="401"/>
          </p:xfrm>
          <a:graphic>
            <a:graphicData uri="http://schemas.openxmlformats.org/presentationml/2006/ole">
              <mc:AlternateContent xmlns:mc="http://schemas.openxmlformats.org/markup-compatibility/2006">
                <mc:Choice xmlns:v="urn:schemas-microsoft-com:vml" Requires="v">
                  <p:oleObj spid="_x0000_s3415" name="" r:id="rId14" imgW="203200" imgH="292100" progId="Equation.3">
                    <p:embed/>
                  </p:oleObj>
                </mc:Choice>
                <mc:Fallback>
                  <p:oleObj name="" r:id="rId14" imgW="203200" imgH="292100" progId="Equation.3">
                    <p:embed/>
                    <p:pic>
                      <p:nvPicPr>
                        <p:cNvPr id="0" name="图片 3414"/>
                        <p:cNvPicPr/>
                        <p:nvPr/>
                      </p:nvPicPr>
                      <p:blipFill>
                        <a:blip r:embed="rId15">
                          <a:clrChange>
                            <a:clrFrom>
                              <a:srgbClr val="000000"/>
                            </a:clrFrom>
                            <a:clrTo>
                              <a:srgbClr val="FFFFFF"/>
                            </a:clrTo>
                          </a:clrChange>
                        </a:blip>
                        <a:stretch>
                          <a:fillRect/>
                        </a:stretch>
                      </p:blipFill>
                      <p:spPr>
                        <a:xfrm>
                          <a:off x="204" y="2243"/>
                          <a:ext cx="274" cy="401"/>
                        </a:xfrm>
                        <a:prstGeom prst="rect">
                          <a:avLst/>
                        </a:prstGeom>
                        <a:noFill/>
                        <a:ln w="38100">
                          <a:noFill/>
                          <a:miter/>
                        </a:ln>
                      </p:spPr>
                    </p:pic>
                  </p:oleObj>
                </mc:Fallback>
              </mc:AlternateContent>
            </a:graphicData>
          </a:graphic>
        </p:graphicFrame>
        <p:sp>
          <p:nvSpPr>
            <p:cNvPr id="52264" name="Arc 27"/>
            <p:cNvSpPr/>
            <p:nvPr/>
          </p:nvSpPr>
          <p:spPr>
            <a:xfrm rot="-6957812" flipV="1">
              <a:off x="1359" y="2366"/>
              <a:ext cx="176" cy="218"/>
            </a:xfrm>
            <a:custGeom>
              <a:avLst/>
              <a:gdLst>
                <a:gd name="txL" fmla="*/ 0 w 28911"/>
                <a:gd name="txT" fmla="*/ 0 h 21600"/>
                <a:gd name="txR" fmla="*/ 28911 w 28911"/>
                <a:gd name="txB" fmla="*/ 21600 h 21600"/>
              </a:gdLst>
              <a:ahLst/>
              <a:cxnLst>
                <a:cxn ang="0">
                  <a:pos x="0" y="1"/>
                </a:cxn>
                <a:cxn ang="0">
                  <a:pos x="1" y="0"/>
                </a:cxn>
                <a:cxn ang="0">
                  <a:pos x="1" y="2"/>
                </a:cxn>
              </a:cxnLst>
              <a:rect l="txL" t="txT" r="txR" b="txB"/>
              <a:pathLst>
                <a:path w="28911" h="21600" fill="none">
                  <a:moveTo>
                    <a:pt x="-1" y="11314"/>
                  </a:moveTo>
                  <a:cubicBezTo>
                    <a:pt x="3774" y="4343"/>
                    <a:pt x="11065" y="-1"/>
                    <a:pt x="18994" y="0"/>
                  </a:cubicBezTo>
                  <a:cubicBezTo>
                    <a:pt x="22444" y="0"/>
                    <a:pt x="25845" y="826"/>
                    <a:pt x="28910" y="2411"/>
                  </a:cubicBezTo>
                </a:path>
                <a:path w="28911" h="21600" stroke="0">
                  <a:moveTo>
                    <a:pt x="-1" y="11314"/>
                  </a:moveTo>
                  <a:cubicBezTo>
                    <a:pt x="3774" y="4343"/>
                    <a:pt x="11065" y="-1"/>
                    <a:pt x="18994" y="0"/>
                  </a:cubicBezTo>
                  <a:cubicBezTo>
                    <a:pt x="22444" y="0"/>
                    <a:pt x="25845" y="826"/>
                    <a:pt x="28910" y="2411"/>
                  </a:cubicBezTo>
                  <a:lnTo>
                    <a:pt x="18994" y="21600"/>
                  </a:lnTo>
                  <a:close/>
                </a:path>
              </a:pathLst>
            </a:custGeom>
            <a:noFill/>
            <a:ln w="28575" cap="flat" cmpd="sng">
              <a:solidFill>
                <a:srgbClr val="66FF33"/>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2265" name="Line 42"/>
            <p:cNvSpPr/>
            <p:nvPr/>
          </p:nvSpPr>
          <p:spPr>
            <a:xfrm>
              <a:off x="1156" y="2341"/>
              <a:ext cx="817" cy="590"/>
            </a:xfrm>
            <a:prstGeom prst="line">
              <a:avLst/>
            </a:prstGeom>
            <a:ln w="28575" cap="flat" cmpd="sng">
              <a:solidFill>
                <a:srgbClr val="FF3300"/>
              </a:solidFill>
              <a:prstDash val="solid"/>
              <a:headEnd type="none" w="med" len="med"/>
              <a:tailEnd type="triangle" w="med" len="med"/>
            </a:ln>
          </p:spPr>
        </p:sp>
        <p:sp>
          <p:nvSpPr>
            <p:cNvPr id="52266" name="Line 43"/>
            <p:cNvSpPr/>
            <p:nvPr/>
          </p:nvSpPr>
          <p:spPr>
            <a:xfrm flipH="1">
              <a:off x="204" y="2341"/>
              <a:ext cx="952" cy="409"/>
            </a:xfrm>
            <a:prstGeom prst="line">
              <a:avLst/>
            </a:prstGeom>
            <a:ln w="28575" cap="flat" cmpd="sng">
              <a:solidFill>
                <a:srgbClr val="FF3300"/>
              </a:solidFill>
              <a:prstDash val="solid"/>
              <a:headEnd type="none" w="med" len="med"/>
              <a:tailEnd type="triangle" w="med" len="med"/>
            </a:ln>
          </p:spPr>
        </p:sp>
        <p:sp>
          <p:nvSpPr>
            <p:cNvPr id="52267" name="Arc 55"/>
            <p:cNvSpPr/>
            <p:nvPr/>
          </p:nvSpPr>
          <p:spPr>
            <a:xfrm flipH="1" flipV="1">
              <a:off x="884" y="2478"/>
              <a:ext cx="136" cy="91"/>
            </a:xfrm>
            <a:custGeom>
              <a:avLst/>
              <a:gdLst>
                <a:gd name="txL" fmla="*/ 0 w 21600"/>
                <a:gd name="txT" fmla="*/ 0 h 21600"/>
                <a:gd name="txR" fmla="*/ 21600 w 21600"/>
                <a:gd name="txB" fmla="*/ 21600 h 21600"/>
              </a:gdLst>
              <a:ahLst/>
              <a:cxnLst>
                <a:cxn ang="0">
                  <a:pos x="0" y="0"/>
                </a:cxn>
                <a:cxn ang="0">
                  <a:pos x="1"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28575" cap="flat" cmpd="sng">
              <a:solidFill>
                <a:srgbClr val="66FF33"/>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grpSp>
      <p:grpSp>
        <p:nvGrpSpPr>
          <p:cNvPr id="6" name="Group 63"/>
          <p:cNvGrpSpPr/>
          <p:nvPr/>
        </p:nvGrpSpPr>
        <p:grpSpPr>
          <a:xfrm>
            <a:off x="1547813" y="4365625"/>
            <a:ext cx="3619500" cy="2136775"/>
            <a:chOff x="385" y="2296"/>
            <a:chExt cx="2280" cy="1346"/>
          </a:xfrm>
        </p:grpSpPr>
        <p:sp>
          <p:nvSpPr>
            <p:cNvPr id="52254" name="Arc 32"/>
            <p:cNvSpPr/>
            <p:nvPr/>
          </p:nvSpPr>
          <p:spPr>
            <a:xfrm rot="-3267417">
              <a:off x="1053" y="2580"/>
              <a:ext cx="81" cy="238"/>
            </a:xfrm>
            <a:custGeom>
              <a:avLst/>
              <a:gdLst>
                <a:gd name="txL" fmla="*/ 0 w 21600"/>
                <a:gd name="txT" fmla="*/ 0 h 21980"/>
                <a:gd name="txR" fmla="*/ 21600 w 21600"/>
                <a:gd name="txB" fmla="*/ 21980 h 21980"/>
              </a:gdLst>
              <a:ahLst/>
              <a:cxnLst>
                <a:cxn ang="0">
                  <a:pos x="0" y="3"/>
                </a:cxn>
                <a:cxn ang="0">
                  <a:pos x="0" y="0"/>
                </a:cxn>
                <a:cxn ang="0">
                  <a:pos x="0" y="2"/>
                </a:cxn>
              </a:cxnLst>
              <a:rect l="txL" t="txT" r="txR" b="txB"/>
              <a:pathLst>
                <a:path w="21600" h="21980" fill="none">
                  <a:moveTo>
                    <a:pt x="200" y="21979"/>
                  </a:moveTo>
                  <a:cubicBezTo>
                    <a:pt x="66" y="21007"/>
                    <a:pt x="0" y="20026"/>
                    <a:pt x="0" y="19045"/>
                  </a:cubicBezTo>
                  <a:cubicBezTo>
                    <a:pt x="-1" y="11078"/>
                    <a:pt x="4385" y="3758"/>
                    <a:pt x="11409" y="-1"/>
                  </a:cubicBezTo>
                </a:path>
                <a:path w="21600" h="21980" stroke="0">
                  <a:moveTo>
                    <a:pt x="200" y="21979"/>
                  </a:moveTo>
                  <a:cubicBezTo>
                    <a:pt x="66" y="21007"/>
                    <a:pt x="0" y="20026"/>
                    <a:pt x="0" y="19045"/>
                  </a:cubicBezTo>
                  <a:cubicBezTo>
                    <a:pt x="-1" y="11078"/>
                    <a:pt x="4385" y="3758"/>
                    <a:pt x="11409" y="-1"/>
                  </a:cubicBezTo>
                  <a:lnTo>
                    <a:pt x="21600" y="19045"/>
                  </a:lnTo>
                  <a:close/>
                </a:path>
              </a:pathLst>
            </a:custGeom>
            <a:noFill/>
            <a:ln w="28575" cap="flat" cmpd="sng">
              <a:solidFill>
                <a:srgbClr val="66FF33"/>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2255" name="Line 47"/>
            <p:cNvSpPr/>
            <p:nvPr/>
          </p:nvSpPr>
          <p:spPr>
            <a:xfrm>
              <a:off x="1202" y="2341"/>
              <a:ext cx="1043" cy="363"/>
            </a:xfrm>
            <a:prstGeom prst="line">
              <a:avLst/>
            </a:prstGeom>
            <a:ln w="28575" cap="flat" cmpd="sng">
              <a:solidFill>
                <a:srgbClr val="00FFFF"/>
              </a:solidFill>
              <a:prstDash val="solid"/>
              <a:headEnd type="none" w="med" len="med"/>
              <a:tailEnd type="triangle" w="med" len="med"/>
            </a:ln>
          </p:spPr>
        </p:sp>
        <p:graphicFrame>
          <p:nvGraphicFramePr>
            <p:cNvPr id="7" name="Object 48"/>
            <p:cNvGraphicFramePr/>
            <p:nvPr/>
          </p:nvGraphicFramePr>
          <p:xfrm>
            <a:off x="1148" y="3240"/>
            <a:ext cx="411" cy="402"/>
          </p:xfrm>
          <a:graphic>
            <a:graphicData uri="http://schemas.openxmlformats.org/presentationml/2006/ole">
              <mc:AlternateContent xmlns:mc="http://schemas.openxmlformats.org/markup-compatibility/2006">
                <mc:Choice xmlns:v="urn:schemas-microsoft-com:vml" Requires="v">
                  <p:oleObj spid="_x0000_s3417" name="" r:id="rId16" imgW="304800" imgH="292100" progId="Equation.3">
                    <p:embed/>
                  </p:oleObj>
                </mc:Choice>
                <mc:Fallback>
                  <p:oleObj name="" r:id="rId16" imgW="304800" imgH="292100" progId="Equation.3">
                    <p:embed/>
                    <p:pic>
                      <p:nvPicPr>
                        <p:cNvPr id="0" name="图片 3416"/>
                        <p:cNvPicPr/>
                        <p:nvPr/>
                      </p:nvPicPr>
                      <p:blipFill>
                        <a:blip r:embed="rId17">
                          <a:clrChange>
                            <a:clrFrom>
                              <a:srgbClr val="000000"/>
                            </a:clrFrom>
                            <a:clrTo>
                              <a:srgbClr val="FFFFFF"/>
                            </a:clrTo>
                          </a:clrChange>
                        </a:blip>
                        <a:stretch>
                          <a:fillRect/>
                        </a:stretch>
                      </p:blipFill>
                      <p:spPr>
                        <a:xfrm>
                          <a:off x="1148" y="3240"/>
                          <a:ext cx="411" cy="402"/>
                        </a:xfrm>
                        <a:prstGeom prst="rect">
                          <a:avLst/>
                        </a:prstGeom>
                        <a:noFill/>
                        <a:ln w="38100">
                          <a:noFill/>
                          <a:miter/>
                        </a:ln>
                      </p:spPr>
                    </p:pic>
                  </p:oleObj>
                </mc:Fallback>
              </mc:AlternateContent>
            </a:graphicData>
          </a:graphic>
        </p:graphicFrame>
        <p:sp>
          <p:nvSpPr>
            <p:cNvPr id="52256" name="Arc 49"/>
            <p:cNvSpPr/>
            <p:nvPr/>
          </p:nvSpPr>
          <p:spPr>
            <a:xfrm>
              <a:off x="1746" y="2341"/>
              <a:ext cx="45" cy="182"/>
            </a:xfrm>
            <a:custGeom>
              <a:avLst/>
              <a:gdLst>
                <a:gd name="txL" fmla="*/ 0 w 21600"/>
                <a:gd name="txT" fmla="*/ 0 h 31911"/>
                <a:gd name="txR" fmla="*/ 21600 w 21600"/>
                <a:gd name="txB" fmla="*/ 31911 h 31911"/>
              </a:gdLst>
              <a:ahLst/>
              <a:cxnLst>
                <a:cxn ang="0">
                  <a:pos x="0" y="0"/>
                </a:cxn>
                <a:cxn ang="0">
                  <a:pos x="0" y="1"/>
                </a:cxn>
                <a:cxn ang="0">
                  <a:pos x="0" y="1"/>
                </a:cxn>
              </a:cxnLst>
              <a:rect l="txL" t="txT" r="txR" b="txB"/>
              <a:pathLst>
                <a:path w="21600" h="31911" fill="none">
                  <a:moveTo>
                    <a:pt x="-1" y="0"/>
                  </a:moveTo>
                  <a:cubicBezTo>
                    <a:pt x="11929" y="0"/>
                    <a:pt x="21600" y="9670"/>
                    <a:pt x="21600" y="21600"/>
                  </a:cubicBezTo>
                  <a:cubicBezTo>
                    <a:pt x="21600" y="25201"/>
                    <a:pt x="20699" y="28746"/>
                    <a:pt x="18980" y="31911"/>
                  </a:cubicBezTo>
                </a:path>
                <a:path w="21600" h="31911" stroke="0">
                  <a:moveTo>
                    <a:pt x="-1" y="0"/>
                  </a:moveTo>
                  <a:cubicBezTo>
                    <a:pt x="11929" y="0"/>
                    <a:pt x="21600" y="9670"/>
                    <a:pt x="21600" y="21600"/>
                  </a:cubicBezTo>
                  <a:cubicBezTo>
                    <a:pt x="21600" y="25201"/>
                    <a:pt x="20699" y="28746"/>
                    <a:pt x="18980" y="31911"/>
                  </a:cubicBezTo>
                  <a:lnTo>
                    <a:pt x="0" y="21600"/>
                  </a:lnTo>
                  <a:close/>
                </a:path>
              </a:pathLst>
            </a:custGeom>
            <a:noFill/>
            <a:ln w="28575" cap="flat" cmpd="sng">
              <a:solidFill>
                <a:srgbClr val="66FF33"/>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8" name="Rectangle 50"/>
            <p:cNvSpPr/>
            <p:nvPr/>
          </p:nvSpPr>
          <p:spPr>
            <a:xfrm>
              <a:off x="839" y="2750"/>
              <a:ext cx="481" cy="288"/>
            </a:xfrm>
            <a:prstGeom prst="rect">
              <a:avLst/>
            </a:prstGeom>
            <a:noFill/>
            <a:ln w="28575">
              <a:noFill/>
            </a:ln>
          </p:spPr>
          <p:txBody>
            <a:bodyPr wrap="none">
              <a:spAutoFit/>
            </a:bodyPr>
            <a:p>
              <a:r>
                <a:rPr lang="en-US" altLang="zh-CN" sz="24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30</a:t>
              </a:r>
              <a:r>
                <a:rPr lang="en-US" altLang="zh-CN" sz="24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endParaRPr lang="en-US" altLang="zh-CN" sz="2400"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graphicFrame>
          <p:nvGraphicFramePr>
            <p:cNvPr id="9" name="Object 51"/>
            <p:cNvGraphicFramePr/>
            <p:nvPr/>
          </p:nvGraphicFramePr>
          <p:xfrm>
            <a:off x="2237" y="2514"/>
            <a:ext cx="428" cy="402"/>
          </p:xfrm>
          <a:graphic>
            <a:graphicData uri="http://schemas.openxmlformats.org/presentationml/2006/ole">
              <mc:AlternateContent xmlns:mc="http://schemas.openxmlformats.org/markup-compatibility/2006">
                <mc:Choice xmlns:v="urn:schemas-microsoft-com:vml" Requires="v">
                  <p:oleObj spid="_x0000_s3424" name="" r:id="rId18" imgW="317500" imgH="292100" progId="Equation.3">
                    <p:embed/>
                  </p:oleObj>
                </mc:Choice>
                <mc:Fallback>
                  <p:oleObj name="" r:id="rId18" imgW="317500" imgH="292100" progId="Equation.3">
                    <p:embed/>
                    <p:pic>
                      <p:nvPicPr>
                        <p:cNvPr id="0" name="图片 3423"/>
                        <p:cNvPicPr/>
                        <p:nvPr/>
                      </p:nvPicPr>
                      <p:blipFill>
                        <a:blip r:embed="rId19">
                          <a:clrChange>
                            <a:clrFrom>
                              <a:srgbClr val="000000"/>
                            </a:clrFrom>
                            <a:clrTo>
                              <a:srgbClr val="FFFFFF"/>
                            </a:clrTo>
                          </a:clrChange>
                        </a:blip>
                        <a:stretch>
                          <a:fillRect/>
                        </a:stretch>
                      </p:blipFill>
                      <p:spPr>
                        <a:xfrm>
                          <a:off x="2237" y="2514"/>
                          <a:ext cx="428" cy="402"/>
                        </a:xfrm>
                        <a:prstGeom prst="rect">
                          <a:avLst/>
                        </a:prstGeom>
                        <a:noFill/>
                        <a:ln w="38100">
                          <a:noFill/>
                          <a:miter/>
                        </a:ln>
                      </p:spPr>
                    </p:pic>
                  </p:oleObj>
                </mc:Fallback>
              </mc:AlternateContent>
            </a:graphicData>
          </a:graphic>
        </p:graphicFrame>
        <p:sp>
          <p:nvSpPr>
            <p:cNvPr id="52258" name="Line 52"/>
            <p:cNvSpPr/>
            <p:nvPr/>
          </p:nvSpPr>
          <p:spPr>
            <a:xfrm>
              <a:off x="1156" y="2341"/>
              <a:ext cx="0" cy="1089"/>
            </a:xfrm>
            <a:prstGeom prst="line">
              <a:avLst/>
            </a:prstGeom>
            <a:ln w="28575" cap="flat" cmpd="sng">
              <a:solidFill>
                <a:srgbClr val="00FFFF"/>
              </a:solidFill>
              <a:prstDash val="solid"/>
              <a:headEnd type="none" w="med" len="med"/>
              <a:tailEnd type="triangle" w="med" len="med"/>
            </a:ln>
          </p:spPr>
        </p:sp>
        <p:sp>
          <p:nvSpPr>
            <p:cNvPr id="52259" name="Rectangle 53"/>
            <p:cNvSpPr/>
            <p:nvPr/>
          </p:nvSpPr>
          <p:spPr>
            <a:xfrm>
              <a:off x="1791" y="2296"/>
              <a:ext cx="481" cy="288"/>
            </a:xfrm>
            <a:prstGeom prst="rect">
              <a:avLst/>
            </a:prstGeom>
            <a:noFill/>
            <a:ln w="28575">
              <a:noFill/>
            </a:ln>
          </p:spPr>
          <p:txBody>
            <a:bodyPr wrap="none">
              <a:spAutoFit/>
            </a:bodyPr>
            <a:p>
              <a:r>
                <a:rPr lang="en-US" altLang="zh-CN" sz="24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30</a:t>
              </a:r>
              <a:r>
                <a:rPr lang="en-US" altLang="zh-CN" sz="24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endParaRPr lang="en-US" altLang="zh-CN" sz="2400"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10" name="Rectangle 56"/>
            <p:cNvSpPr/>
            <p:nvPr/>
          </p:nvSpPr>
          <p:spPr>
            <a:xfrm>
              <a:off x="1882" y="2614"/>
              <a:ext cx="344" cy="288"/>
            </a:xfrm>
            <a:prstGeom prst="rect">
              <a:avLst/>
            </a:prstGeom>
            <a:noFill/>
            <a:ln w="28575">
              <a:noFill/>
            </a:ln>
          </p:spPr>
          <p:txBody>
            <a:bodyPr wrap="none">
              <a:spAutoFit/>
            </a:bodyPr>
            <a:p>
              <a:r>
                <a:rPr lang="en-US" altLang="zh-CN" sz="24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2400"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1</a:t>
              </a:r>
              <a:endParaRPr lang="en-US" altLang="zh-CN" sz="2400"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52261" name="Arc 58"/>
            <p:cNvSpPr/>
            <p:nvPr/>
          </p:nvSpPr>
          <p:spPr>
            <a:xfrm flipV="1">
              <a:off x="1746" y="2568"/>
              <a:ext cx="91" cy="181"/>
            </a:xfrm>
            <a:custGeom>
              <a:avLst/>
              <a:gdLst>
                <a:gd name="txL" fmla="*/ 0 w 21600"/>
                <a:gd name="txT" fmla="*/ 0 h 21600"/>
                <a:gd name="txR" fmla="*/ 21600 w 21600"/>
                <a:gd name="txB" fmla="*/ 21600 h 21600"/>
              </a:gdLst>
              <a:ahLst/>
              <a:cxnLst>
                <a:cxn ang="0">
                  <a:pos x="0" y="0"/>
                </a:cxn>
                <a:cxn ang="0">
                  <a:pos x="0" y="2"/>
                </a:cxn>
                <a:cxn ang="0">
                  <a:pos x="0" y="2"/>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2262" name="Arc 59"/>
            <p:cNvSpPr/>
            <p:nvPr/>
          </p:nvSpPr>
          <p:spPr>
            <a:xfrm rot="10800000">
              <a:off x="567" y="2614"/>
              <a:ext cx="589" cy="515"/>
            </a:xfrm>
            <a:custGeom>
              <a:avLst/>
              <a:gdLst>
                <a:gd name="txL" fmla="*/ 0 w 21600"/>
                <a:gd name="txT" fmla="*/ 0 h 22287"/>
                <a:gd name="txR" fmla="*/ 21600 w 21600"/>
                <a:gd name="txB" fmla="*/ 22287 h 22287"/>
              </a:gdLst>
              <a:ahLst/>
              <a:cxnLst>
                <a:cxn ang="0">
                  <a:pos x="0" y="0"/>
                </a:cxn>
                <a:cxn ang="0">
                  <a:pos x="16" y="12"/>
                </a:cxn>
                <a:cxn ang="0">
                  <a:pos x="0" y="12"/>
                </a:cxn>
              </a:cxnLst>
              <a:rect l="txL" t="txT" r="txR" b="txB"/>
              <a:pathLst>
                <a:path w="21600" h="22287" fill="none">
                  <a:moveTo>
                    <a:pt x="-1" y="0"/>
                  </a:moveTo>
                  <a:cubicBezTo>
                    <a:pt x="11929" y="0"/>
                    <a:pt x="21600" y="9670"/>
                    <a:pt x="21600" y="21600"/>
                  </a:cubicBezTo>
                  <a:cubicBezTo>
                    <a:pt x="21600" y="21829"/>
                    <a:pt x="21596" y="22058"/>
                    <a:pt x="21589" y="22287"/>
                  </a:cubicBezTo>
                </a:path>
                <a:path w="21600" h="22287" stroke="0">
                  <a:moveTo>
                    <a:pt x="-1" y="0"/>
                  </a:moveTo>
                  <a:cubicBezTo>
                    <a:pt x="11929" y="0"/>
                    <a:pt x="21600" y="9670"/>
                    <a:pt x="21600" y="21600"/>
                  </a:cubicBezTo>
                  <a:cubicBezTo>
                    <a:pt x="21600" y="21829"/>
                    <a:pt x="21596" y="22058"/>
                    <a:pt x="21589" y="22287"/>
                  </a:cubicBezTo>
                  <a:lnTo>
                    <a:pt x="0" y="21600"/>
                  </a:lnTo>
                  <a:close/>
                </a:path>
              </a:pathLst>
            </a:custGeom>
            <a:noFill/>
            <a:ln w="28575" cap="flat" cmpd="sng">
              <a:solidFill>
                <a:srgbClr val="FF9900"/>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2263" name="Rectangle 60"/>
            <p:cNvSpPr/>
            <p:nvPr/>
          </p:nvSpPr>
          <p:spPr>
            <a:xfrm>
              <a:off x="385" y="2750"/>
              <a:ext cx="408" cy="288"/>
            </a:xfrm>
            <a:prstGeom prst="rect">
              <a:avLst/>
            </a:prstGeom>
            <a:noFill/>
            <a:ln w="28575">
              <a:noFill/>
            </a:ln>
          </p:spPr>
          <p:txBody>
            <a:bodyPr>
              <a:spAutoFit/>
            </a:bodyPr>
            <a:p>
              <a:r>
                <a:rPr lang="en-US" altLang="zh-CN" sz="24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sz="2400"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2</a:t>
              </a:r>
              <a:r>
                <a:rPr lang="en-US" altLang="zh-CN" sz="24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endParaRPr lang="en-US" altLang="zh-CN" sz="2400"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grpSp>
      <p:sp>
        <p:nvSpPr>
          <p:cNvPr id="52292" name="Line 68"/>
          <p:cNvSpPr/>
          <p:nvPr/>
        </p:nvSpPr>
        <p:spPr>
          <a:xfrm flipH="1" flipV="1">
            <a:off x="1331913" y="3538538"/>
            <a:ext cx="1511300" cy="863600"/>
          </a:xfrm>
          <a:prstGeom prst="line">
            <a:avLst/>
          </a:prstGeom>
          <a:ln w="28575" cap="flat" cmpd="sng">
            <a:solidFill>
              <a:srgbClr val="00FFFF"/>
            </a:solidFill>
            <a:prstDash val="dash"/>
            <a:headEnd type="none" w="med" len="med"/>
            <a:tailEnd type="none" w="med" len="med"/>
          </a:ln>
        </p:spPr>
      </p:sp>
      <p:grpSp>
        <p:nvGrpSpPr>
          <p:cNvPr id="52245" name="Group 88"/>
          <p:cNvGrpSpPr/>
          <p:nvPr/>
        </p:nvGrpSpPr>
        <p:grpSpPr>
          <a:xfrm>
            <a:off x="8316913" y="6445250"/>
            <a:ext cx="792162" cy="366713"/>
            <a:chOff x="5193" y="4020"/>
            <a:chExt cx="499" cy="231"/>
          </a:xfrm>
        </p:grpSpPr>
        <p:pic>
          <p:nvPicPr>
            <p:cNvPr id="52252" name="Picture 89" descr="78900"/>
            <p:cNvPicPr>
              <a:picLocks noChangeAspect="1"/>
            </p:cNvPicPr>
            <p:nvPr/>
          </p:nvPicPr>
          <p:blipFill>
            <a:blip r:embed="rId20"/>
            <a:stretch>
              <a:fillRect/>
            </a:stretch>
          </p:blipFill>
          <p:spPr>
            <a:xfrm>
              <a:off x="5193" y="4066"/>
              <a:ext cx="499" cy="181"/>
            </a:xfrm>
            <a:prstGeom prst="rect">
              <a:avLst/>
            </a:prstGeom>
            <a:noFill/>
            <a:ln w="9525">
              <a:noFill/>
            </a:ln>
          </p:spPr>
        </p:pic>
        <p:sp>
          <p:nvSpPr>
            <p:cNvPr id="52253" name="Text Box 90">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2246" name="Group 91"/>
          <p:cNvGrpSpPr/>
          <p:nvPr/>
        </p:nvGrpSpPr>
        <p:grpSpPr>
          <a:xfrm>
            <a:off x="7451725" y="6445250"/>
            <a:ext cx="792163" cy="366713"/>
            <a:chOff x="5193" y="4020"/>
            <a:chExt cx="499" cy="231"/>
          </a:xfrm>
        </p:grpSpPr>
        <p:pic>
          <p:nvPicPr>
            <p:cNvPr id="52250" name="Picture 92" descr="78900"/>
            <p:cNvPicPr>
              <a:picLocks noChangeAspect="1"/>
            </p:cNvPicPr>
            <p:nvPr/>
          </p:nvPicPr>
          <p:blipFill>
            <a:blip r:embed="rId20"/>
            <a:stretch>
              <a:fillRect/>
            </a:stretch>
          </p:blipFill>
          <p:spPr>
            <a:xfrm>
              <a:off x="5193" y="4066"/>
              <a:ext cx="499" cy="181"/>
            </a:xfrm>
            <a:prstGeom prst="rect">
              <a:avLst/>
            </a:prstGeom>
            <a:noFill/>
            <a:ln w="9525">
              <a:noFill/>
            </a:ln>
          </p:spPr>
        </p:pic>
        <p:sp>
          <p:nvSpPr>
            <p:cNvPr id="52251" name="Text Box 93">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2247" name="Group 94"/>
          <p:cNvGrpSpPr/>
          <p:nvPr/>
        </p:nvGrpSpPr>
        <p:grpSpPr>
          <a:xfrm>
            <a:off x="6588125" y="6446838"/>
            <a:ext cx="792163" cy="366712"/>
            <a:chOff x="4695" y="4061"/>
            <a:chExt cx="499" cy="231"/>
          </a:xfrm>
        </p:grpSpPr>
        <p:pic>
          <p:nvPicPr>
            <p:cNvPr id="52248" name="Picture 95" descr="78900"/>
            <p:cNvPicPr>
              <a:picLocks noChangeAspect="1"/>
            </p:cNvPicPr>
            <p:nvPr/>
          </p:nvPicPr>
          <p:blipFill>
            <a:blip r:embed="rId20"/>
            <a:stretch>
              <a:fillRect/>
            </a:stretch>
          </p:blipFill>
          <p:spPr>
            <a:xfrm>
              <a:off x="4695" y="4107"/>
              <a:ext cx="499" cy="181"/>
            </a:xfrm>
            <a:prstGeom prst="rect">
              <a:avLst/>
            </a:prstGeom>
            <a:noFill/>
            <a:ln w="9525">
              <a:noFill/>
            </a:ln>
          </p:spPr>
        </p:pic>
        <p:sp>
          <p:nvSpPr>
            <p:cNvPr id="52249" name="Text Box 96">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2227"/>
                                        </p:tgtEl>
                                        <p:attrNameLst>
                                          <p:attrName>style.visibility</p:attrName>
                                        </p:attrNameLst>
                                      </p:cBhvr>
                                      <p:to>
                                        <p:strVal val="visible"/>
                                      </p:to>
                                    </p:set>
                                    <p:anim calcmode="lin" valueType="num">
                                      <p:cBhvr additive="base">
                                        <p:cTn id="7" dur="500" fill="hold"/>
                                        <p:tgtEl>
                                          <p:spTgt spid="52227"/>
                                        </p:tgtEl>
                                        <p:attrNameLst>
                                          <p:attrName>ppt_x</p:attrName>
                                        </p:attrNameLst>
                                      </p:cBhvr>
                                      <p:tavLst>
                                        <p:tav tm="0">
                                          <p:val>
                                            <p:strVal val="0-#ppt_w/2"/>
                                          </p:val>
                                        </p:tav>
                                        <p:tav tm="100000">
                                          <p:val>
                                            <p:strVal val="#ppt_x"/>
                                          </p:val>
                                        </p:tav>
                                      </p:tavLst>
                                    </p:anim>
                                    <p:anim calcmode="lin" valueType="num">
                                      <p:cBhvr additive="base">
                                        <p:cTn id="8" dur="500" fill="hold"/>
                                        <p:tgtEl>
                                          <p:spTgt spid="5222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52230"/>
                                        </p:tgtEl>
                                        <p:attrNameLst>
                                          <p:attrName>style.visibility</p:attrName>
                                        </p:attrNameLst>
                                      </p:cBhvr>
                                      <p:to>
                                        <p:strVal val="visible"/>
                                      </p:to>
                                    </p:set>
                                    <p:animEffect transition="in" filter="wipe(left)">
                                      <p:cBhvr>
                                        <p:cTn id="13" dur="2000"/>
                                        <p:tgtEl>
                                          <p:spTgt spid="52230"/>
                                        </p:tgtEl>
                                      </p:cBhvr>
                                    </p:animEffect>
                                  </p:childTnLst>
                                </p:cTn>
                              </p:par>
                            </p:childTnLst>
                          </p:cTn>
                        </p:par>
                        <p:par>
                          <p:cTn id="14" fill="hold">
                            <p:stCondLst>
                              <p:cond delay="2000"/>
                            </p:stCondLst>
                            <p:childTnLst>
                              <p:par>
                                <p:cTn id="15" presetID="23" presetClass="entr" presetSubtype="16"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1000" fill="hold"/>
                                        <p:tgtEl>
                                          <p:spTgt spid="2"/>
                                        </p:tgtEl>
                                        <p:attrNameLst>
                                          <p:attrName>ppt_w</p:attrName>
                                        </p:attrNameLst>
                                      </p:cBhvr>
                                      <p:tavLst>
                                        <p:tav tm="0">
                                          <p:val>
                                            <p:fltVal val="0.000000"/>
                                          </p:val>
                                        </p:tav>
                                        <p:tav tm="100000">
                                          <p:val>
                                            <p:strVal val="#ppt_w"/>
                                          </p:val>
                                        </p:tav>
                                      </p:tavLst>
                                    </p:anim>
                                    <p:anim calcmode="lin" valueType="num">
                                      <p:cBhvr>
                                        <p:cTn id="18" dur="10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52228"/>
                                        </p:tgtEl>
                                        <p:attrNameLst>
                                          <p:attrName>style.visibility</p:attrName>
                                        </p:attrNameLst>
                                      </p:cBhvr>
                                      <p:to>
                                        <p:strVal val="visible"/>
                                      </p:to>
                                    </p:set>
                                    <p:animEffect transition="in" filter="slide(fromBottom)">
                                      <p:cBhvr>
                                        <p:cTn id="23" dur="2000"/>
                                        <p:tgtEl>
                                          <p:spTgt spid="52228"/>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nodeType="clickEffect">
                                  <p:stCondLst>
                                    <p:cond delay="0"/>
                                  </p:stCondLst>
                                  <p:childTnLst>
                                    <p:set>
                                      <p:cBhvr>
                                        <p:cTn id="27" dur="1" fill="hold">
                                          <p:stCondLst>
                                            <p:cond delay="0"/>
                                          </p:stCondLst>
                                        </p:cTn>
                                        <p:tgtEl>
                                          <p:spTgt spid="52231"/>
                                        </p:tgtEl>
                                        <p:attrNameLst>
                                          <p:attrName>style.visibility</p:attrName>
                                        </p:attrNameLst>
                                      </p:cBhvr>
                                      <p:to>
                                        <p:strVal val="visible"/>
                                      </p:to>
                                    </p:set>
                                    <p:animEffect transition="in" filter="slide(fromBottom)">
                                      <p:cBhvr>
                                        <p:cTn id="28" dur="2000"/>
                                        <p:tgtEl>
                                          <p:spTgt spid="52231"/>
                                        </p:tgtEl>
                                      </p:cBhvr>
                                    </p:animEffect>
                                  </p:childTnLst>
                                </p:cTn>
                              </p:par>
                            </p:childTnLst>
                          </p:cTn>
                        </p:par>
                        <p:par>
                          <p:cTn id="29" fill="hold">
                            <p:stCondLst>
                              <p:cond delay="2000"/>
                            </p:stCondLst>
                            <p:childTnLst>
                              <p:par>
                                <p:cTn id="30" presetID="22" presetClass="entr" presetSubtype="2" fill="hold" nodeType="after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right)">
                                      <p:cBhvr>
                                        <p:cTn id="32" dur="20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right)">
                                      <p:cBhvr>
                                        <p:cTn id="37" dur="2000"/>
                                        <p:tgtEl>
                                          <p:spTgt spid="6"/>
                                        </p:tgtEl>
                                      </p:cBhvr>
                                    </p:animEffect>
                                  </p:childTnLst>
                                </p:cTn>
                              </p:par>
                            </p:childTnLst>
                          </p:cTn>
                        </p:par>
                        <p:par>
                          <p:cTn id="38" fill="hold">
                            <p:stCondLst>
                              <p:cond delay="2000"/>
                            </p:stCondLst>
                            <p:childTnLst>
                              <p:par>
                                <p:cTn id="39" presetID="22" presetClass="entr" presetSubtype="4" fill="hold" nodeType="afterEffect">
                                  <p:stCondLst>
                                    <p:cond delay="0"/>
                                  </p:stCondLst>
                                  <p:childTnLst>
                                    <p:set>
                                      <p:cBhvr>
                                        <p:cTn id="40" dur="1" fill="hold">
                                          <p:stCondLst>
                                            <p:cond delay="0"/>
                                          </p:stCondLst>
                                        </p:cTn>
                                        <p:tgtEl>
                                          <p:spTgt spid="52292"/>
                                        </p:tgtEl>
                                        <p:attrNameLst>
                                          <p:attrName>style.visibility</p:attrName>
                                        </p:attrNameLst>
                                      </p:cBhvr>
                                      <p:to>
                                        <p:strVal val="visible"/>
                                      </p:to>
                                    </p:set>
                                    <p:animEffect transition="in" filter="wipe(down)">
                                      <p:cBhvr>
                                        <p:cTn id="41" dur="500"/>
                                        <p:tgtEl>
                                          <p:spTgt spid="52292"/>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8" fill="hold" nodeType="clickEffect">
                                  <p:stCondLst>
                                    <p:cond delay="0"/>
                                  </p:stCondLst>
                                  <p:childTnLst>
                                    <p:set>
                                      <p:cBhvr>
                                        <p:cTn id="45" dur="1" fill="hold">
                                          <p:stCondLst>
                                            <p:cond delay="0"/>
                                          </p:stCondLst>
                                        </p:cTn>
                                        <p:tgtEl>
                                          <p:spTgt spid="52260"/>
                                        </p:tgtEl>
                                        <p:attrNameLst>
                                          <p:attrName>style.visibility</p:attrName>
                                        </p:attrNameLst>
                                      </p:cBhvr>
                                      <p:to>
                                        <p:strVal val="visible"/>
                                      </p:to>
                                    </p:set>
                                    <p:animEffect transition="in" filter="slide(fromLeft)">
                                      <p:cBhvr>
                                        <p:cTn id="46" dur="500"/>
                                        <p:tgtEl>
                                          <p:spTgt spid="52260"/>
                                        </p:tgtEl>
                                      </p:cBhvr>
                                    </p:animEffect>
                                  </p:childTnLst>
                                </p:cTn>
                              </p:par>
                            </p:childTnLst>
                          </p:cTn>
                        </p:par>
                        <p:par>
                          <p:cTn id="47" fill="hold">
                            <p:stCondLst>
                              <p:cond delay="500"/>
                            </p:stCondLst>
                            <p:childTnLst>
                              <p:par>
                                <p:cTn id="48" presetID="55" presetClass="entr" presetSubtype="0" fill="hold" grpId="0" nodeType="afterEffect">
                                  <p:stCondLst>
                                    <p:cond delay="0"/>
                                  </p:stCondLst>
                                  <p:childTnLst>
                                    <p:set>
                                      <p:cBhvr>
                                        <p:cTn id="49" dur="1" fill="hold">
                                          <p:stCondLst>
                                            <p:cond delay="0"/>
                                          </p:stCondLst>
                                        </p:cTn>
                                        <p:tgtEl>
                                          <p:spTgt spid="52257"/>
                                        </p:tgtEl>
                                        <p:attrNameLst>
                                          <p:attrName>style.visibility</p:attrName>
                                        </p:attrNameLst>
                                      </p:cBhvr>
                                      <p:to>
                                        <p:strVal val="visible"/>
                                      </p:to>
                                    </p:set>
                                    <p:anim calcmode="lin" valueType="num">
                                      <p:cBhvr>
                                        <p:cTn id="50" dur="1000" fill="hold"/>
                                        <p:tgtEl>
                                          <p:spTgt spid="52257"/>
                                        </p:tgtEl>
                                        <p:attrNameLst>
                                          <p:attrName>ppt_w</p:attrName>
                                        </p:attrNameLst>
                                      </p:cBhvr>
                                      <p:tavLst>
                                        <p:tav tm="0">
                                          <p:val>
                                            <p:strVal val="#ppt_w*0.70"/>
                                          </p:val>
                                        </p:tav>
                                        <p:tav tm="100000">
                                          <p:val>
                                            <p:strVal val="#ppt_w"/>
                                          </p:val>
                                        </p:tav>
                                      </p:tavLst>
                                    </p:anim>
                                    <p:anim calcmode="lin" valueType="num">
                                      <p:cBhvr>
                                        <p:cTn id="51" dur="1000" fill="hold"/>
                                        <p:tgtEl>
                                          <p:spTgt spid="52257"/>
                                        </p:tgtEl>
                                        <p:attrNameLst>
                                          <p:attrName>ppt_h</p:attrName>
                                        </p:attrNameLst>
                                      </p:cBhvr>
                                      <p:tavLst>
                                        <p:tav tm="0">
                                          <p:val>
                                            <p:strVal val="#ppt_h"/>
                                          </p:val>
                                        </p:tav>
                                        <p:tav tm="100000">
                                          <p:val>
                                            <p:strVal val="#ppt_h"/>
                                          </p:val>
                                        </p:tav>
                                      </p:tavLst>
                                    </p:anim>
                                    <p:animEffect transition="in" filter="fade">
                                      <p:cBhvr>
                                        <p:cTn id="52" dur="1000"/>
                                        <p:tgtEl>
                                          <p:spTgt spid="522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animBg="1"/>
      <p:bldP spid="52228" grpId="0"/>
      <p:bldP spid="52230" grpId="0"/>
      <p:bldP spid="52257"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Text Box 2"/>
          <p:cNvSpPr txBox="1"/>
          <p:nvPr/>
        </p:nvSpPr>
        <p:spPr>
          <a:xfrm>
            <a:off x="323850" y="517525"/>
            <a:ext cx="1295400" cy="519113"/>
          </a:xfrm>
          <a:prstGeom prst="rect">
            <a:avLst/>
          </a:prstGeom>
          <a:noFill/>
          <a:ln w="9525">
            <a:noFill/>
          </a:ln>
        </p:spPr>
        <p:txBody>
          <a:bodyPr lIns="198000" rIns="198000" anchor="ctr" anchorCtr="0">
            <a:spAutoFit/>
          </a:bodyPr>
          <a:p>
            <a:r>
              <a:rPr lang="zh-CN" altLang="en-US" sz="2800" dirty="0">
                <a:latin typeface="Times New Roman" panose="02020603050405020304" pitchFamily="18" charset="0"/>
              </a:rPr>
              <a:t>所以</a:t>
            </a:r>
            <a:endParaRPr lang="zh-CN" altLang="en-US" sz="2800" dirty="0">
              <a:latin typeface="Times New Roman" panose="02020603050405020304" pitchFamily="18" charset="0"/>
            </a:endParaRPr>
          </a:p>
        </p:txBody>
      </p:sp>
      <p:sp>
        <p:nvSpPr>
          <p:cNvPr id="51204" name="Text Box 4"/>
          <p:cNvSpPr txBox="1"/>
          <p:nvPr/>
        </p:nvSpPr>
        <p:spPr>
          <a:xfrm>
            <a:off x="1619250" y="588963"/>
            <a:ext cx="6048375" cy="1163637"/>
          </a:xfrm>
          <a:prstGeom prst="rect">
            <a:avLst/>
          </a:prstGeom>
          <a:noFill/>
          <a:ln w="9525">
            <a:noFill/>
          </a:ln>
        </p:spPr>
        <p:txBody>
          <a:bodyPr>
            <a:spAutoFit/>
          </a:bodyPr>
          <a:p>
            <a:pPr>
              <a:spcBef>
                <a:spcPct val="20000"/>
              </a:spcBef>
            </a:pPr>
            <a:r>
              <a:rPr lang="en-US" altLang="zh-CN" b="0" i="1" dirty="0">
                <a:solidFill>
                  <a:schemeClr val="bg1"/>
                </a:solidFill>
                <a:latin typeface="Times New Roman" panose="02020603050405020304" pitchFamily="18" charset="0"/>
                <a:ea typeface="宋体" panose="02010600030101010101" pitchFamily="2" charset="-122"/>
              </a:rPr>
              <a:t>P</a:t>
            </a:r>
            <a:r>
              <a:rPr lang="en-US" altLang="zh-CN" b="0" baseline="-25000" dirty="0">
                <a:solidFill>
                  <a:schemeClr val="bg1"/>
                </a:solidFill>
                <a:latin typeface="Times New Roman" panose="02020603050405020304" pitchFamily="18" charset="0"/>
                <a:ea typeface="宋体" panose="02010600030101010101" pitchFamily="2" charset="-122"/>
              </a:rPr>
              <a:t>1</a:t>
            </a:r>
            <a:r>
              <a:rPr lang="en-US" altLang="zh-CN" b="0" dirty="0">
                <a:solidFill>
                  <a:schemeClr val="bg1"/>
                </a:solidFill>
                <a:latin typeface="Times New Roman" panose="02020603050405020304" pitchFamily="18" charset="0"/>
                <a:ea typeface="宋体" panose="02010600030101010101" pitchFamily="2" charset="-122"/>
              </a:rPr>
              <a:t>=</a:t>
            </a: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L</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L</a:t>
            </a:r>
            <a:r>
              <a:rPr lang="en-US" altLang="zh-CN" b="0" dirty="0">
                <a:solidFill>
                  <a:schemeClr val="bg1"/>
                </a:solidFill>
                <a:latin typeface="Times New Roman" panose="02020603050405020304" pitchFamily="18" charset="0"/>
                <a:ea typeface="宋体" panose="02010600030101010101" pitchFamily="2" charset="-122"/>
              </a:rPr>
              <a:t>cos</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1</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L</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L</a:t>
            </a:r>
            <a:r>
              <a:rPr lang="en-US" altLang="zh-CN" b="0" dirty="0">
                <a:solidFill>
                  <a:schemeClr val="bg1"/>
                </a:solidFill>
                <a:latin typeface="Times New Roman" panose="02020603050405020304" pitchFamily="18" charset="0"/>
                <a:ea typeface="宋体" panose="02010600030101010101" pitchFamily="2" charset="-122"/>
              </a:rPr>
              <a:t>cos(</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dirty="0">
                <a:solidFill>
                  <a:schemeClr val="bg1"/>
                </a:solidFill>
                <a:latin typeface="Times New Roman" panose="02020603050405020304" pitchFamily="18" charset="0"/>
                <a:ea typeface="宋体" panose="02010600030101010101" pitchFamily="2" charset="-122"/>
              </a:rPr>
              <a:t>–30</a:t>
            </a:r>
            <a:r>
              <a:rPr lang="en-US" altLang="zh-CN" b="0" baseline="200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a:p>
            <a:pPr>
              <a:spcBef>
                <a:spcPct val="20000"/>
              </a:spcBef>
            </a:pPr>
            <a:r>
              <a:rPr lang="en-US" altLang="zh-CN" b="0" i="1" dirty="0">
                <a:solidFill>
                  <a:schemeClr val="bg1"/>
                </a:solidFill>
                <a:latin typeface="Times New Roman" panose="02020603050405020304" pitchFamily="18" charset="0"/>
                <a:ea typeface="宋体" panose="02010600030101010101" pitchFamily="2" charset="-122"/>
              </a:rPr>
              <a:t>P</a:t>
            </a:r>
            <a:r>
              <a:rPr lang="en-US" altLang="zh-CN" b="0" baseline="-25000" dirty="0">
                <a:solidFill>
                  <a:schemeClr val="bg1"/>
                </a:solidFill>
                <a:latin typeface="Times New Roman" panose="02020603050405020304" pitchFamily="18" charset="0"/>
                <a:ea typeface="宋体" panose="02010600030101010101" pitchFamily="2" charset="-122"/>
              </a:rPr>
              <a:t>2</a:t>
            </a:r>
            <a:r>
              <a:rPr lang="en-US" altLang="zh-CN" b="0" dirty="0">
                <a:solidFill>
                  <a:schemeClr val="bg1"/>
                </a:solidFill>
                <a:latin typeface="Times New Roman" panose="02020603050405020304" pitchFamily="18" charset="0"/>
                <a:ea typeface="宋体" panose="02010600030101010101" pitchFamily="2" charset="-122"/>
              </a:rPr>
              <a:t>=</a:t>
            </a: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L</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L</a:t>
            </a:r>
            <a:r>
              <a:rPr lang="en-US" altLang="zh-CN" b="0" dirty="0">
                <a:solidFill>
                  <a:schemeClr val="bg1"/>
                </a:solidFill>
                <a:latin typeface="Times New Roman" panose="02020603050405020304" pitchFamily="18" charset="0"/>
                <a:ea typeface="宋体" panose="02010600030101010101" pitchFamily="2" charset="-122"/>
              </a:rPr>
              <a:t>cos</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2</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L</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L</a:t>
            </a:r>
            <a:r>
              <a:rPr lang="en-US" altLang="zh-CN" b="0" dirty="0">
                <a:solidFill>
                  <a:schemeClr val="bg1"/>
                </a:solidFill>
                <a:latin typeface="Times New Roman" panose="02020603050405020304" pitchFamily="18" charset="0"/>
                <a:ea typeface="宋体" panose="02010600030101010101" pitchFamily="2" charset="-122"/>
              </a:rPr>
              <a:t>cos(</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dirty="0">
                <a:solidFill>
                  <a:schemeClr val="bg1"/>
                </a:solidFill>
                <a:latin typeface="Times New Roman" panose="02020603050405020304" pitchFamily="18" charset="0"/>
                <a:ea typeface="宋体" panose="02010600030101010101" pitchFamily="2" charset="-122"/>
              </a:rPr>
              <a:t>+30</a:t>
            </a:r>
            <a:r>
              <a:rPr lang="en-US" altLang="zh-CN" b="0" baseline="200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endPar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graphicFrame>
        <p:nvGraphicFramePr>
          <p:cNvPr id="51205" name="Object 5"/>
          <p:cNvGraphicFramePr/>
          <p:nvPr/>
        </p:nvGraphicFramePr>
        <p:xfrm>
          <a:off x="323850" y="1812925"/>
          <a:ext cx="8607425" cy="628650"/>
        </p:xfrm>
        <a:graphic>
          <a:graphicData uri="http://schemas.openxmlformats.org/presentationml/2006/ole">
            <mc:AlternateContent xmlns:mc="http://schemas.openxmlformats.org/markup-compatibility/2006">
              <mc:Choice xmlns:v="urn:schemas-microsoft-com:vml" Requires="v">
                <p:oleObj spid="_x0000_s3425" name="" r:id="rId1" imgW="3797300" imgH="279400" progId="Equation.3">
                  <p:embed/>
                </p:oleObj>
              </mc:Choice>
              <mc:Fallback>
                <p:oleObj name="" r:id="rId1" imgW="3797300" imgH="279400" progId="Equation.3">
                  <p:embed/>
                  <p:pic>
                    <p:nvPicPr>
                      <p:cNvPr id="0" name="图片 3424"/>
                      <p:cNvPicPr/>
                      <p:nvPr/>
                    </p:nvPicPr>
                    <p:blipFill>
                      <a:blip r:embed="rId2">
                        <a:clrChange>
                          <a:clrFrom>
                            <a:srgbClr val="000000"/>
                          </a:clrFrom>
                          <a:clrTo>
                            <a:srgbClr val="FFFFFF"/>
                          </a:clrTo>
                        </a:clrChange>
                      </a:blip>
                      <a:stretch>
                        <a:fillRect/>
                      </a:stretch>
                    </p:blipFill>
                    <p:spPr>
                      <a:xfrm>
                        <a:off x="323850" y="1812925"/>
                        <a:ext cx="8607425" cy="628650"/>
                      </a:xfrm>
                      <a:prstGeom prst="rect">
                        <a:avLst/>
                      </a:prstGeom>
                      <a:noFill/>
                      <a:ln w="38100">
                        <a:noFill/>
                        <a:miter/>
                      </a:ln>
                    </p:spPr>
                  </p:pic>
                </p:oleObj>
              </mc:Fallback>
            </mc:AlternateContent>
          </a:graphicData>
        </a:graphic>
      </p:graphicFrame>
      <p:grpSp>
        <p:nvGrpSpPr>
          <p:cNvPr id="53258" name="Group 59"/>
          <p:cNvGrpSpPr/>
          <p:nvPr/>
        </p:nvGrpSpPr>
        <p:grpSpPr>
          <a:xfrm>
            <a:off x="8316913" y="6445250"/>
            <a:ext cx="792162" cy="366713"/>
            <a:chOff x="5193" y="4020"/>
            <a:chExt cx="499" cy="231"/>
          </a:xfrm>
        </p:grpSpPr>
        <p:pic>
          <p:nvPicPr>
            <p:cNvPr id="53290" name="Picture 60"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53291" name="Text Box 61">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3259" name="Group 62"/>
          <p:cNvGrpSpPr/>
          <p:nvPr/>
        </p:nvGrpSpPr>
        <p:grpSpPr>
          <a:xfrm>
            <a:off x="7451725" y="6445250"/>
            <a:ext cx="792163" cy="366713"/>
            <a:chOff x="5193" y="4020"/>
            <a:chExt cx="499" cy="231"/>
          </a:xfrm>
        </p:grpSpPr>
        <p:pic>
          <p:nvPicPr>
            <p:cNvPr id="53288" name="Picture 63" descr="78900"/>
            <p:cNvPicPr>
              <a:picLocks noChangeAspect="1"/>
            </p:cNvPicPr>
            <p:nvPr/>
          </p:nvPicPr>
          <p:blipFill>
            <a:blip r:embed="rId3"/>
            <a:stretch>
              <a:fillRect/>
            </a:stretch>
          </p:blipFill>
          <p:spPr>
            <a:xfrm>
              <a:off x="5193" y="4066"/>
              <a:ext cx="499" cy="181"/>
            </a:xfrm>
            <a:prstGeom prst="rect">
              <a:avLst/>
            </a:prstGeom>
            <a:noFill/>
            <a:ln w="9525">
              <a:noFill/>
            </a:ln>
          </p:spPr>
        </p:pic>
        <p:sp>
          <p:nvSpPr>
            <p:cNvPr id="53289" name="Text Box 64">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3260" name="Group 65"/>
          <p:cNvGrpSpPr/>
          <p:nvPr/>
        </p:nvGrpSpPr>
        <p:grpSpPr>
          <a:xfrm>
            <a:off x="6588125" y="6446838"/>
            <a:ext cx="792163" cy="366712"/>
            <a:chOff x="4695" y="4061"/>
            <a:chExt cx="499" cy="231"/>
          </a:xfrm>
        </p:grpSpPr>
        <p:pic>
          <p:nvPicPr>
            <p:cNvPr id="53286" name="Picture 66" descr="78900"/>
            <p:cNvPicPr>
              <a:picLocks noChangeAspect="1"/>
            </p:cNvPicPr>
            <p:nvPr/>
          </p:nvPicPr>
          <p:blipFill>
            <a:blip r:embed="rId3"/>
            <a:stretch>
              <a:fillRect/>
            </a:stretch>
          </p:blipFill>
          <p:spPr>
            <a:xfrm>
              <a:off x="4695" y="4107"/>
              <a:ext cx="499" cy="181"/>
            </a:xfrm>
            <a:prstGeom prst="rect">
              <a:avLst/>
            </a:prstGeom>
            <a:noFill/>
            <a:ln w="9525">
              <a:noFill/>
            </a:ln>
          </p:spPr>
        </p:pic>
        <p:sp>
          <p:nvSpPr>
            <p:cNvPr id="53287" name="Text Box 67">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 name="Group 70"/>
          <p:cNvGrpSpPr/>
          <p:nvPr/>
        </p:nvGrpSpPr>
        <p:grpSpPr>
          <a:xfrm>
            <a:off x="395288" y="2349500"/>
            <a:ext cx="7961312" cy="3992563"/>
            <a:chOff x="249" y="1480"/>
            <a:chExt cx="5015" cy="2515"/>
          </a:xfrm>
        </p:grpSpPr>
        <p:sp>
          <p:nvSpPr>
            <p:cNvPr id="53262" name="Text Box 7"/>
            <p:cNvSpPr txBox="1"/>
            <p:nvPr/>
          </p:nvSpPr>
          <p:spPr>
            <a:xfrm>
              <a:off x="861" y="2155"/>
              <a:ext cx="601" cy="327"/>
            </a:xfrm>
            <a:prstGeom prst="rect">
              <a:avLst/>
            </a:prstGeom>
            <a:noFill/>
            <a:ln w="28575">
              <a:noFill/>
            </a:ln>
          </p:spPr>
          <p:txBody>
            <a:bodyPr wrap="none">
              <a:spAutoFit/>
            </a:bodyPr>
            <a:p>
              <a:r>
                <a:rPr lang="en-US" altLang="zh-CN" sz="2800" b="0" i="1" dirty="0">
                  <a:latin typeface="Times New Roman" panose="02020603050405020304" pitchFamily="18" charset="0"/>
                  <a:ea typeface="宋体" panose="02010600030101010101" pitchFamily="2" charset="-122"/>
                  <a:sym typeface="Symbol" panose="05050102010706020507" pitchFamily="18" charset="2"/>
                </a:rPr>
                <a:t>  </a:t>
              </a:r>
              <a:r>
                <a:rPr lang="en-US" altLang="zh-CN" sz="2800" b="0" dirty="0">
                  <a:latin typeface="Times New Roman" panose="02020603050405020304" pitchFamily="18" charset="0"/>
                  <a:ea typeface="宋体" panose="02010600030101010101" pitchFamily="2" charset="-122"/>
                </a:rPr>
                <a:t>=0</a:t>
              </a:r>
              <a:endParaRPr lang="en-US" altLang="zh-CN" sz="2800" b="0" dirty="0">
                <a:latin typeface="Times New Roman" panose="02020603050405020304" pitchFamily="18" charset="0"/>
                <a:ea typeface="宋体" panose="02010600030101010101" pitchFamily="2" charset="-122"/>
              </a:endParaRPr>
            </a:p>
          </p:txBody>
        </p:sp>
        <p:sp>
          <p:nvSpPr>
            <p:cNvPr id="53263" name="Text Box 8"/>
            <p:cNvSpPr txBox="1"/>
            <p:nvPr/>
          </p:nvSpPr>
          <p:spPr>
            <a:xfrm>
              <a:off x="2068" y="1620"/>
              <a:ext cx="329" cy="327"/>
            </a:xfrm>
            <a:prstGeom prst="rect">
              <a:avLst/>
            </a:prstGeom>
            <a:noFill/>
            <a:ln w="28575">
              <a:noFill/>
            </a:ln>
          </p:spPr>
          <p:txBody>
            <a:bodyPr wrap="none">
              <a:spAutoFit/>
            </a:bodyPr>
            <a:p>
              <a:r>
                <a:rPr lang="en-US" altLang="zh-CN" sz="2800" b="0" i="1" dirty="0">
                  <a:latin typeface="Times New Roman" panose="02020603050405020304" pitchFamily="18" charset="0"/>
                  <a:ea typeface="宋体" panose="02010600030101010101" pitchFamily="2" charset="-122"/>
                </a:rPr>
                <a:t>P</a:t>
              </a:r>
              <a:r>
                <a:rPr lang="en-US" altLang="zh-CN" sz="2800" b="0" baseline="-25000" dirty="0">
                  <a:latin typeface="Times New Roman" panose="02020603050405020304" pitchFamily="18" charset="0"/>
                  <a:ea typeface="宋体" panose="02010600030101010101" pitchFamily="2" charset="-122"/>
                </a:rPr>
                <a:t>1</a:t>
              </a:r>
              <a:endParaRPr lang="en-US" altLang="zh-CN" sz="2800" b="0" dirty="0">
                <a:latin typeface="Times New Roman" panose="02020603050405020304" pitchFamily="18" charset="0"/>
                <a:ea typeface="宋体" panose="02010600030101010101" pitchFamily="2" charset="-122"/>
              </a:endParaRPr>
            </a:p>
          </p:txBody>
        </p:sp>
        <p:sp>
          <p:nvSpPr>
            <p:cNvPr id="53264" name="Text Box 9"/>
            <p:cNvSpPr txBox="1"/>
            <p:nvPr/>
          </p:nvSpPr>
          <p:spPr>
            <a:xfrm>
              <a:off x="3220" y="1620"/>
              <a:ext cx="329" cy="327"/>
            </a:xfrm>
            <a:prstGeom prst="rect">
              <a:avLst/>
            </a:prstGeom>
            <a:noFill/>
            <a:ln w="28575">
              <a:noFill/>
            </a:ln>
          </p:spPr>
          <p:txBody>
            <a:bodyPr wrap="none">
              <a:spAutoFit/>
            </a:bodyPr>
            <a:p>
              <a:r>
                <a:rPr lang="en-US" altLang="zh-CN" sz="2800" b="0" i="1" dirty="0">
                  <a:latin typeface="Times New Roman" panose="02020603050405020304" pitchFamily="18" charset="0"/>
                  <a:ea typeface="宋体" panose="02010600030101010101" pitchFamily="2" charset="-122"/>
                </a:rPr>
                <a:t>P</a:t>
              </a:r>
              <a:r>
                <a:rPr lang="en-US" altLang="zh-CN" sz="2800" b="0" baseline="-25000" dirty="0">
                  <a:latin typeface="Times New Roman" panose="02020603050405020304" pitchFamily="18" charset="0"/>
                  <a:ea typeface="宋体" panose="02010600030101010101" pitchFamily="2" charset="-122"/>
                </a:rPr>
                <a:t>2</a:t>
              </a:r>
              <a:endParaRPr lang="en-US" altLang="zh-CN" sz="2800" b="0" dirty="0">
                <a:latin typeface="Times New Roman" panose="02020603050405020304" pitchFamily="18" charset="0"/>
                <a:ea typeface="宋体" panose="02010600030101010101" pitchFamily="2" charset="-122"/>
              </a:endParaRPr>
            </a:p>
          </p:txBody>
        </p:sp>
        <p:sp>
          <p:nvSpPr>
            <p:cNvPr id="53265" name="Text Box 10"/>
            <p:cNvSpPr txBox="1"/>
            <p:nvPr/>
          </p:nvSpPr>
          <p:spPr>
            <a:xfrm>
              <a:off x="4136" y="1620"/>
              <a:ext cx="1032" cy="327"/>
            </a:xfrm>
            <a:prstGeom prst="rect">
              <a:avLst/>
            </a:prstGeom>
            <a:noFill/>
            <a:ln w="28575">
              <a:noFill/>
            </a:ln>
          </p:spPr>
          <p:txBody>
            <a:bodyPr wrap="none">
              <a:spAutoFit/>
            </a:bodyPr>
            <a:p>
              <a:r>
                <a:rPr lang="en-US" altLang="zh-CN" sz="2800" b="0" i="1" dirty="0">
                  <a:latin typeface="Times New Roman" panose="02020603050405020304" pitchFamily="18" charset="0"/>
                  <a:ea typeface="宋体" panose="02010600030101010101" pitchFamily="2" charset="-122"/>
                </a:rPr>
                <a:t>P</a:t>
              </a:r>
              <a:r>
                <a:rPr lang="en-US" altLang="zh-CN" sz="2800" b="0" baseline="-25000" dirty="0">
                  <a:latin typeface="Times New Roman" panose="02020603050405020304" pitchFamily="18" charset="0"/>
                  <a:ea typeface="宋体" panose="02010600030101010101" pitchFamily="2" charset="-122"/>
                </a:rPr>
                <a:t>1</a:t>
              </a:r>
              <a:r>
                <a:rPr lang="en-US" altLang="zh-CN" sz="2800" b="0" dirty="0">
                  <a:latin typeface="Times New Roman" panose="02020603050405020304" pitchFamily="18" charset="0"/>
                  <a:ea typeface="宋体" panose="02010600030101010101" pitchFamily="2" charset="-122"/>
                </a:rPr>
                <a:t>=</a:t>
              </a:r>
              <a:r>
                <a:rPr lang="en-US" altLang="zh-CN" sz="2800" b="0" i="1" dirty="0">
                  <a:latin typeface="Times New Roman" panose="02020603050405020304" pitchFamily="18" charset="0"/>
                  <a:ea typeface="宋体" panose="02010600030101010101" pitchFamily="2" charset="-122"/>
                </a:rPr>
                <a:t>P</a:t>
              </a:r>
              <a:r>
                <a:rPr lang="en-US" altLang="zh-CN" sz="2800" b="0" baseline="-25000" dirty="0">
                  <a:latin typeface="Times New Roman" panose="02020603050405020304" pitchFamily="18" charset="0"/>
                  <a:ea typeface="宋体" panose="02010600030101010101" pitchFamily="2" charset="-122"/>
                </a:rPr>
                <a:t>1</a:t>
              </a:r>
              <a:r>
                <a:rPr lang="en-US" altLang="zh-CN" sz="2800" b="0" i="1" dirty="0">
                  <a:latin typeface="Times New Roman" panose="02020603050405020304" pitchFamily="18" charset="0"/>
                  <a:ea typeface="宋体" panose="02010600030101010101" pitchFamily="2" charset="-122"/>
                </a:rPr>
                <a:t>+P</a:t>
              </a:r>
              <a:r>
                <a:rPr lang="en-US" altLang="zh-CN" sz="2800" b="0" baseline="-25000" dirty="0">
                  <a:latin typeface="Times New Roman" panose="02020603050405020304" pitchFamily="18" charset="0"/>
                  <a:ea typeface="宋体" panose="02010600030101010101" pitchFamily="2" charset="-122"/>
                </a:rPr>
                <a:t>2</a:t>
              </a:r>
              <a:endParaRPr lang="en-US" altLang="zh-CN" sz="2800" b="0" dirty="0">
                <a:latin typeface="Times New Roman" panose="02020603050405020304" pitchFamily="18" charset="0"/>
                <a:ea typeface="宋体" panose="02010600030101010101" pitchFamily="2" charset="-122"/>
              </a:endParaRPr>
            </a:p>
          </p:txBody>
        </p:sp>
        <p:sp>
          <p:nvSpPr>
            <p:cNvPr id="53266" name="Text Box 11"/>
            <p:cNvSpPr txBox="1"/>
            <p:nvPr/>
          </p:nvSpPr>
          <p:spPr>
            <a:xfrm>
              <a:off x="829" y="2616"/>
              <a:ext cx="789" cy="327"/>
            </a:xfrm>
            <a:prstGeom prst="rect">
              <a:avLst/>
            </a:prstGeom>
            <a:noFill/>
            <a:ln w="28575">
              <a:noFill/>
            </a:ln>
          </p:spPr>
          <p:txBody>
            <a:bodyPr wrap="none">
              <a:spAutoFit/>
            </a:bodyPr>
            <a:p>
              <a:r>
                <a:rPr lang="en-US" altLang="zh-CN" sz="2800" b="0" i="1" dirty="0">
                  <a:latin typeface="Times New Roman" panose="02020603050405020304" pitchFamily="18" charset="0"/>
                  <a:ea typeface="宋体" panose="02010600030101010101" pitchFamily="2" charset="-122"/>
                  <a:sym typeface="Symbol" panose="05050102010706020507" pitchFamily="18" charset="2"/>
                </a:rPr>
                <a:t>  </a:t>
              </a:r>
              <a:r>
                <a:rPr lang="en-US" altLang="zh-CN" sz="2800" b="0" dirty="0">
                  <a:latin typeface="Times New Roman" panose="02020603050405020304" pitchFamily="18" charset="0"/>
                  <a:ea typeface="宋体" panose="02010600030101010101" pitchFamily="2" charset="-122"/>
                  <a:sym typeface="Symbol" panose="05050102010706020507" pitchFamily="18" charset="2"/>
                </a:rPr>
                <a:t>&gt;</a:t>
              </a:r>
              <a:r>
                <a:rPr lang="en-US" altLang="zh-CN" sz="2800" b="0" dirty="0">
                  <a:latin typeface="Times New Roman" panose="02020603050405020304" pitchFamily="18" charset="0"/>
                  <a:ea typeface="宋体" panose="02010600030101010101" pitchFamily="2" charset="-122"/>
                </a:rPr>
                <a:t>60</a:t>
              </a:r>
              <a:r>
                <a:rPr lang="en-US" altLang="zh-CN" sz="2800" b="0" baseline="42000" dirty="0">
                  <a:latin typeface="Times New Roman" panose="02020603050405020304" pitchFamily="18" charset="0"/>
                  <a:ea typeface="宋体" panose="02010600030101010101" pitchFamily="2" charset="-122"/>
                </a:rPr>
                <a:t>o</a:t>
              </a:r>
              <a:endParaRPr lang="en-US" altLang="zh-CN" sz="2800" b="0" baseline="42000" dirty="0">
                <a:latin typeface="Times New Roman" panose="02020603050405020304" pitchFamily="18" charset="0"/>
                <a:ea typeface="宋体" panose="02010600030101010101" pitchFamily="2" charset="-122"/>
              </a:endParaRPr>
            </a:p>
          </p:txBody>
        </p:sp>
        <p:sp>
          <p:nvSpPr>
            <p:cNvPr id="53267" name="Text Box 12"/>
            <p:cNvSpPr txBox="1"/>
            <p:nvPr/>
          </p:nvSpPr>
          <p:spPr>
            <a:xfrm>
              <a:off x="2835" y="2614"/>
              <a:ext cx="1017" cy="327"/>
            </a:xfrm>
            <a:prstGeom prst="rect">
              <a:avLst/>
            </a:prstGeom>
            <a:noFill/>
            <a:ln w="28575">
              <a:noFill/>
            </a:ln>
          </p:spPr>
          <p:txBody>
            <a:bodyPr wrap="none">
              <a:spAutoFit/>
            </a:bodyPr>
            <a:p>
              <a:r>
                <a:rPr lang="zh-CN" altLang="en-US" sz="2800" dirty="0">
                  <a:latin typeface="楷体_GB2312" pitchFamily="49" charset="-122"/>
                </a:rPr>
                <a:t>负数</a:t>
              </a:r>
              <a:r>
                <a:rPr lang="en-US" altLang="zh-CN" sz="2800" dirty="0">
                  <a:latin typeface="楷体_GB2312" pitchFamily="49" charset="-122"/>
                </a:rPr>
                <a:t>(</a:t>
              </a:r>
              <a:r>
                <a:rPr lang="zh-CN" altLang="en-US" sz="2800" dirty="0">
                  <a:latin typeface="楷体_GB2312" pitchFamily="49" charset="-122"/>
                </a:rPr>
                <a:t>零</a:t>
              </a:r>
              <a:r>
                <a:rPr lang="en-US" altLang="zh-CN" sz="2800" dirty="0">
                  <a:latin typeface="楷体_GB2312" pitchFamily="49" charset="-122"/>
                </a:rPr>
                <a:t>)</a:t>
              </a:r>
              <a:endParaRPr lang="en-US" altLang="zh-CN" sz="2800" dirty="0">
                <a:latin typeface="楷体_GB2312" pitchFamily="49" charset="-122"/>
              </a:endParaRPr>
            </a:p>
          </p:txBody>
        </p:sp>
        <p:sp>
          <p:nvSpPr>
            <p:cNvPr id="53268" name="Text Box 13"/>
            <p:cNvSpPr txBox="1"/>
            <p:nvPr/>
          </p:nvSpPr>
          <p:spPr>
            <a:xfrm>
              <a:off x="4014" y="2614"/>
              <a:ext cx="1242" cy="327"/>
            </a:xfrm>
            <a:prstGeom prst="rect">
              <a:avLst/>
            </a:prstGeom>
            <a:noFill/>
            <a:ln w="28575">
              <a:noFill/>
            </a:ln>
          </p:spPr>
          <p:txBody>
            <a:bodyPr wrap="none">
              <a:spAutoFit/>
            </a:bodyPr>
            <a:p>
              <a:r>
                <a:rPr lang="en-US" altLang="zh-CN" sz="2800" dirty="0">
                  <a:latin typeface="楷体_GB2312" pitchFamily="49" charset="-122"/>
                </a:rPr>
                <a:t>(</a:t>
              </a:r>
              <a:r>
                <a:rPr lang="zh-CN" altLang="en-US" sz="2800" dirty="0">
                  <a:latin typeface="楷体_GB2312" pitchFamily="49" charset="-122"/>
                </a:rPr>
                <a:t>感性负载</a:t>
              </a:r>
              <a:r>
                <a:rPr lang="en-US" altLang="zh-CN" sz="2800" dirty="0">
                  <a:latin typeface="楷体_GB2312" pitchFamily="49" charset="-122"/>
                </a:rPr>
                <a:t>)</a:t>
              </a:r>
              <a:endParaRPr lang="en-US" altLang="zh-CN" sz="2800" dirty="0">
                <a:latin typeface="楷体_GB2312" pitchFamily="49" charset="-122"/>
              </a:endParaRPr>
            </a:p>
          </p:txBody>
        </p:sp>
        <p:sp>
          <p:nvSpPr>
            <p:cNvPr id="53269" name="Text Box 14"/>
            <p:cNvSpPr txBox="1"/>
            <p:nvPr/>
          </p:nvSpPr>
          <p:spPr>
            <a:xfrm>
              <a:off x="809" y="3060"/>
              <a:ext cx="957" cy="327"/>
            </a:xfrm>
            <a:prstGeom prst="rect">
              <a:avLst/>
            </a:prstGeom>
            <a:noFill/>
            <a:ln w="28575">
              <a:noFill/>
            </a:ln>
          </p:spPr>
          <p:txBody>
            <a:bodyPr wrap="none">
              <a:spAutoFit/>
            </a:bodyPr>
            <a:p>
              <a:r>
                <a:rPr lang="en-US" altLang="zh-CN" sz="2800" b="0" i="1" dirty="0">
                  <a:latin typeface="Times New Roman" panose="02020603050405020304" pitchFamily="18" charset="0"/>
                  <a:ea typeface="宋体" panose="02010600030101010101" pitchFamily="2" charset="-122"/>
                  <a:sym typeface="Symbol" panose="05050102010706020507" pitchFamily="18" charset="2"/>
                </a:rPr>
                <a:t>  </a:t>
              </a:r>
              <a:r>
                <a:rPr lang="en-US" altLang="zh-CN" sz="2800" b="0" dirty="0">
                  <a:latin typeface="Times New Roman" panose="02020603050405020304" pitchFamily="18" charset="0"/>
                  <a:ea typeface="宋体" panose="02010600030101010101" pitchFamily="2" charset="-122"/>
                  <a:sym typeface="Symbol" panose="05050102010706020507" pitchFamily="18" charset="2"/>
                </a:rPr>
                <a:t>&lt;</a:t>
              </a:r>
              <a:r>
                <a:rPr lang="en-US" altLang="zh-CN" sz="2800" b="0" dirty="0">
                  <a:latin typeface="Times New Roman" panose="02020603050405020304" pitchFamily="18" charset="0"/>
                  <a:ea typeface="宋体" panose="02010600030101010101" pitchFamily="2" charset="-122"/>
                </a:rPr>
                <a:t> –60</a:t>
              </a:r>
              <a:r>
                <a:rPr lang="en-US" altLang="zh-CN" sz="2800" b="0" baseline="42000" dirty="0">
                  <a:latin typeface="Times New Roman" panose="02020603050405020304" pitchFamily="18" charset="0"/>
                  <a:ea typeface="宋体" panose="02010600030101010101" pitchFamily="2" charset="-122"/>
                </a:rPr>
                <a:t>o</a:t>
              </a:r>
              <a:endParaRPr lang="en-US" altLang="zh-CN" sz="2800" b="0" baseline="42000" dirty="0">
                <a:latin typeface="Times New Roman" panose="02020603050405020304" pitchFamily="18" charset="0"/>
                <a:ea typeface="宋体" panose="02010600030101010101" pitchFamily="2" charset="-122"/>
              </a:endParaRPr>
            </a:p>
          </p:txBody>
        </p:sp>
        <p:sp>
          <p:nvSpPr>
            <p:cNvPr id="53270" name="Text Box 15"/>
            <p:cNvSpPr txBox="1"/>
            <p:nvPr/>
          </p:nvSpPr>
          <p:spPr>
            <a:xfrm>
              <a:off x="1746" y="3022"/>
              <a:ext cx="1017" cy="327"/>
            </a:xfrm>
            <a:prstGeom prst="rect">
              <a:avLst/>
            </a:prstGeom>
            <a:noFill/>
            <a:ln w="28575">
              <a:noFill/>
            </a:ln>
          </p:spPr>
          <p:txBody>
            <a:bodyPr wrap="none">
              <a:spAutoFit/>
            </a:bodyPr>
            <a:p>
              <a:r>
                <a:rPr lang="zh-CN" altLang="en-US" sz="2800" dirty="0">
                  <a:latin typeface="楷体_GB2312" pitchFamily="49" charset="-122"/>
                </a:rPr>
                <a:t>负数</a:t>
              </a:r>
              <a:r>
                <a:rPr lang="en-US" altLang="zh-CN" sz="2800" dirty="0">
                  <a:latin typeface="楷体_GB2312" pitchFamily="49" charset="-122"/>
                </a:rPr>
                <a:t>(</a:t>
              </a:r>
              <a:r>
                <a:rPr lang="zh-CN" altLang="en-US" sz="2800" dirty="0">
                  <a:latin typeface="楷体_GB2312" pitchFamily="49" charset="-122"/>
                </a:rPr>
                <a:t>零</a:t>
              </a:r>
              <a:r>
                <a:rPr lang="en-US" altLang="zh-CN" sz="2800" dirty="0">
                  <a:latin typeface="楷体_GB2312" pitchFamily="49" charset="-122"/>
                </a:rPr>
                <a:t>)</a:t>
              </a:r>
              <a:endParaRPr lang="en-US" altLang="zh-CN" sz="2800" dirty="0">
                <a:latin typeface="楷体_GB2312" pitchFamily="49" charset="-122"/>
              </a:endParaRPr>
            </a:p>
          </p:txBody>
        </p:sp>
        <p:sp>
          <p:nvSpPr>
            <p:cNvPr id="53271" name="Text Box 16"/>
            <p:cNvSpPr txBox="1"/>
            <p:nvPr/>
          </p:nvSpPr>
          <p:spPr>
            <a:xfrm>
              <a:off x="1969" y="2615"/>
              <a:ext cx="566" cy="327"/>
            </a:xfrm>
            <a:prstGeom prst="rect">
              <a:avLst/>
            </a:prstGeom>
            <a:noFill/>
            <a:ln w="28575">
              <a:noFill/>
            </a:ln>
          </p:spPr>
          <p:txBody>
            <a:bodyPr wrap="none">
              <a:spAutoFit/>
            </a:bodyPr>
            <a:p>
              <a:r>
                <a:rPr lang="zh-CN" altLang="en-US" sz="2800" dirty="0">
                  <a:latin typeface="Times New Roman" panose="02020603050405020304" pitchFamily="18" charset="0"/>
                </a:rPr>
                <a:t>正数</a:t>
              </a:r>
              <a:endParaRPr lang="zh-CN" altLang="en-US" sz="2800" dirty="0">
                <a:latin typeface="Times New Roman" panose="02020603050405020304" pitchFamily="18" charset="0"/>
              </a:endParaRPr>
            </a:p>
          </p:txBody>
        </p:sp>
        <p:sp>
          <p:nvSpPr>
            <p:cNvPr id="53272" name="Text Box 17"/>
            <p:cNvSpPr txBox="1"/>
            <p:nvPr/>
          </p:nvSpPr>
          <p:spPr>
            <a:xfrm>
              <a:off x="3169" y="3059"/>
              <a:ext cx="566" cy="327"/>
            </a:xfrm>
            <a:prstGeom prst="rect">
              <a:avLst/>
            </a:prstGeom>
            <a:noFill/>
            <a:ln w="28575">
              <a:noFill/>
            </a:ln>
          </p:spPr>
          <p:txBody>
            <a:bodyPr wrap="none">
              <a:spAutoFit/>
            </a:bodyPr>
            <a:p>
              <a:r>
                <a:rPr lang="zh-CN" altLang="en-US" sz="2800" dirty="0">
                  <a:latin typeface="Times New Roman" panose="02020603050405020304" pitchFamily="18" charset="0"/>
                </a:rPr>
                <a:t>正数</a:t>
              </a:r>
              <a:endParaRPr lang="zh-CN" altLang="en-US" sz="2800" dirty="0">
                <a:latin typeface="Times New Roman" panose="02020603050405020304" pitchFamily="18" charset="0"/>
              </a:endParaRPr>
            </a:p>
          </p:txBody>
        </p:sp>
        <p:sp>
          <p:nvSpPr>
            <p:cNvPr id="53273" name="Text Box 18"/>
            <p:cNvSpPr txBox="1"/>
            <p:nvPr/>
          </p:nvSpPr>
          <p:spPr>
            <a:xfrm>
              <a:off x="3969" y="3068"/>
              <a:ext cx="1242" cy="327"/>
            </a:xfrm>
            <a:prstGeom prst="rect">
              <a:avLst/>
            </a:prstGeom>
            <a:noFill/>
            <a:ln w="28575">
              <a:noFill/>
            </a:ln>
          </p:spPr>
          <p:txBody>
            <a:bodyPr wrap="none">
              <a:spAutoFit/>
            </a:bodyPr>
            <a:p>
              <a:r>
                <a:rPr lang="en-US" altLang="zh-CN" sz="2800" dirty="0">
                  <a:latin typeface="楷体_GB2312" pitchFamily="49" charset="-122"/>
                </a:rPr>
                <a:t>(</a:t>
              </a:r>
              <a:r>
                <a:rPr lang="zh-CN" altLang="en-US" sz="2800" dirty="0">
                  <a:latin typeface="楷体_GB2312" pitchFamily="49" charset="-122"/>
                </a:rPr>
                <a:t>容性负载</a:t>
              </a:r>
              <a:r>
                <a:rPr lang="en-US" altLang="zh-CN" sz="2800" dirty="0">
                  <a:latin typeface="楷体_GB2312" pitchFamily="49" charset="-122"/>
                </a:rPr>
                <a:t>)</a:t>
              </a:r>
              <a:endParaRPr lang="en-US" altLang="zh-CN" sz="2800" dirty="0">
                <a:latin typeface="楷体_GB2312" pitchFamily="49" charset="-122"/>
              </a:endParaRPr>
            </a:p>
          </p:txBody>
        </p:sp>
        <p:sp>
          <p:nvSpPr>
            <p:cNvPr id="53274" name="Text Box 19"/>
            <p:cNvSpPr txBox="1"/>
            <p:nvPr/>
          </p:nvSpPr>
          <p:spPr>
            <a:xfrm>
              <a:off x="817" y="3507"/>
              <a:ext cx="789" cy="327"/>
            </a:xfrm>
            <a:prstGeom prst="rect">
              <a:avLst/>
            </a:prstGeom>
            <a:noFill/>
            <a:ln w="28575">
              <a:noFill/>
            </a:ln>
          </p:spPr>
          <p:txBody>
            <a:bodyPr wrap="none">
              <a:spAutoFit/>
            </a:bodyPr>
            <a:p>
              <a:r>
                <a:rPr lang="en-US" altLang="zh-CN" sz="2800" b="0" i="1" dirty="0">
                  <a:latin typeface="Times New Roman" panose="02020603050405020304" pitchFamily="18" charset="0"/>
                  <a:ea typeface="宋体" panose="02010600030101010101" pitchFamily="2" charset="-122"/>
                  <a:sym typeface="Symbol" panose="05050102010706020507" pitchFamily="18" charset="2"/>
                </a:rPr>
                <a:t>  </a:t>
              </a:r>
              <a:r>
                <a:rPr lang="en-US" altLang="zh-CN" sz="2800" b="0" dirty="0">
                  <a:latin typeface="Times New Roman" panose="02020603050405020304" pitchFamily="18" charset="0"/>
                  <a:ea typeface="宋体" panose="02010600030101010101" pitchFamily="2" charset="-122"/>
                </a:rPr>
                <a:t>=90</a:t>
              </a:r>
              <a:r>
                <a:rPr lang="en-US" altLang="zh-CN" sz="2800" b="0" baseline="42000" dirty="0">
                  <a:latin typeface="Times New Roman" panose="02020603050405020304" pitchFamily="18" charset="0"/>
                  <a:ea typeface="宋体" panose="02010600030101010101" pitchFamily="2" charset="-122"/>
                </a:rPr>
                <a:t>o</a:t>
              </a:r>
              <a:endParaRPr lang="en-US" altLang="zh-CN" sz="2800" b="0" baseline="42000" dirty="0">
                <a:latin typeface="Times New Roman" panose="02020603050405020304" pitchFamily="18" charset="0"/>
                <a:ea typeface="宋体" panose="02010600030101010101" pitchFamily="2" charset="-122"/>
              </a:endParaRPr>
            </a:p>
          </p:txBody>
        </p:sp>
        <p:sp>
          <p:nvSpPr>
            <p:cNvPr id="53275" name="Text Box 20"/>
            <p:cNvSpPr txBox="1"/>
            <p:nvPr/>
          </p:nvSpPr>
          <p:spPr>
            <a:xfrm>
              <a:off x="4512" y="3579"/>
              <a:ext cx="228" cy="327"/>
            </a:xfrm>
            <a:prstGeom prst="rect">
              <a:avLst/>
            </a:prstGeom>
            <a:noFill/>
            <a:ln w="28575">
              <a:noFill/>
            </a:ln>
          </p:spPr>
          <p:txBody>
            <a:bodyPr wrap="none">
              <a:spAutoFit/>
            </a:bodyPr>
            <a:p>
              <a:r>
                <a:rPr lang="en-US" altLang="zh-CN" sz="2800" b="0" dirty="0">
                  <a:latin typeface="Times New Roman" panose="02020603050405020304" pitchFamily="18" charset="0"/>
                  <a:ea typeface="宋体" panose="02010600030101010101" pitchFamily="2" charset="-122"/>
                </a:rPr>
                <a:t>0</a:t>
              </a:r>
              <a:endParaRPr lang="en-US" altLang="zh-CN" sz="2800" b="0" dirty="0">
                <a:latin typeface="Times New Roman" panose="02020603050405020304" pitchFamily="18" charset="0"/>
                <a:ea typeface="宋体" panose="02010600030101010101" pitchFamily="2" charset="-122"/>
              </a:endParaRPr>
            </a:p>
          </p:txBody>
        </p:sp>
        <p:graphicFrame>
          <p:nvGraphicFramePr>
            <p:cNvPr id="53251" name="Object 21"/>
            <p:cNvGraphicFramePr/>
            <p:nvPr/>
          </p:nvGraphicFramePr>
          <p:xfrm>
            <a:off x="1850" y="2070"/>
            <a:ext cx="784" cy="590"/>
          </p:xfrm>
          <a:graphic>
            <a:graphicData uri="http://schemas.openxmlformats.org/presentationml/2006/ole">
              <mc:AlternateContent xmlns:mc="http://schemas.openxmlformats.org/markup-compatibility/2006">
                <mc:Choice xmlns:v="urn:schemas-microsoft-com:vml" Requires="v">
                  <p:oleObj spid="_x0000_s3429" name="" r:id="rId4" imgW="622300" imgH="469900" progId="Equation.3">
                    <p:embed/>
                  </p:oleObj>
                </mc:Choice>
                <mc:Fallback>
                  <p:oleObj name="" r:id="rId4" imgW="622300" imgH="469900" progId="Equation.3">
                    <p:embed/>
                    <p:pic>
                      <p:nvPicPr>
                        <p:cNvPr id="0" name="图片 3428"/>
                        <p:cNvPicPr/>
                        <p:nvPr/>
                      </p:nvPicPr>
                      <p:blipFill>
                        <a:blip r:embed="rId5">
                          <a:clrChange>
                            <a:clrFrom>
                              <a:srgbClr val="000000"/>
                            </a:clrFrom>
                            <a:clrTo>
                              <a:srgbClr val="FFFF00"/>
                            </a:clrTo>
                          </a:clrChange>
                        </a:blip>
                        <a:stretch>
                          <a:fillRect/>
                        </a:stretch>
                      </p:blipFill>
                      <p:spPr>
                        <a:xfrm>
                          <a:off x="1850" y="2070"/>
                          <a:ext cx="784" cy="590"/>
                        </a:xfrm>
                        <a:prstGeom prst="rect">
                          <a:avLst/>
                        </a:prstGeom>
                        <a:noFill/>
                        <a:ln w="38100">
                          <a:noFill/>
                          <a:miter/>
                        </a:ln>
                      </p:spPr>
                    </p:pic>
                  </p:oleObj>
                </mc:Fallback>
              </mc:AlternateContent>
            </a:graphicData>
          </a:graphic>
        </p:graphicFrame>
        <p:graphicFrame>
          <p:nvGraphicFramePr>
            <p:cNvPr id="53252" name="Object 22"/>
            <p:cNvGraphicFramePr/>
            <p:nvPr/>
          </p:nvGraphicFramePr>
          <p:xfrm>
            <a:off x="2984" y="2025"/>
            <a:ext cx="784" cy="589"/>
          </p:xfrm>
          <a:graphic>
            <a:graphicData uri="http://schemas.openxmlformats.org/presentationml/2006/ole">
              <mc:AlternateContent xmlns:mc="http://schemas.openxmlformats.org/markup-compatibility/2006">
                <mc:Choice xmlns:v="urn:schemas-microsoft-com:vml" Requires="v">
                  <p:oleObj spid="_x0000_s3430" name="" r:id="rId6" imgW="622300" imgH="469900" progId="Equation.3">
                    <p:embed/>
                  </p:oleObj>
                </mc:Choice>
                <mc:Fallback>
                  <p:oleObj name="" r:id="rId6" imgW="622300" imgH="469900" progId="Equation.3">
                    <p:embed/>
                    <p:pic>
                      <p:nvPicPr>
                        <p:cNvPr id="0" name="图片 3429"/>
                        <p:cNvPicPr/>
                        <p:nvPr/>
                      </p:nvPicPr>
                      <p:blipFill>
                        <a:blip r:embed="rId7">
                          <a:clrChange>
                            <a:clrFrom>
                              <a:srgbClr val="000000"/>
                            </a:clrFrom>
                            <a:clrTo>
                              <a:srgbClr val="FFFF00"/>
                            </a:clrTo>
                          </a:clrChange>
                        </a:blip>
                        <a:stretch>
                          <a:fillRect/>
                        </a:stretch>
                      </p:blipFill>
                      <p:spPr>
                        <a:xfrm>
                          <a:off x="2984" y="2025"/>
                          <a:ext cx="784" cy="589"/>
                        </a:xfrm>
                        <a:prstGeom prst="rect">
                          <a:avLst/>
                        </a:prstGeom>
                        <a:noFill/>
                        <a:ln w="38100">
                          <a:noFill/>
                          <a:miter/>
                        </a:ln>
                      </p:spPr>
                    </p:pic>
                  </p:oleObj>
                </mc:Fallback>
              </mc:AlternateContent>
            </a:graphicData>
          </a:graphic>
        </p:graphicFrame>
        <p:graphicFrame>
          <p:nvGraphicFramePr>
            <p:cNvPr id="53253" name="Object 23"/>
            <p:cNvGraphicFramePr/>
            <p:nvPr/>
          </p:nvGraphicFramePr>
          <p:xfrm>
            <a:off x="4246" y="2169"/>
            <a:ext cx="720" cy="334"/>
          </p:xfrm>
          <a:graphic>
            <a:graphicData uri="http://schemas.openxmlformats.org/presentationml/2006/ole">
              <mc:AlternateContent xmlns:mc="http://schemas.openxmlformats.org/markup-compatibility/2006">
                <mc:Choice xmlns:v="urn:schemas-microsoft-com:vml" Requires="v">
                  <p:oleObj spid="_x0000_s3428" name="" r:id="rId8" imgW="570865" imgH="266065" progId="Equation.3">
                    <p:embed/>
                  </p:oleObj>
                </mc:Choice>
                <mc:Fallback>
                  <p:oleObj name="" r:id="rId8" imgW="570865" imgH="266065" progId="Equation.3">
                    <p:embed/>
                    <p:pic>
                      <p:nvPicPr>
                        <p:cNvPr id="0" name="图片 3427"/>
                        <p:cNvPicPr/>
                        <p:nvPr/>
                      </p:nvPicPr>
                      <p:blipFill>
                        <a:blip r:embed="rId9">
                          <a:clrChange>
                            <a:clrFrom>
                              <a:srgbClr val="000000"/>
                            </a:clrFrom>
                            <a:clrTo>
                              <a:srgbClr val="FFFF00"/>
                            </a:clrTo>
                          </a:clrChange>
                        </a:blip>
                        <a:stretch>
                          <a:fillRect/>
                        </a:stretch>
                      </p:blipFill>
                      <p:spPr>
                        <a:xfrm>
                          <a:off x="4246" y="2169"/>
                          <a:ext cx="720" cy="334"/>
                        </a:xfrm>
                        <a:prstGeom prst="rect">
                          <a:avLst/>
                        </a:prstGeom>
                        <a:noFill/>
                        <a:ln w="38100">
                          <a:noFill/>
                          <a:miter/>
                        </a:ln>
                      </p:spPr>
                    </p:pic>
                  </p:oleObj>
                </mc:Fallback>
              </mc:AlternateContent>
            </a:graphicData>
          </a:graphic>
        </p:graphicFrame>
        <p:graphicFrame>
          <p:nvGraphicFramePr>
            <p:cNvPr id="53254" name="Object 24"/>
            <p:cNvGraphicFramePr/>
            <p:nvPr/>
          </p:nvGraphicFramePr>
          <p:xfrm>
            <a:off x="1941" y="3385"/>
            <a:ext cx="622" cy="558"/>
          </p:xfrm>
          <a:graphic>
            <a:graphicData uri="http://schemas.openxmlformats.org/presentationml/2006/ole">
              <mc:AlternateContent xmlns:mc="http://schemas.openxmlformats.org/markup-compatibility/2006">
                <mc:Choice xmlns:v="urn:schemas-microsoft-com:vml" Requires="v">
                  <p:oleObj spid="_x0000_s3427" name="" r:id="rId10" imgW="495300" imgH="444500" progId="Equation.3">
                    <p:embed/>
                  </p:oleObj>
                </mc:Choice>
                <mc:Fallback>
                  <p:oleObj name="" r:id="rId10" imgW="495300" imgH="444500" progId="Equation.3">
                    <p:embed/>
                    <p:pic>
                      <p:nvPicPr>
                        <p:cNvPr id="0" name="图片 3426"/>
                        <p:cNvPicPr/>
                        <p:nvPr/>
                      </p:nvPicPr>
                      <p:blipFill>
                        <a:blip r:embed="rId11">
                          <a:clrChange>
                            <a:clrFrom>
                              <a:srgbClr val="000000"/>
                            </a:clrFrom>
                            <a:clrTo>
                              <a:srgbClr val="FFFF00"/>
                            </a:clrTo>
                          </a:clrChange>
                        </a:blip>
                        <a:stretch>
                          <a:fillRect/>
                        </a:stretch>
                      </p:blipFill>
                      <p:spPr>
                        <a:xfrm>
                          <a:off x="1941" y="3385"/>
                          <a:ext cx="622" cy="558"/>
                        </a:xfrm>
                        <a:prstGeom prst="rect">
                          <a:avLst/>
                        </a:prstGeom>
                        <a:noFill/>
                        <a:ln w="38100">
                          <a:noFill/>
                          <a:miter/>
                        </a:ln>
                      </p:spPr>
                    </p:pic>
                  </p:oleObj>
                </mc:Fallback>
              </mc:AlternateContent>
            </a:graphicData>
          </a:graphic>
        </p:graphicFrame>
        <p:graphicFrame>
          <p:nvGraphicFramePr>
            <p:cNvPr id="53255" name="Object 25"/>
            <p:cNvGraphicFramePr/>
            <p:nvPr/>
          </p:nvGraphicFramePr>
          <p:xfrm>
            <a:off x="3036" y="3433"/>
            <a:ext cx="797" cy="558"/>
          </p:xfrm>
          <a:graphic>
            <a:graphicData uri="http://schemas.openxmlformats.org/presentationml/2006/ole">
              <mc:AlternateContent xmlns:mc="http://schemas.openxmlformats.org/markup-compatibility/2006">
                <mc:Choice xmlns:v="urn:schemas-microsoft-com:vml" Requires="v">
                  <p:oleObj spid="_x0000_s3426" name="" r:id="rId12" imgW="635000" imgH="444500" progId="Equation.3">
                    <p:embed/>
                  </p:oleObj>
                </mc:Choice>
                <mc:Fallback>
                  <p:oleObj name="" r:id="rId12" imgW="635000" imgH="444500" progId="Equation.3">
                    <p:embed/>
                    <p:pic>
                      <p:nvPicPr>
                        <p:cNvPr id="0" name="图片 3425"/>
                        <p:cNvPicPr/>
                        <p:nvPr/>
                      </p:nvPicPr>
                      <p:blipFill>
                        <a:blip r:embed="rId13">
                          <a:clrChange>
                            <a:clrFrom>
                              <a:srgbClr val="000000"/>
                            </a:clrFrom>
                            <a:clrTo>
                              <a:srgbClr val="FFFF00"/>
                            </a:clrTo>
                          </a:clrChange>
                        </a:blip>
                        <a:stretch>
                          <a:fillRect/>
                        </a:stretch>
                      </p:blipFill>
                      <p:spPr>
                        <a:xfrm>
                          <a:off x="3036" y="3433"/>
                          <a:ext cx="797" cy="558"/>
                        </a:xfrm>
                        <a:prstGeom prst="rect">
                          <a:avLst/>
                        </a:prstGeom>
                        <a:noFill/>
                        <a:ln w="38100">
                          <a:noFill/>
                          <a:miter/>
                        </a:ln>
                      </p:spPr>
                    </p:pic>
                  </p:oleObj>
                </mc:Fallback>
              </mc:AlternateContent>
            </a:graphicData>
          </a:graphic>
        </p:graphicFrame>
        <p:sp>
          <p:nvSpPr>
            <p:cNvPr id="53276" name="Rectangle 26"/>
            <p:cNvSpPr/>
            <p:nvPr/>
          </p:nvSpPr>
          <p:spPr>
            <a:xfrm>
              <a:off x="793" y="1616"/>
              <a:ext cx="4471" cy="2379"/>
            </a:xfrm>
            <a:prstGeom prst="rect">
              <a:avLst/>
            </a:prstGeom>
            <a:noFill/>
            <a:ln w="28575" cap="flat" cmpd="sng">
              <a:solidFill>
                <a:srgbClr val="00FFFF"/>
              </a:solidFill>
              <a:prstDash val="solid"/>
              <a:miter/>
              <a:headEnd type="none" w="med" len="med"/>
              <a:tailEnd type="none" w="med" len="med"/>
            </a:ln>
          </p:spPr>
          <p:txBody>
            <a:bodyPr wrap="none" anchor="ctr" anchorCtr="0"/>
            <a:p>
              <a:pPr algn="ctr"/>
              <a:endParaRPr lang="zh-CN" altLang="zh-CN" sz="2800" b="0" dirty="0">
                <a:latin typeface="Arial" panose="020B0604020202020204" pitchFamily="34" charset="0"/>
              </a:endParaRPr>
            </a:p>
          </p:txBody>
        </p:sp>
        <p:sp>
          <p:nvSpPr>
            <p:cNvPr id="53277" name="Line 27"/>
            <p:cNvSpPr/>
            <p:nvPr/>
          </p:nvSpPr>
          <p:spPr>
            <a:xfrm>
              <a:off x="793" y="2001"/>
              <a:ext cx="4471" cy="0"/>
            </a:xfrm>
            <a:prstGeom prst="line">
              <a:avLst/>
            </a:prstGeom>
            <a:ln w="28575" cap="flat" cmpd="sng">
              <a:solidFill>
                <a:srgbClr val="00FFFF"/>
              </a:solidFill>
              <a:prstDash val="solid"/>
              <a:headEnd type="none" w="med" len="med"/>
              <a:tailEnd type="none" w="med" len="med"/>
            </a:ln>
          </p:spPr>
        </p:sp>
        <p:sp>
          <p:nvSpPr>
            <p:cNvPr id="53278" name="Line 28"/>
            <p:cNvSpPr/>
            <p:nvPr/>
          </p:nvSpPr>
          <p:spPr>
            <a:xfrm>
              <a:off x="1678" y="1616"/>
              <a:ext cx="0" cy="2363"/>
            </a:xfrm>
            <a:prstGeom prst="line">
              <a:avLst/>
            </a:prstGeom>
            <a:ln w="28575" cap="flat" cmpd="sng">
              <a:solidFill>
                <a:srgbClr val="00FFFF"/>
              </a:solidFill>
              <a:prstDash val="solid"/>
              <a:headEnd type="none" w="med" len="med"/>
              <a:tailEnd type="none" w="med" len="med"/>
            </a:ln>
          </p:spPr>
        </p:sp>
        <p:sp>
          <p:nvSpPr>
            <p:cNvPr id="53279" name="Line 29"/>
            <p:cNvSpPr/>
            <p:nvPr/>
          </p:nvSpPr>
          <p:spPr>
            <a:xfrm>
              <a:off x="2749" y="1616"/>
              <a:ext cx="0" cy="2363"/>
            </a:xfrm>
            <a:prstGeom prst="line">
              <a:avLst/>
            </a:prstGeom>
            <a:ln w="28575" cap="flat" cmpd="sng">
              <a:solidFill>
                <a:srgbClr val="00FFFF"/>
              </a:solidFill>
              <a:prstDash val="solid"/>
              <a:headEnd type="none" w="med" len="med"/>
              <a:tailEnd type="none" w="med" len="med"/>
            </a:ln>
          </p:spPr>
        </p:sp>
        <p:sp>
          <p:nvSpPr>
            <p:cNvPr id="53280" name="Line 30"/>
            <p:cNvSpPr/>
            <p:nvPr/>
          </p:nvSpPr>
          <p:spPr>
            <a:xfrm>
              <a:off x="3937" y="1616"/>
              <a:ext cx="0" cy="2379"/>
            </a:xfrm>
            <a:prstGeom prst="line">
              <a:avLst/>
            </a:prstGeom>
            <a:ln w="28575" cap="flat" cmpd="sng">
              <a:solidFill>
                <a:srgbClr val="00FFFF"/>
              </a:solidFill>
              <a:prstDash val="solid"/>
              <a:headEnd type="none" w="med" len="med"/>
              <a:tailEnd type="none" w="med" len="med"/>
            </a:ln>
          </p:spPr>
        </p:sp>
        <p:grpSp>
          <p:nvGrpSpPr>
            <p:cNvPr id="53281" name="Group 46"/>
            <p:cNvGrpSpPr/>
            <p:nvPr/>
          </p:nvGrpSpPr>
          <p:grpSpPr>
            <a:xfrm>
              <a:off x="249" y="1480"/>
              <a:ext cx="1249" cy="536"/>
              <a:chOff x="385" y="3022"/>
              <a:chExt cx="1249" cy="536"/>
            </a:xfrm>
          </p:grpSpPr>
          <p:pic>
            <p:nvPicPr>
              <p:cNvPr id="53284" name="Picture 47" descr="123"/>
              <p:cNvPicPr>
                <a:picLocks noChangeAspect="1"/>
              </p:cNvPicPr>
              <p:nvPr/>
            </p:nvPicPr>
            <p:blipFill>
              <a:blip r:embed="rId14"/>
              <a:stretch>
                <a:fillRect/>
              </a:stretch>
            </p:blipFill>
            <p:spPr>
              <a:xfrm>
                <a:off x="385" y="3022"/>
                <a:ext cx="590" cy="536"/>
              </a:xfrm>
              <a:prstGeom prst="rect">
                <a:avLst/>
              </a:prstGeom>
              <a:noFill/>
              <a:ln w="9525">
                <a:noFill/>
              </a:ln>
            </p:spPr>
          </p:pic>
          <p:sp>
            <p:nvSpPr>
              <p:cNvPr id="53285" name="Text Box 48"/>
              <p:cNvSpPr txBox="1"/>
              <p:nvPr/>
            </p:nvSpPr>
            <p:spPr>
              <a:xfrm>
                <a:off x="793" y="3115"/>
                <a:ext cx="841" cy="365"/>
              </a:xfrm>
              <a:prstGeom prst="rect">
                <a:avLst/>
              </a:prstGeom>
              <a:noFill/>
              <a:ln w="9525">
                <a:noFill/>
              </a:ln>
            </p:spPr>
            <p:txBody>
              <a:bodyPr wrap="none">
                <a:spAutoFit/>
              </a:bodyPr>
              <a:p>
                <a:r>
                  <a:rPr lang="en-US" altLang="zh-CN" b="0" dirty="0">
                    <a:solidFill>
                      <a:srgbClr val="CC6600"/>
                    </a:solidFill>
                    <a:latin typeface="Arial" panose="020B0604020202020204" pitchFamily="34" charset="0"/>
                    <a:ea typeface="华文行楷" panose="02010800040101010101" pitchFamily="2" charset="-122"/>
                  </a:rPr>
                  <a:t>   </a:t>
                </a:r>
                <a:r>
                  <a:rPr lang="zh-CN" altLang="en-US" b="0" dirty="0">
                    <a:solidFill>
                      <a:srgbClr val="CC6600"/>
                    </a:solidFill>
                    <a:latin typeface="Arial" panose="020B0604020202020204" pitchFamily="34" charset="0"/>
                    <a:ea typeface="华文行楷" panose="02010800040101010101" pitchFamily="2" charset="-122"/>
                  </a:rPr>
                  <a:t>讨论</a:t>
                </a:r>
                <a:endParaRPr lang="zh-CN" altLang="en-US" b="0" dirty="0">
                  <a:solidFill>
                    <a:srgbClr val="CC6600"/>
                  </a:solidFill>
                  <a:latin typeface="Arial" panose="020B0604020202020204" pitchFamily="34" charset="0"/>
                  <a:ea typeface="华文行楷" panose="02010800040101010101" pitchFamily="2" charset="-122"/>
                </a:endParaRPr>
              </a:p>
            </p:txBody>
          </p:sp>
        </p:grpSp>
        <p:sp>
          <p:nvSpPr>
            <p:cNvPr id="53282" name="Line 68"/>
            <p:cNvSpPr/>
            <p:nvPr/>
          </p:nvSpPr>
          <p:spPr>
            <a:xfrm>
              <a:off x="1111" y="3294"/>
              <a:ext cx="91" cy="45"/>
            </a:xfrm>
            <a:prstGeom prst="line">
              <a:avLst/>
            </a:prstGeom>
            <a:ln w="19050" cap="flat" cmpd="sng">
              <a:solidFill>
                <a:srgbClr val="FFFF00"/>
              </a:solidFill>
              <a:prstDash val="solid"/>
              <a:headEnd type="none" w="med" len="med"/>
              <a:tailEnd type="none" w="med" len="med"/>
            </a:ln>
          </p:spPr>
        </p:sp>
        <p:sp>
          <p:nvSpPr>
            <p:cNvPr id="53283" name="Line 69"/>
            <p:cNvSpPr/>
            <p:nvPr/>
          </p:nvSpPr>
          <p:spPr>
            <a:xfrm flipV="1">
              <a:off x="1156" y="2849"/>
              <a:ext cx="91" cy="46"/>
            </a:xfrm>
            <a:prstGeom prst="line">
              <a:avLst/>
            </a:prstGeom>
            <a:ln w="19050" cap="flat" cmpd="sng">
              <a:solidFill>
                <a:srgbClr val="FFFF00"/>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1202"/>
                                        </p:tgtEl>
                                        <p:attrNameLst>
                                          <p:attrName>style.visibility</p:attrName>
                                        </p:attrNameLst>
                                      </p:cBhvr>
                                      <p:to>
                                        <p:strVal val="visible"/>
                                      </p:to>
                                    </p:set>
                                    <p:anim calcmode="lin" valueType="num">
                                      <p:cBhvr additive="base">
                                        <p:cTn id="7" dur="500" fill="hold"/>
                                        <p:tgtEl>
                                          <p:spTgt spid="51202"/>
                                        </p:tgtEl>
                                        <p:attrNameLst>
                                          <p:attrName>ppt_x</p:attrName>
                                        </p:attrNameLst>
                                      </p:cBhvr>
                                      <p:tavLst>
                                        <p:tav tm="0">
                                          <p:val>
                                            <p:strVal val="0-#ppt_w/2"/>
                                          </p:val>
                                        </p:tav>
                                        <p:tav tm="100000">
                                          <p:val>
                                            <p:strVal val="#ppt_x"/>
                                          </p:val>
                                        </p:tav>
                                      </p:tavLst>
                                    </p:anim>
                                    <p:anim calcmode="lin" valueType="num">
                                      <p:cBhvr additive="base">
                                        <p:cTn id="8" dur="500" fill="hold"/>
                                        <p:tgtEl>
                                          <p:spTgt spid="5120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51204"/>
                                        </p:tgtEl>
                                        <p:attrNameLst>
                                          <p:attrName>style.visibility</p:attrName>
                                        </p:attrNameLst>
                                      </p:cBhvr>
                                      <p:to>
                                        <p:strVal val="visible"/>
                                      </p:to>
                                    </p:set>
                                    <p:animEffect transition="in" filter="wipe(up)">
                                      <p:cBhvr>
                                        <p:cTn id="13" dur="2000"/>
                                        <p:tgtEl>
                                          <p:spTgt spid="5120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51205"/>
                                        </p:tgtEl>
                                        <p:attrNameLst>
                                          <p:attrName>style.visibility</p:attrName>
                                        </p:attrNameLst>
                                      </p:cBhvr>
                                      <p:to>
                                        <p:strVal val="visible"/>
                                      </p:to>
                                    </p:set>
                                    <p:animEffect transition="in" filter="wipe(left)">
                                      <p:cBhvr>
                                        <p:cTn id="18" dur="2000"/>
                                        <p:tgtEl>
                                          <p:spTgt spid="51205"/>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blinds(horizontal)">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p:bldP spid="51204"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Text Box 2"/>
          <p:cNvSpPr txBox="1"/>
          <p:nvPr/>
        </p:nvSpPr>
        <p:spPr>
          <a:xfrm>
            <a:off x="755650" y="1558925"/>
            <a:ext cx="8208963" cy="1630363"/>
          </a:xfrm>
          <a:prstGeom prst="rect">
            <a:avLst/>
          </a:prstGeom>
          <a:noFill/>
          <a:ln w="9525">
            <a:noFill/>
          </a:ln>
        </p:spPr>
        <p:txBody>
          <a:bodyPr>
            <a:spAutoFit/>
          </a:bodyPr>
          <a:p>
            <a:pPr algn="just">
              <a:lnSpc>
                <a:spcPct val="120000"/>
              </a:lnSpc>
            </a:pPr>
            <a:r>
              <a:rPr lang="zh-CN" altLang="en-US" sz="2800" dirty="0">
                <a:latin typeface="楷体_GB2312" pitchFamily="49" charset="-122"/>
              </a:rPr>
              <a:t>求：</a:t>
            </a:r>
            <a:r>
              <a:rPr lang="en-US" altLang="zh-CN" sz="2800" b="0" dirty="0">
                <a:latin typeface="楷体_GB2312" pitchFamily="49" charset="-122"/>
              </a:rPr>
              <a:t>(1)</a:t>
            </a:r>
            <a:r>
              <a:rPr lang="zh-CN" altLang="en-US" sz="2800" dirty="0">
                <a:latin typeface="楷体_GB2312" pitchFamily="49" charset="-122"/>
              </a:rPr>
              <a:t>线电流和电源发出的总功率；</a:t>
            </a:r>
            <a:endParaRPr lang="zh-CN" altLang="en-US" sz="2800" dirty="0">
              <a:latin typeface="楷体_GB2312" pitchFamily="49" charset="-122"/>
            </a:endParaRPr>
          </a:p>
          <a:p>
            <a:pPr algn="just">
              <a:lnSpc>
                <a:spcPct val="120000"/>
              </a:lnSpc>
            </a:pPr>
            <a:r>
              <a:rPr lang="zh-CN" altLang="en-US" sz="2800" dirty="0">
                <a:latin typeface="楷体_GB2312" pitchFamily="49" charset="-122"/>
              </a:rPr>
              <a:t>　　</a:t>
            </a:r>
            <a:r>
              <a:rPr lang="en-US" altLang="zh-CN" sz="2800" b="0" dirty="0">
                <a:latin typeface="楷体_GB2312" pitchFamily="49" charset="-122"/>
              </a:rPr>
              <a:t>(2)</a:t>
            </a:r>
            <a:r>
              <a:rPr lang="zh-CN" altLang="en-US" sz="2800" dirty="0">
                <a:latin typeface="楷体_GB2312" pitchFamily="49" charset="-122"/>
              </a:rPr>
              <a:t>用两表法测三相负载的功率，画接线图</a:t>
            </a:r>
            <a:endParaRPr lang="zh-CN" altLang="en-US" sz="2800" dirty="0">
              <a:latin typeface="楷体_GB2312" pitchFamily="49" charset="-122"/>
            </a:endParaRPr>
          </a:p>
          <a:p>
            <a:pPr algn="just">
              <a:lnSpc>
                <a:spcPct val="120000"/>
              </a:lnSpc>
            </a:pPr>
            <a:r>
              <a:rPr lang="zh-CN" altLang="en-US" sz="2800" dirty="0">
                <a:latin typeface="楷体_GB2312" pitchFamily="49" charset="-122"/>
              </a:rPr>
              <a:t>        求两表读数。</a:t>
            </a:r>
            <a:endParaRPr lang="zh-CN" altLang="en-US" sz="2800" dirty="0">
              <a:latin typeface="楷体_GB2312" pitchFamily="49" charset="-122"/>
            </a:endParaRPr>
          </a:p>
        </p:txBody>
      </p:sp>
      <p:sp>
        <p:nvSpPr>
          <p:cNvPr id="49155" name="Text Box 3"/>
          <p:cNvSpPr txBox="1"/>
          <p:nvPr/>
        </p:nvSpPr>
        <p:spPr>
          <a:xfrm>
            <a:off x="755650" y="2925763"/>
            <a:ext cx="688975" cy="519112"/>
          </a:xfrm>
          <a:prstGeom prst="rect">
            <a:avLst/>
          </a:prstGeom>
          <a:solidFill>
            <a:srgbClr val="990033"/>
          </a:solidFill>
          <a:ln w="9525">
            <a:noFill/>
          </a:ln>
        </p:spPr>
        <p:txBody>
          <a:bodyPr>
            <a:spAutoFit/>
          </a:bodyPr>
          <a:p>
            <a:r>
              <a:rPr lang="zh-CN" altLang="en-US" sz="2800" dirty="0">
                <a:solidFill>
                  <a:schemeClr val="bg1"/>
                </a:solidFill>
                <a:latin typeface="Times New Roman" panose="02020603050405020304" pitchFamily="18" charset="0"/>
                <a:ea typeface="宋体" panose="02010600030101010101" pitchFamily="2" charset="-122"/>
              </a:rPr>
              <a:t>解</a:t>
            </a:r>
            <a:endParaRPr lang="zh-CN" altLang="en-US" sz="2800" dirty="0">
              <a:solidFill>
                <a:schemeClr val="bg1"/>
              </a:solidFill>
              <a:latin typeface="Times New Roman" panose="02020603050405020304" pitchFamily="18" charset="0"/>
              <a:ea typeface="宋体" panose="02010600030101010101" pitchFamily="2" charset="-122"/>
            </a:endParaRPr>
          </a:p>
        </p:txBody>
      </p:sp>
      <p:sp>
        <p:nvSpPr>
          <p:cNvPr id="49156" name="Rectangle 4"/>
          <p:cNvSpPr/>
          <p:nvPr/>
        </p:nvSpPr>
        <p:spPr>
          <a:xfrm>
            <a:off x="323850" y="622300"/>
            <a:ext cx="1368425" cy="579438"/>
          </a:xfrm>
          <a:prstGeom prst="rect">
            <a:avLst/>
          </a:prstGeom>
          <a:noFill/>
          <a:ln w="9525">
            <a:noFill/>
          </a:ln>
        </p:spPr>
        <p:txBody>
          <a:bodyPr>
            <a:spAutoFit/>
          </a:bodyPr>
          <a:p>
            <a:r>
              <a:rPr lang="zh-CN" altLang="en-US" dirty="0">
                <a:solidFill>
                  <a:schemeClr val="bg1"/>
                </a:solidFill>
                <a:latin typeface="Times New Roman" panose="02020603050405020304" pitchFamily="18" charset="0"/>
                <a:ea typeface="宋体" panose="02010600030101010101" pitchFamily="2" charset="-122"/>
              </a:rPr>
              <a:t>例</a:t>
            </a:r>
            <a:r>
              <a:rPr lang="en-US" altLang="zh-CN" b="0" dirty="0">
                <a:solidFill>
                  <a:schemeClr val="bg1"/>
                </a:solidFill>
                <a:latin typeface="Times New Roman" panose="02020603050405020304" pitchFamily="18" charset="0"/>
                <a:ea typeface="宋体" panose="02010600030101010101" pitchFamily="2" charset="-122"/>
              </a:rPr>
              <a:t>5-1</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49157" name="Rectangle 5"/>
          <p:cNvSpPr/>
          <p:nvPr/>
        </p:nvSpPr>
        <p:spPr>
          <a:xfrm>
            <a:off x="827088" y="477838"/>
            <a:ext cx="7632700" cy="1117600"/>
          </a:xfrm>
          <a:prstGeom prst="rect">
            <a:avLst/>
          </a:prstGeom>
          <a:noFill/>
          <a:ln w="9525">
            <a:noFill/>
          </a:ln>
        </p:spPr>
        <p:txBody>
          <a:bodyPr>
            <a:spAutoFit/>
          </a:bodyPr>
          <a:p>
            <a:pPr>
              <a:lnSpc>
                <a:spcPct val="120000"/>
              </a:lnSpc>
            </a:pPr>
            <a:r>
              <a:rPr lang="en-US" altLang="zh-CN" sz="2800" dirty="0">
                <a:latin typeface="Times New Roman" panose="02020603050405020304" pitchFamily="18" charset="0"/>
                <a:ea typeface="仿宋_GB2312" pitchFamily="49" charset="-122"/>
              </a:rPr>
              <a:t>      </a:t>
            </a:r>
            <a:r>
              <a:rPr lang="zh-CN" altLang="en-US" sz="2800" dirty="0">
                <a:latin typeface="Times New Roman" panose="02020603050405020304" pitchFamily="18" charset="0"/>
              </a:rPr>
              <a:t>已知</a:t>
            </a:r>
            <a:r>
              <a:rPr lang="en-US" altLang="zh-CN" sz="2800" b="0" i="1" dirty="0">
                <a:solidFill>
                  <a:schemeClr val="bg1"/>
                </a:solidFill>
                <a:latin typeface="Times New Roman" panose="02020603050405020304" pitchFamily="18" charset="0"/>
                <a:ea typeface="宋体" panose="02010600030101010101" pitchFamily="2" charset="-122"/>
              </a:rPr>
              <a:t>U</a:t>
            </a:r>
            <a:r>
              <a:rPr lang="en-US" altLang="zh-CN" sz="2800" b="0" baseline="-25000" dirty="0">
                <a:solidFill>
                  <a:schemeClr val="bg1"/>
                </a:solidFill>
                <a:latin typeface="Times New Roman" panose="02020603050405020304" pitchFamily="18" charset="0"/>
                <a:ea typeface="宋体" panose="02010600030101010101" pitchFamily="2" charset="-122"/>
              </a:rPr>
              <a:t>L  </a:t>
            </a:r>
            <a:r>
              <a:rPr lang="en-US" altLang="zh-CN" sz="2800" b="0" dirty="0">
                <a:solidFill>
                  <a:schemeClr val="bg1"/>
                </a:solidFill>
                <a:latin typeface="Times New Roman" panose="02020603050405020304" pitchFamily="18" charset="0"/>
                <a:ea typeface="宋体" panose="02010600030101010101" pitchFamily="2" charset="-122"/>
              </a:rPr>
              <a:t>=380V</a:t>
            </a:r>
            <a:r>
              <a:rPr lang="zh-CN" altLang="en-US" sz="2800" b="0" dirty="0">
                <a:solidFill>
                  <a:schemeClr val="bg1"/>
                </a:solidFill>
                <a:latin typeface="Times New Roman" panose="02020603050405020304" pitchFamily="18" charset="0"/>
                <a:ea typeface="宋体" panose="02010600030101010101" pitchFamily="2" charset="-122"/>
              </a:rPr>
              <a:t>，</a:t>
            </a:r>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1</a:t>
            </a:r>
            <a:r>
              <a:rPr lang="en-US" altLang="zh-CN" sz="2800" b="0" dirty="0">
                <a:solidFill>
                  <a:schemeClr val="bg1"/>
                </a:solidFill>
                <a:latin typeface="Times New Roman" panose="02020603050405020304" pitchFamily="18" charset="0"/>
                <a:ea typeface="宋体" panose="02010600030101010101" pitchFamily="2" charset="-122"/>
              </a:rPr>
              <a:t>=(30+j40)</a:t>
            </a:r>
            <a:r>
              <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zh-CN" altLang="en-US" sz="2800" b="0" dirty="0">
                <a:solidFill>
                  <a:schemeClr val="bg1"/>
                </a:solidFill>
                <a:latin typeface="Times New Roman" panose="02020603050405020304" pitchFamily="18" charset="0"/>
                <a:ea typeface="宋体" panose="02010600030101010101" pitchFamily="2" charset="-122"/>
              </a:rPr>
              <a:t>，</a:t>
            </a:r>
            <a:r>
              <a:rPr lang="zh-CN" altLang="en-US" sz="2800" dirty="0">
                <a:latin typeface="Times New Roman" panose="02020603050405020304" pitchFamily="18" charset="0"/>
              </a:rPr>
              <a:t>电动机</a:t>
            </a:r>
            <a:r>
              <a:rPr lang="zh-CN" altLang="en-US" sz="2800" dirty="0">
                <a:latin typeface="Times New Roman" panose="02020603050405020304" pitchFamily="18" charset="0"/>
                <a:ea typeface="宋体" panose="02010600030101010101" pitchFamily="2" charset="-122"/>
              </a:rPr>
              <a:t> </a:t>
            </a:r>
            <a:endParaRPr lang="zh-CN" altLang="en-US" sz="2800" dirty="0">
              <a:latin typeface="Times New Roman" panose="02020603050405020304" pitchFamily="18" charset="0"/>
              <a:ea typeface="宋体" panose="02010600030101010101" pitchFamily="2" charset="-122"/>
            </a:endParaRPr>
          </a:p>
          <a:p>
            <a:pPr>
              <a:lnSpc>
                <a:spcPct val="120000"/>
              </a:lnSpc>
            </a:pPr>
            <a:r>
              <a:rPr lang="zh-CN" altLang="en-US" sz="2800" dirty="0">
                <a:latin typeface="Times New Roman" panose="02020603050405020304" pitchFamily="18" charset="0"/>
                <a:ea typeface="宋体" panose="02010600030101010101" pitchFamily="2" charset="-122"/>
              </a:rPr>
              <a:t>      </a:t>
            </a:r>
            <a:r>
              <a:rPr lang="en-US" altLang="zh-CN" sz="2800" b="0" i="1" dirty="0">
                <a:solidFill>
                  <a:schemeClr val="bg1"/>
                </a:solidFill>
                <a:latin typeface="Times New Roman" panose="02020603050405020304" pitchFamily="18" charset="0"/>
                <a:ea typeface="宋体" panose="02010600030101010101" pitchFamily="2" charset="-122"/>
              </a:rPr>
              <a:t>P</a:t>
            </a:r>
            <a:r>
              <a:rPr lang="en-US" altLang="zh-CN" sz="2800" b="0" dirty="0">
                <a:solidFill>
                  <a:schemeClr val="bg1"/>
                </a:solidFill>
                <a:latin typeface="Times New Roman" panose="02020603050405020304" pitchFamily="18" charset="0"/>
                <a:ea typeface="宋体" panose="02010600030101010101" pitchFamily="2" charset="-122"/>
              </a:rPr>
              <a:t>=1700W</a:t>
            </a:r>
            <a:r>
              <a:rPr lang="zh-CN" altLang="en-US" sz="2800" b="0" dirty="0">
                <a:solidFill>
                  <a:schemeClr val="bg1"/>
                </a:solidFill>
                <a:latin typeface="Times New Roman" panose="02020603050405020304" pitchFamily="18" charset="0"/>
                <a:ea typeface="宋体" panose="02010600030101010101" pitchFamily="2" charset="-122"/>
              </a:rPr>
              <a:t>，</a:t>
            </a:r>
            <a:r>
              <a:rPr lang="en-US" altLang="zh-CN" sz="2800" b="0" dirty="0">
                <a:solidFill>
                  <a:schemeClr val="bg1"/>
                </a:solidFill>
                <a:latin typeface="Times New Roman" panose="02020603050405020304" pitchFamily="18" charset="0"/>
                <a:ea typeface="宋体" panose="02010600030101010101" pitchFamily="2" charset="-122"/>
              </a:rPr>
              <a:t>cos</a:t>
            </a:r>
            <a:r>
              <a:rPr lang="en-US" altLang="zh-CN" sz="2800" b="0" i="1" dirty="0">
                <a:solidFill>
                  <a:schemeClr val="bg1"/>
                </a:solidFill>
                <a:latin typeface="Symbol" panose="05050102010706020507" pitchFamily="18" charset="2"/>
                <a:ea typeface="宋体" panose="02010600030101010101" pitchFamily="2" charset="-122"/>
              </a:rPr>
              <a:t>j</a:t>
            </a:r>
            <a:r>
              <a:rPr lang="en-US" altLang="zh-CN" sz="2800" b="0" dirty="0">
                <a:solidFill>
                  <a:schemeClr val="bg1"/>
                </a:solidFill>
                <a:latin typeface="Times New Roman" panose="02020603050405020304" pitchFamily="18" charset="0"/>
                <a:ea typeface="宋体" panose="02010600030101010101" pitchFamily="2" charset="-122"/>
              </a:rPr>
              <a:t>=0.8</a:t>
            </a:r>
            <a:r>
              <a:rPr lang="en-US" altLang="zh-CN" sz="2800" dirty="0">
                <a:latin typeface="楷体_GB2312" pitchFamily="49" charset="-122"/>
              </a:rPr>
              <a:t>(</a:t>
            </a:r>
            <a:r>
              <a:rPr lang="zh-CN" altLang="en-US" sz="2800" dirty="0">
                <a:latin typeface="楷体_GB2312" pitchFamily="49" charset="-122"/>
              </a:rPr>
              <a:t>感性</a:t>
            </a:r>
            <a:r>
              <a:rPr lang="en-US" altLang="zh-CN" sz="2800" dirty="0">
                <a:latin typeface="楷体_GB2312" pitchFamily="49" charset="-122"/>
              </a:rPr>
              <a:t>)</a:t>
            </a:r>
            <a:r>
              <a:rPr lang="zh-CN" altLang="en-US" sz="2800" dirty="0">
                <a:latin typeface="仿宋_GB2312" pitchFamily="49" charset="-122"/>
                <a:ea typeface="仿宋_GB2312" pitchFamily="49" charset="-122"/>
              </a:rPr>
              <a:t>。</a:t>
            </a:r>
            <a:endParaRPr lang="zh-CN" altLang="en-US" sz="2800" dirty="0">
              <a:latin typeface="仿宋_GB2312" pitchFamily="49" charset="-122"/>
              <a:ea typeface="仿宋_GB2312" pitchFamily="49" charset="-122"/>
            </a:endParaRPr>
          </a:p>
        </p:txBody>
      </p:sp>
      <p:grpSp>
        <p:nvGrpSpPr>
          <p:cNvPr id="2" name="Group 53"/>
          <p:cNvGrpSpPr/>
          <p:nvPr/>
        </p:nvGrpSpPr>
        <p:grpSpPr>
          <a:xfrm>
            <a:off x="4427538" y="2638425"/>
            <a:ext cx="4108450" cy="3098800"/>
            <a:chOff x="2305" y="1342"/>
            <a:chExt cx="2588" cy="1952"/>
          </a:xfrm>
        </p:grpSpPr>
        <p:sp>
          <p:nvSpPr>
            <p:cNvPr id="54300" name="Oval 54"/>
            <p:cNvSpPr/>
            <p:nvPr/>
          </p:nvSpPr>
          <p:spPr>
            <a:xfrm>
              <a:off x="4207" y="1902"/>
              <a:ext cx="432" cy="432"/>
            </a:xfrm>
            <a:prstGeom prst="ellipse">
              <a:avLst/>
            </a:prstGeom>
            <a:gradFill rotWithShape="1">
              <a:gsLst>
                <a:gs pos="0">
                  <a:srgbClr val="184776"/>
                </a:gs>
                <a:gs pos="100000">
                  <a:srgbClr val="3399FF"/>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r>
                <a:rPr lang="en-US" altLang="zh-CN" sz="2400" dirty="0">
                  <a:solidFill>
                    <a:schemeClr val="bg1"/>
                  </a:solidFill>
                  <a:latin typeface="Times New Roman" panose="02020603050405020304" pitchFamily="18" charset="0"/>
                  <a:ea typeface="宋体" panose="02010600030101010101" pitchFamily="2" charset="-122"/>
                </a:rPr>
                <a:t>M</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54301" name="Line 55"/>
            <p:cNvSpPr/>
            <p:nvPr/>
          </p:nvSpPr>
          <p:spPr>
            <a:xfrm flipH="1" flipV="1">
              <a:off x="2608" y="2160"/>
              <a:ext cx="1587" cy="0"/>
            </a:xfrm>
            <a:prstGeom prst="line">
              <a:avLst/>
            </a:prstGeom>
            <a:ln w="28575" cap="flat" cmpd="sng">
              <a:solidFill>
                <a:srgbClr val="FFCC00"/>
              </a:solidFill>
              <a:prstDash val="solid"/>
              <a:headEnd type="none" w="med" len="med"/>
              <a:tailEnd type="none" w="med" len="med"/>
            </a:ln>
          </p:spPr>
        </p:sp>
        <p:sp>
          <p:nvSpPr>
            <p:cNvPr id="54302" name="Line 56"/>
            <p:cNvSpPr/>
            <p:nvPr/>
          </p:nvSpPr>
          <p:spPr>
            <a:xfrm flipH="1" flipV="1">
              <a:off x="4059" y="1752"/>
              <a:ext cx="196" cy="216"/>
            </a:xfrm>
            <a:prstGeom prst="line">
              <a:avLst/>
            </a:prstGeom>
            <a:ln w="28575" cap="flat" cmpd="sng">
              <a:solidFill>
                <a:srgbClr val="FFCC00"/>
              </a:solidFill>
              <a:prstDash val="solid"/>
              <a:headEnd type="none" w="med" len="med"/>
              <a:tailEnd type="none" w="med" len="med"/>
            </a:ln>
          </p:spPr>
        </p:sp>
        <p:sp>
          <p:nvSpPr>
            <p:cNvPr id="54303" name="Line 57"/>
            <p:cNvSpPr/>
            <p:nvPr/>
          </p:nvSpPr>
          <p:spPr>
            <a:xfrm flipH="1">
              <a:off x="2608" y="1752"/>
              <a:ext cx="1451" cy="0"/>
            </a:xfrm>
            <a:prstGeom prst="line">
              <a:avLst/>
            </a:prstGeom>
            <a:ln w="28575" cap="flat" cmpd="sng">
              <a:solidFill>
                <a:srgbClr val="FFCC00"/>
              </a:solidFill>
              <a:prstDash val="solid"/>
              <a:headEnd type="none" w="med" len="med"/>
              <a:tailEnd type="none" w="med" len="med"/>
            </a:ln>
          </p:spPr>
        </p:sp>
        <p:sp>
          <p:nvSpPr>
            <p:cNvPr id="54304" name="Line 58"/>
            <p:cNvSpPr/>
            <p:nvPr/>
          </p:nvSpPr>
          <p:spPr>
            <a:xfrm flipH="1">
              <a:off x="4059" y="2304"/>
              <a:ext cx="244" cy="264"/>
            </a:xfrm>
            <a:prstGeom prst="line">
              <a:avLst/>
            </a:prstGeom>
            <a:ln w="28575" cap="flat" cmpd="sng">
              <a:solidFill>
                <a:srgbClr val="FFCC00"/>
              </a:solidFill>
              <a:prstDash val="solid"/>
              <a:headEnd type="none" w="med" len="med"/>
              <a:tailEnd type="none" w="med" len="med"/>
            </a:ln>
          </p:spPr>
        </p:sp>
        <p:sp>
          <p:nvSpPr>
            <p:cNvPr id="54305" name="Line 59"/>
            <p:cNvSpPr/>
            <p:nvPr/>
          </p:nvSpPr>
          <p:spPr>
            <a:xfrm flipH="1" flipV="1">
              <a:off x="2653" y="2568"/>
              <a:ext cx="1406" cy="0"/>
            </a:xfrm>
            <a:prstGeom prst="line">
              <a:avLst/>
            </a:prstGeom>
            <a:ln w="28575" cap="flat" cmpd="sng">
              <a:solidFill>
                <a:srgbClr val="FFCC00"/>
              </a:solidFill>
              <a:prstDash val="solid"/>
              <a:headEnd type="none" w="med" len="med"/>
              <a:tailEnd type="none" w="med" len="med"/>
            </a:ln>
          </p:spPr>
        </p:sp>
        <p:sp>
          <p:nvSpPr>
            <p:cNvPr id="54306" name="Line 60"/>
            <p:cNvSpPr/>
            <p:nvPr/>
          </p:nvSpPr>
          <p:spPr>
            <a:xfrm flipH="1">
              <a:off x="3107" y="2568"/>
              <a:ext cx="0" cy="726"/>
            </a:xfrm>
            <a:prstGeom prst="line">
              <a:avLst/>
            </a:prstGeom>
            <a:ln w="28575" cap="flat" cmpd="sng">
              <a:solidFill>
                <a:srgbClr val="FFCC00"/>
              </a:solidFill>
              <a:prstDash val="solid"/>
              <a:headEnd type="oval" w="sm" len="sm"/>
              <a:tailEnd type="none" w="med" len="med"/>
            </a:ln>
          </p:spPr>
        </p:sp>
        <p:sp>
          <p:nvSpPr>
            <p:cNvPr id="54307" name="Line 61"/>
            <p:cNvSpPr/>
            <p:nvPr/>
          </p:nvSpPr>
          <p:spPr>
            <a:xfrm>
              <a:off x="3094" y="3294"/>
              <a:ext cx="510" cy="0"/>
            </a:xfrm>
            <a:prstGeom prst="line">
              <a:avLst/>
            </a:prstGeom>
            <a:ln w="28575" cap="flat" cmpd="sng">
              <a:solidFill>
                <a:srgbClr val="FFCC00"/>
              </a:solidFill>
              <a:prstDash val="solid"/>
              <a:headEnd type="none" w="med" len="med"/>
              <a:tailEnd type="none" w="med" len="med"/>
            </a:ln>
          </p:spPr>
        </p:sp>
        <p:sp>
          <p:nvSpPr>
            <p:cNvPr id="54308" name="Line 62"/>
            <p:cNvSpPr/>
            <p:nvPr/>
          </p:nvSpPr>
          <p:spPr>
            <a:xfrm flipH="1">
              <a:off x="3606" y="1752"/>
              <a:ext cx="0" cy="1542"/>
            </a:xfrm>
            <a:prstGeom prst="line">
              <a:avLst/>
            </a:prstGeom>
            <a:ln w="28575" cap="flat" cmpd="sng">
              <a:solidFill>
                <a:srgbClr val="FFCC00"/>
              </a:solidFill>
              <a:prstDash val="solid"/>
              <a:headEnd type="oval" w="sm" len="sm"/>
              <a:tailEnd type="none" w="med" len="med"/>
            </a:ln>
          </p:spPr>
        </p:sp>
        <p:sp>
          <p:nvSpPr>
            <p:cNvPr id="54309" name="Text Box 63"/>
            <p:cNvSpPr txBox="1"/>
            <p:nvPr/>
          </p:nvSpPr>
          <p:spPr>
            <a:xfrm>
              <a:off x="2305" y="1560"/>
              <a:ext cx="278" cy="327"/>
            </a:xfrm>
            <a:prstGeom prst="rect">
              <a:avLst/>
            </a:prstGeom>
            <a:noFill/>
            <a:ln w="28575">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4310" name="Text Box 64"/>
            <p:cNvSpPr txBox="1"/>
            <p:nvPr/>
          </p:nvSpPr>
          <p:spPr>
            <a:xfrm>
              <a:off x="2315" y="1936"/>
              <a:ext cx="265" cy="327"/>
            </a:xfrm>
            <a:prstGeom prst="rect">
              <a:avLst/>
            </a:prstGeom>
            <a:noFill/>
            <a:ln w="28575">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4311" name="Text Box 65"/>
            <p:cNvSpPr txBox="1"/>
            <p:nvPr/>
          </p:nvSpPr>
          <p:spPr>
            <a:xfrm>
              <a:off x="2305" y="2364"/>
              <a:ext cx="265" cy="327"/>
            </a:xfrm>
            <a:prstGeom prst="rect">
              <a:avLst/>
            </a:prstGeom>
            <a:noFill/>
            <a:ln w="28575">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4312" name="Line 66"/>
            <p:cNvSpPr/>
            <p:nvPr/>
          </p:nvSpPr>
          <p:spPr>
            <a:xfrm>
              <a:off x="3556" y="1824"/>
              <a:ext cx="0" cy="288"/>
            </a:xfrm>
            <a:prstGeom prst="line">
              <a:avLst/>
            </a:prstGeom>
            <a:ln w="28575" cap="flat" cmpd="sng">
              <a:solidFill>
                <a:srgbClr val="00FFFF"/>
              </a:solidFill>
              <a:prstDash val="solid"/>
              <a:headEnd type="none" w="med" len="med"/>
              <a:tailEnd type="triangle" w="med" len="med"/>
            </a:ln>
          </p:spPr>
        </p:sp>
        <p:sp>
          <p:nvSpPr>
            <p:cNvPr id="54313" name="Line 67"/>
            <p:cNvSpPr/>
            <p:nvPr/>
          </p:nvSpPr>
          <p:spPr>
            <a:xfrm>
              <a:off x="3631" y="1710"/>
              <a:ext cx="384" cy="0"/>
            </a:xfrm>
            <a:prstGeom prst="line">
              <a:avLst/>
            </a:prstGeom>
            <a:ln w="28575" cap="flat" cmpd="sng">
              <a:solidFill>
                <a:srgbClr val="00FFFF"/>
              </a:solidFill>
              <a:prstDash val="solid"/>
              <a:headEnd type="none" w="med" len="med"/>
              <a:tailEnd type="triangle" w="med" len="med"/>
            </a:ln>
          </p:spPr>
        </p:sp>
        <p:sp>
          <p:nvSpPr>
            <p:cNvPr id="54314" name="Text Box 68"/>
            <p:cNvSpPr txBox="1"/>
            <p:nvPr/>
          </p:nvSpPr>
          <p:spPr>
            <a:xfrm>
              <a:off x="3652" y="2800"/>
              <a:ext cx="317" cy="327"/>
            </a:xfrm>
            <a:prstGeom prst="rect">
              <a:avLst/>
            </a:prstGeom>
            <a:noFill/>
            <a:ln w="28575">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1</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4315" name="Oval 69"/>
            <p:cNvSpPr/>
            <p:nvPr/>
          </p:nvSpPr>
          <p:spPr>
            <a:xfrm>
              <a:off x="2596" y="2557"/>
              <a:ext cx="57" cy="5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4316" name="Oval 70"/>
            <p:cNvSpPr/>
            <p:nvPr/>
          </p:nvSpPr>
          <p:spPr>
            <a:xfrm>
              <a:off x="2551" y="2112"/>
              <a:ext cx="57" cy="5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4317" name="Oval 71"/>
            <p:cNvSpPr/>
            <p:nvPr/>
          </p:nvSpPr>
          <p:spPr>
            <a:xfrm>
              <a:off x="2548" y="1740"/>
              <a:ext cx="57" cy="5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aphicFrame>
          <p:nvGraphicFramePr>
            <p:cNvPr id="54276" name="Object 72"/>
            <p:cNvGraphicFramePr/>
            <p:nvPr/>
          </p:nvGraphicFramePr>
          <p:xfrm>
            <a:off x="3270" y="1690"/>
            <a:ext cx="304" cy="370"/>
          </p:xfrm>
          <a:graphic>
            <a:graphicData uri="http://schemas.openxmlformats.org/presentationml/2006/ole">
              <mc:AlternateContent xmlns:mc="http://schemas.openxmlformats.org/markup-compatibility/2006">
                <mc:Choice xmlns:v="urn:schemas-microsoft-com:vml" Requires="v">
                  <p:oleObj spid="_x0000_s3394" name="" r:id="rId1" imgW="241300" imgH="292100" progId="Equation.3">
                    <p:embed/>
                  </p:oleObj>
                </mc:Choice>
                <mc:Fallback>
                  <p:oleObj name="" r:id="rId1" imgW="241300" imgH="292100" progId="Equation.3">
                    <p:embed/>
                    <p:pic>
                      <p:nvPicPr>
                        <p:cNvPr id="0" name="图片 3393"/>
                        <p:cNvPicPr/>
                        <p:nvPr/>
                      </p:nvPicPr>
                      <p:blipFill>
                        <a:blip r:embed="rId2">
                          <a:clrChange>
                            <a:clrFrom>
                              <a:srgbClr val="000000"/>
                            </a:clrFrom>
                            <a:clrTo>
                              <a:srgbClr val="FFFFFF"/>
                            </a:clrTo>
                          </a:clrChange>
                        </a:blip>
                        <a:stretch>
                          <a:fillRect/>
                        </a:stretch>
                      </p:blipFill>
                      <p:spPr>
                        <a:xfrm>
                          <a:off x="3270" y="1690"/>
                          <a:ext cx="304" cy="370"/>
                        </a:xfrm>
                        <a:prstGeom prst="rect">
                          <a:avLst/>
                        </a:prstGeom>
                        <a:noFill/>
                        <a:ln w="38100">
                          <a:noFill/>
                          <a:miter/>
                        </a:ln>
                      </p:spPr>
                    </p:pic>
                  </p:oleObj>
                </mc:Fallback>
              </mc:AlternateContent>
            </a:graphicData>
          </a:graphic>
        </p:graphicFrame>
        <p:graphicFrame>
          <p:nvGraphicFramePr>
            <p:cNvPr id="54277" name="Object 73"/>
            <p:cNvGraphicFramePr/>
            <p:nvPr/>
          </p:nvGraphicFramePr>
          <p:xfrm>
            <a:off x="3699" y="1342"/>
            <a:ext cx="304" cy="370"/>
          </p:xfrm>
          <a:graphic>
            <a:graphicData uri="http://schemas.openxmlformats.org/presentationml/2006/ole">
              <mc:AlternateContent xmlns:mc="http://schemas.openxmlformats.org/markup-compatibility/2006">
                <mc:Choice xmlns:v="urn:schemas-microsoft-com:vml" Requires="v">
                  <p:oleObj spid="_x0000_s3395" name="" r:id="rId3" imgW="241300" imgH="292100" progId="Equation.3">
                    <p:embed/>
                  </p:oleObj>
                </mc:Choice>
                <mc:Fallback>
                  <p:oleObj name="" r:id="rId3" imgW="241300" imgH="292100" progId="Equation.3">
                    <p:embed/>
                    <p:pic>
                      <p:nvPicPr>
                        <p:cNvPr id="0" name="图片 3394"/>
                        <p:cNvPicPr/>
                        <p:nvPr/>
                      </p:nvPicPr>
                      <p:blipFill>
                        <a:blip r:embed="rId4">
                          <a:clrChange>
                            <a:clrFrom>
                              <a:srgbClr val="000000"/>
                            </a:clrFrom>
                            <a:clrTo>
                              <a:srgbClr val="FFFFFF"/>
                            </a:clrTo>
                          </a:clrChange>
                        </a:blip>
                        <a:stretch>
                          <a:fillRect/>
                        </a:stretch>
                      </p:blipFill>
                      <p:spPr>
                        <a:xfrm>
                          <a:off x="3699" y="1342"/>
                          <a:ext cx="304" cy="370"/>
                        </a:xfrm>
                        <a:prstGeom prst="rect">
                          <a:avLst/>
                        </a:prstGeom>
                        <a:noFill/>
                        <a:ln w="38100">
                          <a:noFill/>
                          <a:miter/>
                        </a:ln>
                      </p:spPr>
                    </p:pic>
                  </p:oleObj>
                </mc:Fallback>
              </mc:AlternateContent>
            </a:graphicData>
          </a:graphic>
        </p:graphicFrame>
        <p:sp>
          <p:nvSpPr>
            <p:cNvPr id="54318" name="Rectangle 74"/>
            <p:cNvSpPr/>
            <p:nvPr/>
          </p:nvSpPr>
          <p:spPr>
            <a:xfrm>
              <a:off x="4105" y="2549"/>
              <a:ext cx="788" cy="327"/>
            </a:xfrm>
            <a:prstGeom prst="rect">
              <a:avLst/>
            </a:prstGeom>
            <a:solidFill>
              <a:schemeClr val="hlink"/>
            </a:solidFill>
            <a:ln w="28575">
              <a:noFill/>
            </a:ln>
          </p:spPr>
          <p:txBody>
            <a:bodyPr wrap="none" anchor="ctr" anchorCtr="0">
              <a:spAutoFit/>
            </a:bodyPr>
            <a:p>
              <a:r>
                <a:rPr lang="zh-CN" altLang="en-US" sz="2800" dirty="0">
                  <a:solidFill>
                    <a:schemeClr val="bg1"/>
                  </a:solidFill>
                  <a:latin typeface="Times New Roman" panose="02020603050405020304" pitchFamily="18" charset="0"/>
                </a:rPr>
                <a:t>电动机</a:t>
              </a:r>
              <a:endParaRPr lang="zh-CN" altLang="en-US" sz="2800" dirty="0">
                <a:solidFill>
                  <a:schemeClr val="bg1"/>
                </a:solidFill>
                <a:latin typeface="Times New Roman" panose="02020603050405020304" pitchFamily="18" charset="0"/>
              </a:endParaRPr>
            </a:p>
          </p:txBody>
        </p:sp>
        <p:graphicFrame>
          <p:nvGraphicFramePr>
            <p:cNvPr id="54278" name="Object 75"/>
            <p:cNvGraphicFramePr/>
            <p:nvPr/>
          </p:nvGraphicFramePr>
          <p:xfrm>
            <a:off x="2608" y="1344"/>
            <a:ext cx="255" cy="370"/>
          </p:xfrm>
          <a:graphic>
            <a:graphicData uri="http://schemas.openxmlformats.org/presentationml/2006/ole">
              <mc:AlternateContent xmlns:mc="http://schemas.openxmlformats.org/markup-compatibility/2006">
                <mc:Choice xmlns:v="urn:schemas-microsoft-com:vml" Requires="v">
                  <p:oleObj spid="_x0000_s3393" name="" r:id="rId5" imgW="203200" imgH="292100" progId="Equation.3">
                    <p:embed/>
                  </p:oleObj>
                </mc:Choice>
                <mc:Fallback>
                  <p:oleObj name="" r:id="rId5" imgW="203200" imgH="292100" progId="Equation.3">
                    <p:embed/>
                    <p:pic>
                      <p:nvPicPr>
                        <p:cNvPr id="0" name="图片 3392"/>
                        <p:cNvPicPr/>
                        <p:nvPr/>
                      </p:nvPicPr>
                      <p:blipFill>
                        <a:blip r:embed="rId6">
                          <a:clrChange>
                            <a:clrFrom>
                              <a:srgbClr val="000000"/>
                            </a:clrFrom>
                            <a:clrTo>
                              <a:srgbClr val="FFFFFF"/>
                            </a:clrTo>
                          </a:clrChange>
                        </a:blip>
                        <a:stretch>
                          <a:fillRect/>
                        </a:stretch>
                      </p:blipFill>
                      <p:spPr>
                        <a:xfrm>
                          <a:off x="2608" y="1344"/>
                          <a:ext cx="255" cy="370"/>
                        </a:xfrm>
                        <a:prstGeom prst="rect">
                          <a:avLst/>
                        </a:prstGeom>
                        <a:noFill/>
                        <a:ln w="38100">
                          <a:noFill/>
                          <a:miter/>
                        </a:ln>
                      </p:spPr>
                    </p:pic>
                  </p:oleObj>
                </mc:Fallback>
              </mc:AlternateContent>
            </a:graphicData>
          </a:graphic>
        </p:graphicFrame>
        <p:sp>
          <p:nvSpPr>
            <p:cNvPr id="54319" name="Line 76"/>
            <p:cNvSpPr/>
            <p:nvPr/>
          </p:nvSpPr>
          <p:spPr>
            <a:xfrm>
              <a:off x="2890" y="1710"/>
              <a:ext cx="384" cy="0"/>
            </a:xfrm>
            <a:prstGeom prst="line">
              <a:avLst/>
            </a:prstGeom>
            <a:ln w="28575" cap="flat" cmpd="sng">
              <a:solidFill>
                <a:srgbClr val="00FFFF"/>
              </a:solidFill>
              <a:prstDash val="solid"/>
              <a:headEnd type="none" w="med" len="med"/>
              <a:tailEnd type="triangle" w="med" len="med"/>
            </a:ln>
          </p:spPr>
        </p:sp>
        <p:sp>
          <p:nvSpPr>
            <p:cNvPr id="54320" name="Line 77"/>
            <p:cNvSpPr/>
            <p:nvPr/>
          </p:nvSpPr>
          <p:spPr>
            <a:xfrm>
              <a:off x="3334" y="2160"/>
              <a:ext cx="0" cy="1134"/>
            </a:xfrm>
            <a:prstGeom prst="line">
              <a:avLst/>
            </a:prstGeom>
            <a:ln w="28575" cap="flat" cmpd="sng">
              <a:solidFill>
                <a:srgbClr val="FFCC00"/>
              </a:solidFill>
              <a:prstDash val="solid"/>
              <a:headEnd type="oval" w="med" len="med"/>
              <a:tailEnd type="oval" w="med" len="med"/>
            </a:ln>
          </p:spPr>
        </p:sp>
        <p:sp>
          <p:nvSpPr>
            <p:cNvPr id="54321" name="Rectangle 78"/>
            <p:cNvSpPr/>
            <p:nvPr/>
          </p:nvSpPr>
          <p:spPr>
            <a:xfrm>
              <a:off x="3560" y="2750"/>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54322" name="Rectangle 79"/>
            <p:cNvSpPr/>
            <p:nvPr/>
          </p:nvSpPr>
          <p:spPr>
            <a:xfrm>
              <a:off x="3288" y="2750"/>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54323" name="Rectangle 80"/>
            <p:cNvSpPr/>
            <p:nvPr/>
          </p:nvSpPr>
          <p:spPr>
            <a:xfrm>
              <a:off x="3016" y="2750"/>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54284" name="Group 90"/>
          <p:cNvGrpSpPr/>
          <p:nvPr/>
        </p:nvGrpSpPr>
        <p:grpSpPr>
          <a:xfrm>
            <a:off x="8316913" y="6445250"/>
            <a:ext cx="792162" cy="366713"/>
            <a:chOff x="5193" y="4020"/>
            <a:chExt cx="499" cy="231"/>
          </a:xfrm>
        </p:grpSpPr>
        <p:pic>
          <p:nvPicPr>
            <p:cNvPr id="54298" name="Picture 91" descr="78900"/>
            <p:cNvPicPr>
              <a:picLocks noChangeAspect="1"/>
            </p:cNvPicPr>
            <p:nvPr/>
          </p:nvPicPr>
          <p:blipFill>
            <a:blip r:embed="rId7"/>
            <a:stretch>
              <a:fillRect/>
            </a:stretch>
          </p:blipFill>
          <p:spPr>
            <a:xfrm>
              <a:off x="5193" y="4066"/>
              <a:ext cx="499" cy="181"/>
            </a:xfrm>
            <a:prstGeom prst="rect">
              <a:avLst/>
            </a:prstGeom>
            <a:noFill/>
            <a:ln w="9525">
              <a:noFill/>
            </a:ln>
          </p:spPr>
        </p:pic>
        <p:sp>
          <p:nvSpPr>
            <p:cNvPr id="54299" name="Text Box 92">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4285" name="Group 93"/>
          <p:cNvGrpSpPr/>
          <p:nvPr/>
        </p:nvGrpSpPr>
        <p:grpSpPr>
          <a:xfrm>
            <a:off x="7451725" y="6445250"/>
            <a:ext cx="792163" cy="366713"/>
            <a:chOff x="5193" y="4020"/>
            <a:chExt cx="499" cy="231"/>
          </a:xfrm>
        </p:grpSpPr>
        <p:pic>
          <p:nvPicPr>
            <p:cNvPr id="54296" name="Picture 94" descr="78900"/>
            <p:cNvPicPr>
              <a:picLocks noChangeAspect="1"/>
            </p:cNvPicPr>
            <p:nvPr/>
          </p:nvPicPr>
          <p:blipFill>
            <a:blip r:embed="rId7"/>
            <a:stretch>
              <a:fillRect/>
            </a:stretch>
          </p:blipFill>
          <p:spPr>
            <a:xfrm>
              <a:off x="5193" y="4066"/>
              <a:ext cx="499" cy="181"/>
            </a:xfrm>
            <a:prstGeom prst="rect">
              <a:avLst/>
            </a:prstGeom>
            <a:noFill/>
            <a:ln w="9525">
              <a:noFill/>
            </a:ln>
          </p:spPr>
        </p:pic>
        <p:sp>
          <p:nvSpPr>
            <p:cNvPr id="54297" name="Text Box 95">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4286" name="Group 96"/>
          <p:cNvGrpSpPr/>
          <p:nvPr/>
        </p:nvGrpSpPr>
        <p:grpSpPr>
          <a:xfrm>
            <a:off x="6588125" y="6446838"/>
            <a:ext cx="792163" cy="366712"/>
            <a:chOff x="4695" y="4061"/>
            <a:chExt cx="499" cy="231"/>
          </a:xfrm>
        </p:grpSpPr>
        <p:pic>
          <p:nvPicPr>
            <p:cNvPr id="54294" name="Picture 97" descr="78900"/>
            <p:cNvPicPr>
              <a:picLocks noChangeAspect="1"/>
            </p:cNvPicPr>
            <p:nvPr/>
          </p:nvPicPr>
          <p:blipFill>
            <a:blip r:embed="rId7"/>
            <a:stretch>
              <a:fillRect/>
            </a:stretch>
          </p:blipFill>
          <p:spPr>
            <a:xfrm>
              <a:off x="4695" y="4107"/>
              <a:ext cx="499" cy="181"/>
            </a:xfrm>
            <a:prstGeom prst="rect">
              <a:avLst/>
            </a:prstGeom>
            <a:noFill/>
            <a:ln w="9525">
              <a:noFill/>
            </a:ln>
          </p:spPr>
        </p:pic>
        <p:sp>
          <p:nvSpPr>
            <p:cNvPr id="54295" name="Text Box 98">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6" name="Group 102"/>
          <p:cNvGrpSpPr/>
          <p:nvPr/>
        </p:nvGrpSpPr>
        <p:grpSpPr>
          <a:xfrm>
            <a:off x="611188" y="3549650"/>
            <a:ext cx="3024187" cy="627063"/>
            <a:chOff x="385" y="2236"/>
            <a:chExt cx="1905" cy="395"/>
          </a:xfrm>
        </p:grpSpPr>
        <p:grpSp>
          <p:nvGrpSpPr>
            <p:cNvPr id="54291" name="Group 39"/>
            <p:cNvGrpSpPr/>
            <p:nvPr/>
          </p:nvGrpSpPr>
          <p:grpSpPr>
            <a:xfrm>
              <a:off x="385" y="2236"/>
              <a:ext cx="1905" cy="395"/>
              <a:chOff x="340" y="2091"/>
              <a:chExt cx="1820" cy="420"/>
            </a:xfrm>
          </p:grpSpPr>
          <p:graphicFrame>
            <p:nvGraphicFramePr>
              <p:cNvPr id="54275" name="Object 6"/>
              <p:cNvGraphicFramePr/>
              <p:nvPr/>
            </p:nvGraphicFramePr>
            <p:xfrm>
              <a:off x="711" y="2091"/>
              <a:ext cx="1449" cy="402"/>
            </p:xfrm>
            <a:graphic>
              <a:graphicData uri="http://schemas.openxmlformats.org/presentationml/2006/ole">
                <mc:AlternateContent xmlns:mc="http://schemas.openxmlformats.org/markup-compatibility/2006">
                  <mc:Choice xmlns:v="urn:schemas-microsoft-com:vml" Requires="v">
                    <p:oleObj spid="_x0000_s3396" name="" r:id="rId8" imgW="1141730" imgH="317500" progId="Equation.3">
                      <p:embed/>
                    </p:oleObj>
                  </mc:Choice>
                  <mc:Fallback>
                    <p:oleObj name="" r:id="rId8" imgW="1141730" imgH="317500" progId="Equation.3">
                      <p:embed/>
                      <p:pic>
                        <p:nvPicPr>
                          <p:cNvPr id="0" name="图片 3395"/>
                          <p:cNvPicPr/>
                          <p:nvPr/>
                        </p:nvPicPr>
                        <p:blipFill>
                          <a:blip r:embed="rId9">
                            <a:clrChange>
                              <a:clrFrom>
                                <a:srgbClr val="000000"/>
                              </a:clrFrom>
                              <a:clrTo>
                                <a:srgbClr val="FFFFFF"/>
                              </a:clrTo>
                            </a:clrChange>
                          </a:blip>
                          <a:stretch>
                            <a:fillRect/>
                          </a:stretch>
                        </p:blipFill>
                        <p:spPr>
                          <a:xfrm>
                            <a:off x="711" y="2091"/>
                            <a:ext cx="1449" cy="402"/>
                          </a:xfrm>
                          <a:prstGeom prst="rect">
                            <a:avLst/>
                          </a:prstGeom>
                          <a:noFill/>
                          <a:ln w="38100">
                            <a:noFill/>
                            <a:miter/>
                          </a:ln>
                        </p:spPr>
                      </p:pic>
                    </p:oleObj>
                  </mc:Fallback>
                </mc:AlternateContent>
              </a:graphicData>
            </a:graphic>
          </p:graphicFrame>
          <p:sp>
            <p:nvSpPr>
              <p:cNvPr id="54293" name="Text Box 8"/>
              <p:cNvSpPr txBox="1"/>
              <p:nvPr/>
            </p:nvSpPr>
            <p:spPr>
              <a:xfrm>
                <a:off x="340" y="2205"/>
                <a:ext cx="440" cy="306"/>
              </a:xfrm>
              <a:prstGeom prst="rect">
                <a:avLst/>
              </a:prstGeom>
              <a:noFill/>
              <a:ln w="9525">
                <a:noFill/>
              </a:ln>
            </p:spPr>
            <p:txBody>
              <a:bodyPr>
                <a:spAutoFit/>
              </a:bodyPr>
              <a:p>
                <a:pPr>
                  <a:spcBef>
                    <a:spcPct val="50000"/>
                  </a:spcBef>
                </a:pPr>
                <a:r>
                  <a:rPr lang="en-US" altLang="zh-CN" sz="2400" b="0" dirty="0">
                    <a:solidFill>
                      <a:schemeClr val="bg1"/>
                    </a:solidFill>
                    <a:latin typeface="Times New Roman" panose="02020603050405020304" pitchFamily="18" charset="0"/>
                    <a:ea typeface="宋体" panose="02010600030101010101" pitchFamily="2" charset="-122"/>
                  </a:rPr>
                  <a:t>(1)</a:t>
                </a:r>
                <a:endParaRPr lang="en-US" altLang="zh-CN" sz="2400" b="0" dirty="0">
                  <a:solidFill>
                    <a:schemeClr val="bg1"/>
                  </a:solidFill>
                  <a:latin typeface="Times New Roman" panose="02020603050405020304" pitchFamily="18" charset="0"/>
                  <a:ea typeface="宋体" panose="02010600030101010101" pitchFamily="2" charset="-122"/>
                </a:endParaRPr>
              </a:p>
            </p:txBody>
          </p:sp>
        </p:grpSp>
        <p:sp>
          <p:nvSpPr>
            <p:cNvPr id="54292" name="Line 99"/>
            <p:cNvSpPr/>
            <p:nvPr/>
          </p:nvSpPr>
          <p:spPr>
            <a:xfrm>
              <a:off x="1773" y="2577"/>
              <a:ext cx="272" cy="0"/>
            </a:xfrm>
            <a:prstGeom prst="line">
              <a:avLst/>
            </a:prstGeom>
            <a:ln w="9525" cap="flat" cmpd="sng">
              <a:solidFill>
                <a:schemeClr val="bg1"/>
              </a:solidFill>
              <a:prstDash val="solid"/>
              <a:headEnd type="none" w="med" len="med"/>
              <a:tailEnd type="none" w="med" len="med"/>
            </a:ln>
          </p:spPr>
        </p:sp>
      </p:grpSp>
      <p:grpSp>
        <p:nvGrpSpPr>
          <p:cNvPr id="8" name="Group 103"/>
          <p:cNvGrpSpPr/>
          <p:nvPr/>
        </p:nvGrpSpPr>
        <p:grpSpPr>
          <a:xfrm>
            <a:off x="468313" y="4265613"/>
            <a:ext cx="3740150" cy="1855787"/>
            <a:chOff x="295" y="2687"/>
            <a:chExt cx="2356" cy="1169"/>
          </a:xfrm>
        </p:grpSpPr>
        <p:graphicFrame>
          <p:nvGraphicFramePr>
            <p:cNvPr id="54274" name="Object 7"/>
            <p:cNvGraphicFramePr/>
            <p:nvPr/>
          </p:nvGraphicFramePr>
          <p:xfrm>
            <a:off x="295" y="2687"/>
            <a:ext cx="2356" cy="1169"/>
          </p:xfrm>
          <a:graphic>
            <a:graphicData uri="http://schemas.openxmlformats.org/presentationml/2006/ole">
              <mc:AlternateContent xmlns:mc="http://schemas.openxmlformats.org/markup-compatibility/2006">
                <mc:Choice xmlns:v="urn:schemas-microsoft-com:vml" Requires="v">
                  <p:oleObj spid="_x0000_s3399" name="" r:id="rId10" imgW="1663700" imgH="825500" progId="Equation.3">
                    <p:embed/>
                  </p:oleObj>
                </mc:Choice>
                <mc:Fallback>
                  <p:oleObj name="" r:id="rId10" imgW="1663700" imgH="825500" progId="Equation.3">
                    <p:embed/>
                    <p:pic>
                      <p:nvPicPr>
                        <p:cNvPr id="0" name="图片 3398"/>
                        <p:cNvPicPr/>
                        <p:nvPr/>
                      </p:nvPicPr>
                      <p:blipFill>
                        <a:blip r:embed="rId11">
                          <a:clrChange>
                            <a:clrFrom>
                              <a:srgbClr val="000000"/>
                            </a:clrFrom>
                            <a:clrTo>
                              <a:srgbClr val="FFFFFF"/>
                            </a:clrTo>
                          </a:clrChange>
                        </a:blip>
                        <a:stretch>
                          <a:fillRect/>
                        </a:stretch>
                      </p:blipFill>
                      <p:spPr>
                        <a:xfrm>
                          <a:off x="295" y="2687"/>
                          <a:ext cx="2356" cy="1169"/>
                        </a:xfrm>
                        <a:prstGeom prst="rect">
                          <a:avLst/>
                        </a:prstGeom>
                        <a:noFill/>
                        <a:ln w="38100">
                          <a:noFill/>
                          <a:miter/>
                        </a:ln>
                      </p:spPr>
                    </p:pic>
                  </p:oleObj>
                </mc:Fallback>
              </mc:AlternateContent>
            </a:graphicData>
          </a:graphic>
        </p:graphicFrame>
        <p:sp>
          <p:nvSpPr>
            <p:cNvPr id="54289" name="Line 100"/>
            <p:cNvSpPr/>
            <p:nvPr/>
          </p:nvSpPr>
          <p:spPr>
            <a:xfrm>
              <a:off x="1310" y="3811"/>
              <a:ext cx="726" cy="0"/>
            </a:xfrm>
            <a:prstGeom prst="line">
              <a:avLst/>
            </a:prstGeom>
            <a:ln w="9525" cap="flat" cmpd="sng">
              <a:solidFill>
                <a:schemeClr val="bg1"/>
              </a:solidFill>
              <a:prstDash val="solid"/>
              <a:headEnd type="none" w="med" len="med"/>
              <a:tailEnd type="none" w="med" len="med"/>
            </a:ln>
          </p:spPr>
        </p:sp>
        <p:sp>
          <p:nvSpPr>
            <p:cNvPr id="54290" name="Line 101"/>
            <p:cNvSpPr/>
            <p:nvPr/>
          </p:nvSpPr>
          <p:spPr>
            <a:xfrm>
              <a:off x="2018" y="3085"/>
              <a:ext cx="272" cy="0"/>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49156"/>
                                        </p:tgtEl>
                                        <p:attrNameLst>
                                          <p:attrName>style.visibility</p:attrName>
                                        </p:attrNameLst>
                                      </p:cBhvr>
                                      <p:to>
                                        <p:strVal val="visible"/>
                                      </p:to>
                                    </p:set>
                                    <p:anim calcmode="lin" valueType="num">
                                      <p:cBhvr>
                                        <p:cTn id="7" dur="1000" fill="hold"/>
                                        <p:tgtEl>
                                          <p:spTgt spid="49156"/>
                                        </p:tgtEl>
                                        <p:attrNameLst>
                                          <p:attrName>ppt_w</p:attrName>
                                        </p:attrNameLst>
                                      </p:cBhvr>
                                      <p:tavLst>
                                        <p:tav tm="0">
                                          <p:val>
                                            <p:fltVal val="0.000000"/>
                                          </p:val>
                                        </p:tav>
                                        <p:tav tm="100000">
                                          <p:val>
                                            <p:strVal val="#ppt_w"/>
                                          </p:val>
                                        </p:tav>
                                      </p:tavLst>
                                    </p:anim>
                                    <p:anim calcmode="lin" valueType="num">
                                      <p:cBhvr>
                                        <p:cTn id="8" dur="1000" fill="hold"/>
                                        <p:tgtEl>
                                          <p:spTgt spid="49156"/>
                                        </p:tgtEl>
                                        <p:attrNameLst>
                                          <p:attrName>ppt_h</p:attrName>
                                        </p:attrNameLst>
                                      </p:cBhvr>
                                      <p:tavLst>
                                        <p:tav tm="0">
                                          <p:val>
                                            <p:fltVal val="0.000000"/>
                                          </p:val>
                                        </p:tav>
                                        <p:tav tm="100000">
                                          <p:val>
                                            <p:strVal val="#ppt_h"/>
                                          </p:val>
                                        </p:tav>
                                      </p:tavLst>
                                    </p:anim>
                                    <p:anim calcmode="lin" valueType="num">
                                      <p:cBhvr>
                                        <p:cTn id="9" dur="1000" fill="hold"/>
                                        <p:tgtEl>
                                          <p:spTgt spid="49156"/>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49156"/>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blinds(horizontal)">
                                      <p:cBhvr>
                                        <p:cTn id="14" dur="500"/>
                                        <p:tgtEl>
                                          <p:spTgt spid="2"/>
                                        </p:tgtEl>
                                      </p:cBhvr>
                                    </p:animEffect>
                                  </p:childTnLst>
                                </p:cTn>
                              </p:par>
                            </p:childTnLst>
                          </p:cTn>
                        </p:par>
                        <p:par>
                          <p:cTn id="15" fill="hold">
                            <p:stCondLst>
                              <p:cond delay="1500"/>
                            </p:stCondLst>
                            <p:childTnLst>
                              <p:par>
                                <p:cTn id="16" presetID="12" presetClass="entr" presetSubtype="4" fill="hold" grpId="0" nodeType="afterEffect">
                                  <p:stCondLst>
                                    <p:cond delay="0"/>
                                  </p:stCondLst>
                                  <p:childTnLst>
                                    <p:set>
                                      <p:cBhvr>
                                        <p:cTn id="17" dur="1" fill="hold">
                                          <p:stCondLst>
                                            <p:cond delay="0"/>
                                          </p:stCondLst>
                                        </p:cTn>
                                        <p:tgtEl>
                                          <p:spTgt spid="49157"/>
                                        </p:tgtEl>
                                        <p:attrNameLst>
                                          <p:attrName>style.visibility</p:attrName>
                                        </p:attrNameLst>
                                      </p:cBhvr>
                                      <p:to>
                                        <p:strVal val="visible"/>
                                      </p:to>
                                    </p:set>
                                    <p:animEffect transition="in" filter="slide(fromBottom)">
                                      <p:cBhvr>
                                        <p:cTn id="18" dur="2000"/>
                                        <p:tgtEl>
                                          <p:spTgt spid="49157"/>
                                        </p:tgtEl>
                                      </p:cBhvr>
                                    </p:animEffect>
                                  </p:childTnLst>
                                </p:cTn>
                              </p:par>
                            </p:childTnLst>
                          </p:cTn>
                        </p:par>
                        <p:par>
                          <p:cTn id="19" fill="hold">
                            <p:stCondLst>
                              <p:cond delay="3500"/>
                            </p:stCondLst>
                            <p:childTnLst>
                              <p:par>
                                <p:cTn id="20" presetID="12" presetClass="entr" presetSubtype="4" fill="hold" grpId="0" nodeType="afterEffect">
                                  <p:stCondLst>
                                    <p:cond delay="0"/>
                                  </p:stCondLst>
                                  <p:childTnLst>
                                    <p:set>
                                      <p:cBhvr>
                                        <p:cTn id="21" dur="1" fill="hold">
                                          <p:stCondLst>
                                            <p:cond delay="0"/>
                                          </p:stCondLst>
                                        </p:cTn>
                                        <p:tgtEl>
                                          <p:spTgt spid="49154"/>
                                        </p:tgtEl>
                                        <p:attrNameLst>
                                          <p:attrName>style.visibility</p:attrName>
                                        </p:attrNameLst>
                                      </p:cBhvr>
                                      <p:to>
                                        <p:strVal val="visible"/>
                                      </p:to>
                                    </p:set>
                                    <p:animEffect transition="in" filter="slide(fromBottom)">
                                      <p:cBhvr>
                                        <p:cTn id="22" dur="2000"/>
                                        <p:tgtEl>
                                          <p:spTgt spid="49154"/>
                                        </p:tgtEl>
                                      </p:cBhvr>
                                    </p:animEffect>
                                  </p:childTnLst>
                                </p:cTn>
                              </p:par>
                            </p:childTnLst>
                          </p:cTn>
                        </p:par>
                      </p:childTnLst>
                    </p:cTn>
                  </p:par>
                  <p:par>
                    <p:cTn id="23" fill="hold">
                      <p:stCondLst>
                        <p:cond delay="indefinite"/>
                      </p:stCondLst>
                      <p:childTnLst>
                        <p:par>
                          <p:cTn id="24" fill="hold">
                            <p:stCondLst>
                              <p:cond delay="0"/>
                            </p:stCondLst>
                            <p:childTnLst>
                              <p:par>
                                <p:cTn id="25" presetID="15" presetClass="entr" presetSubtype="0" fill="hold" grpId="0" nodeType="clickEffect">
                                  <p:stCondLst>
                                    <p:cond delay="0"/>
                                  </p:stCondLst>
                                  <p:childTnLst>
                                    <p:set>
                                      <p:cBhvr>
                                        <p:cTn id="26" dur="1" fill="hold">
                                          <p:stCondLst>
                                            <p:cond delay="0"/>
                                          </p:stCondLst>
                                        </p:cTn>
                                        <p:tgtEl>
                                          <p:spTgt spid="49155"/>
                                        </p:tgtEl>
                                        <p:attrNameLst>
                                          <p:attrName>style.visibility</p:attrName>
                                        </p:attrNameLst>
                                      </p:cBhvr>
                                      <p:to>
                                        <p:strVal val="visible"/>
                                      </p:to>
                                    </p:set>
                                    <p:anim calcmode="lin" valueType="num">
                                      <p:cBhvr>
                                        <p:cTn id="27" dur="1000" fill="hold"/>
                                        <p:tgtEl>
                                          <p:spTgt spid="49155"/>
                                        </p:tgtEl>
                                        <p:attrNameLst>
                                          <p:attrName>ppt_w</p:attrName>
                                        </p:attrNameLst>
                                      </p:cBhvr>
                                      <p:tavLst>
                                        <p:tav tm="0">
                                          <p:val>
                                            <p:fltVal val="0.000000"/>
                                          </p:val>
                                        </p:tav>
                                        <p:tav tm="100000">
                                          <p:val>
                                            <p:strVal val="#ppt_w"/>
                                          </p:val>
                                        </p:tav>
                                      </p:tavLst>
                                    </p:anim>
                                    <p:anim calcmode="lin" valueType="num">
                                      <p:cBhvr>
                                        <p:cTn id="28" dur="1000" fill="hold"/>
                                        <p:tgtEl>
                                          <p:spTgt spid="49155"/>
                                        </p:tgtEl>
                                        <p:attrNameLst>
                                          <p:attrName>ppt_h</p:attrName>
                                        </p:attrNameLst>
                                      </p:cBhvr>
                                      <p:tavLst>
                                        <p:tav tm="0">
                                          <p:val>
                                            <p:fltVal val="0.000000"/>
                                          </p:val>
                                        </p:tav>
                                        <p:tav tm="100000">
                                          <p:val>
                                            <p:strVal val="#ppt_h"/>
                                          </p:val>
                                        </p:tav>
                                      </p:tavLst>
                                    </p:anim>
                                    <p:anim calcmode="lin" valueType="num">
                                      <p:cBhvr>
                                        <p:cTn id="29" dur="1000" fill="hold"/>
                                        <p:tgtEl>
                                          <p:spTgt spid="49155"/>
                                        </p:tgtEl>
                                        <p:attrNameLst>
                                          <p:attrName>ppt_x</p:attrName>
                                        </p:attrNameLst>
                                      </p:cBhvr>
                                      <p:tavLst>
                                        <p:tav tm="0" fmla="#ppt_x+(cos(-2*pi*(1-$))*-#ppt_x-sin(-2*pi*(1-$))*(1-#ppt_y))*(1-$)">
                                          <p:val>
                                            <p:fltVal val="0.000000"/>
                                          </p:val>
                                        </p:tav>
                                        <p:tav tm="100000">
                                          <p:val>
                                            <p:fltVal val="1.000000"/>
                                          </p:val>
                                        </p:tav>
                                      </p:tavLst>
                                    </p:anim>
                                    <p:anim calcmode="lin" valueType="num">
                                      <p:cBhvr>
                                        <p:cTn id="30" dur="1000" fill="hold"/>
                                        <p:tgtEl>
                                          <p:spTgt spid="49155"/>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blinds(horizontal)">
                                      <p:cBhvr>
                                        <p:cTn id="35" dur="500"/>
                                        <p:tgtEl>
                                          <p:spTgt spid="6"/>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4"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slide(fromBottom)">
                                      <p:cBhvr>
                                        <p:cTn id="40"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p:bldP spid="49155" grpId="0" animBg="1"/>
      <p:bldP spid="49156" grpId="0"/>
      <p:bldP spid="4915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Text Box 2"/>
          <p:cNvSpPr txBox="1"/>
          <p:nvPr/>
        </p:nvSpPr>
        <p:spPr>
          <a:xfrm>
            <a:off x="468313" y="638175"/>
            <a:ext cx="2808287" cy="519113"/>
          </a:xfrm>
          <a:prstGeom prst="rect">
            <a:avLst/>
          </a:prstGeom>
          <a:noFill/>
          <a:ln w="9525">
            <a:noFill/>
          </a:ln>
        </p:spPr>
        <p:txBody>
          <a:bodyPr>
            <a:spAutoFit/>
          </a:bodyPr>
          <a:p>
            <a:pPr>
              <a:spcBef>
                <a:spcPct val="50000"/>
              </a:spcBef>
            </a:pPr>
            <a:r>
              <a:rPr lang="zh-CN" altLang="en-US" sz="2800" dirty="0">
                <a:latin typeface="Times New Roman" panose="02020603050405020304" pitchFamily="18" charset="0"/>
              </a:rPr>
              <a:t>电动机负载：</a:t>
            </a:r>
            <a:endParaRPr lang="zh-CN" altLang="en-US" sz="2800" dirty="0">
              <a:latin typeface="Times New Roman" panose="02020603050405020304" pitchFamily="18" charset="0"/>
            </a:endParaRPr>
          </a:p>
        </p:txBody>
      </p:sp>
      <p:graphicFrame>
        <p:nvGraphicFramePr>
          <p:cNvPr id="48131" name="Object 3"/>
          <p:cNvGraphicFramePr/>
          <p:nvPr/>
        </p:nvGraphicFramePr>
        <p:xfrm>
          <a:off x="2573338" y="650875"/>
          <a:ext cx="4346575" cy="561975"/>
        </p:xfrm>
        <a:graphic>
          <a:graphicData uri="http://schemas.openxmlformats.org/presentationml/2006/ole">
            <mc:AlternateContent xmlns:mc="http://schemas.openxmlformats.org/markup-compatibility/2006">
              <mc:Choice xmlns:v="urn:schemas-microsoft-com:vml" Requires="v">
                <p:oleObj spid="_x0000_s3398" name="" r:id="rId1" imgW="2042160" imgH="266065" progId="Equation.3">
                  <p:embed/>
                </p:oleObj>
              </mc:Choice>
              <mc:Fallback>
                <p:oleObj name="" r:id="rId1" imgW="2042160" imgH="266065" progId="Equation.3">
                  <p:embed/>
                  <p:pic>
                    <p:nvPicPr>
                      <p:cNvPr id="0" name="图片 3397"/>
                      <p:cNvPicPr/>
                      <p:nvPr/>
                    </p:nvPicPr>
                    <p:blipFill>
                      <a:blip r:embed="rId2">
                        <a:clrChange>
                          <a:clrFrom>
                            <a:srgbClr val="000000"/>
                          </a:clrFrom>
                          <a:clrTo>
                            <a:srgbClr val="FFFFFF"/>
                          </a:clrTo>
                        </a:clrChange>
                      </a:blip>
                      <a:stretch>
                        <a:fillRect/>
                      </a:stretch>
                    </p:blipFill>
                    <p:spPr>
                      <a:xfrm>
                        <a:off x="2573338" y="650875"/>
                        <a:ext cx="4346575" cy="561975"/>
                      </a:xfrm>
                      <a:prstGeom prst="rect">
                        <a:avLst/>
                      </a:prstGeom>
                      <a:noFill/>
                      <a:ln w="38100">
                        <a:noFill/>
                        <a:miter/>
                      </a:ln>
                    </p:spPr>
                  </p:pic>
                </p:oleObj>
              </mc:Fallback>
            </mc:AlternateContent>
          </a:graphicData>
        </a:graphic>
      </p:graphicFrame>
      <p:sp>
        <p:nvSpPr>
          <p:cNvPr id="48134" name="Text Box 6"/>
          <p:cNvSpPr txBox="1"/>
          <p:nvPr/>
        </p:nvSpPr>
        <p:spPr>
          <a:xfrm>
            <a:off x="539750" y="3068638"/>
            <a:ext cx="1676400" cy="519112"/>
          </a:xfrm>
          <a:prstGeom prst="rect">
            <a:avLst/>
          </a:prstGeom>
          <a:noFill/>
          <a:ln w="9525">
            <a:noFill/>
          </a:ln>
        </p:spPr>
        <p:txBody>
          <a:bodyPr>
            <a:spAutoFit/>
          </a:bodyPr>
          <a:p>
            <a:pPr>
              <a:spcBef>
                <a:spcPct val="50000"/>
              </a:spcBef>
            </a:pPr>
            <a:r>
              <a:rPr lang="zh-CN" altLang="en-US" sz="2800" dirty="0">
                <a:latin typeface="Times New Roman" panose="02020603050405020304" pitchFamily="18" charset="0"/>
              </a:rPr>
              <a:t>总电流：</a:t>
            </a:r>
            <a:endParaRPr lang="zh-CN" altLang="en-US" sz="2800" dirty="0">
              <a:latin typeface="Times New Roman" panose="02020603050405020304" pitchFamily="18" charset="0"/>
            </a:endParaRPr>
          </a:p>
        </p:txBody>
      </p:sp>
      <p:graphicFrame>
        <p:nvGraphicFramePr>
          <p:cNvPr id="48136" name="Object 8"/>
          <p:cNvGraphicFramePr/>
          <p:nvPr/>
        </p:nvGraphicFramePr>
        <p:xfrm>
          <a:off x="611188" y="4292600"/>
          <a:ext cx="7515225" cy="1123950"/>
        </p:xfrm>
        <a:graphic>
          <a:graphicData uri="http://schemas.openxmlformats.org/presentationml/2006/ole">
            <mc:AlternateContent xmlns:mc="http://schemas.openxmlformats.org/markup-compatibility/2006">
              <mc:Choice xmlns:v="urn:schemas-microsoft-com:vml" Requires="v">
                <p:oleObj spid="_x0000_s3397" name="" r:id="rId3" imgW="3249930" imgH="546100" progId="Equation.3">
                  <p:embed/>
                </p:oleObj>
              </mc:Choice>
              <mc:Fallback>
                <p:oleObj name="" r:id="rId3" imgW="3249930" imgH="546100" progId="Equation.3">
                  <p:embed/>
                  <p:pic>
                    <p:nvPicPr>
                      <p:cNvPr id="0" name="图片 3396"/>
                      <p:cNvPicPr/>
                      <p:nvPr/>
                    </p:nvPicPr>
                    <p:blipFill>
                      <a:blip r:embed="rId4">
                        <a:clrChange>
                          <a:clrFrom>
                            <a:srgbClr val="000000"/>
                          </a:clrFrom>
                          <a:clrTo>
                            <a:srgbClr val="FFFFFF"/>
                          </a:clrTo>
                        </a:clrChange>
                      </a:blip>
                      <a:stretch>
                        <a:fillRect/>
                      </a:stretch>
                    </p:blipFill>
                    <p:spPr>
                      <a:xfrm>
                        <a:off x="611188" y="4292600"/>
                        <a:ext cx="7515225" cy="1123950"/>
                      </a:xfrm>
                      <a:prstGeom prst="rect">
                        <a:avLst/>
                      </a:prstGeom>
                      <a:noFill/>
                      <a:ln w="38100">
                        <a:noFill/>
                        <a:miter/>
                      </a:ln>
                    </p:spPr>
                  </p:pic>
                </p:oleObj>
              </mc:Fallback>
            </mc:AlternateContent>
          </a:graphicData>
        </a:graphic>
      </p:graphicFrame>
      <p:graphicFrame>
        <p:nvGraphicFramePr>
          <p:cNvPr id="48137" name="Object 9"/>
          <p:cNvGraphicFramePr/>
          <p:nvPr/>
        </p:nvGraphicFramePr>
        <p:xfrm>
          <a:off x="684213" y="5516563"/>
          <a:ext cx="7856537" cy="531812"/>
        </p:xfrm>
        <a:graphic>
          <a:graphicData uri="http://schemas.openxmlformats.org/presentationml/2006/ole">
            <mc:AlternateContent xmlns:mc="http://schemas.openxmlformats.org/markup-compatibility/2006">
              <mc:Choice xmlns:v="urn:schemas-microsoft-com:vml" Requires="v">
                <p:oleObj spid="_x0000_s3401" name="" r:id="rId5" imgW="3173730" imgH="241300" progId="Equation.3">
                  <p:embed/>
                </p:oleObj>
              </mc:Choice>
              <mc:Fallback>
                <p:oleObj name="" r:id="rId5" imgW="3173730" imgH="241300" progId="Equation.3">
                  <p:embed/>
                  <p:pic>
                    <p:nvPicPr>
                      <p:cNvPr id="0" name="图片 3400"/>
                      <p:cNvPicPr/>
                      <p:nvPr/>
                    </p:nvPicPr>
                    <p:blipFill>
                      <a:blip r:embed="rId6">
                        <a:clrChange>
                          <a:clrFrom>
                            <a:srgbClr val="000000"/>
                          </a:clrFrom>
                          <a:clrTo>
                            <a:srgbClr val="FFFFFF"/>
                          </a:clrTo>
                        </a:clrChange>
                      </a:blip>
                      <a:stretch>
                        <a:fillRect/>
                      </a:stretch>
                    </p:blipFill>
                    <p:spPr>
                      <a:xfrm>
                        <a:off x="684213" y="5516563"/>
                        <a:ext cx="7856537" cy="531812"/>
                      </a:xfrm>
                      <a:prstGeom prst="rect">
                        <a:avLst/>
                      </a:prstGeom>
                      <a:noFill/>
                      <a:ln w="38100">
                        <a:noFill/>
                        <a:miter/>
                      </a:ln>
                    </p:spPr>
                  </p:pic>
                </p:oleObj>
              </mc:Fallback>
            </mc:AlternateContent>
          </a:graphicData>
        </a:graphic>
      </p:graphicFrame>
      <p:grpSp>
        <p:nvGrpSpPr>
          <p:cNvPr id="55305" name="Group 34"/>
          <p:cNvGrpSpPr/>
          <p:nvPr/>
        </p:nvGrpSpPr>
        <p:grpSpPr>
          <a:xfrm>
            <a:off x="8316913" y="6445250"/>
            <a:ext cx="792162" cy="366713"/>
            <a:chOff x="5193" y="4020"/>
            <a:chExt cx="499" cy="231"/>
          </a:xfrm>
        </p:grpSpPr>
        <p:pic>
          <p:nvPicPr>
            <p:cNvPr id="55318" name="Picture 35" descr="78900"/>
            <p:cNvPicPr>
              <a:picLocks noChangeAspect="1"/>
            </p:cNvPicPr>
            <p:nvPr/>
          </p:nvPicPr>
          <p:blipFill>
            <a:blip r:embed="rId7"/>
            <a:stretch>
              <a:fillRect/>
            </a:stretch>
          </p:blipFill>
          <p:spPr>
            <a:xfrm>
              <a:off x="5193" y="4066"/>
              <a:ext cx="499" cy="181"/>
            </a:xfrm>
            <a:prstGeom prst="rect">
              <a:avLst/>
            </a:prstGeom>
            <a:noFill/>
            <a:ln w="9525">
              <a:noFill/>
            </a:ln>
          </p:spPr>
        </p:pic>
        <p:sp>
          <p:nvSpPr>
            <p:cNvPr id="55319" name="Text Box 36">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5306" name="Group 37"/>
          <p:cNvGrpSpPr/>
          <p:nvPr/>
        </p:nvGrpSpPr>
        <p:grpSpPr>
          <a:xfrm>
            <a:off x="7451725" y="6445250"/>
            <a:ext cx="792163" cy="366713"/>
            <a:chOff x="5193" y="4020"/>
            <a:chExt cx="499" cy="231"/>
          </a:xfrm>
        </p:grpSpPr>
        <p:pic>
          <p:nvPicPr>
            <p:cNvPr id="55316" name="Picture 38" descr="78900"/>
            <p:cNvPicPr>
              <a:picLocks noChangeAspect="1"/>
            </p:cNvPicPr>
            <p:nvPr/>
          </p:nvPicPr>
          <p:blipFill>
            <a:blip r:embed="rId7"/>
            <a:stretch>
              <a:fillRect/>
            </a:stretch>
          </p:blipFill>
          <p:spPr>
            <a:xfrm>
              <a:off x="5193" y="4066"/>
              <a:ext cx="499" cy="181"/>
            </a:xfrm>
            <a:prstGeom prst="rect">
              <a:avLst/>
            </a:prstGeom>
            <a:noFill/>
            <a:ln w="9525">
              <a:noFill/>
            </a:ln>
          </p:spPr>
        </p:pic>
        <p:sp>
          <p:nvSpPr>
            <p:cNvPr id="55317" name="Text Box 39">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5307" name="Group 40"/>
          <p:cNvGrpSpPr/>
          <p:nvPr/>
        </p:nvGrpSpPr>
        <p:grpSpPr>
          <a:xfrm>
            <a:off x="6588125" y="6446838"/>
            <a:ext cx="792163" cy="366712"/>
            <a:chOff x="4695" y="4061"/>
            <a:chExt cx="499" cy="231"/>
          </a:xfrm>
        </p:grpSpPr>
        <p:pic>
          <p:nvPicPr>
            <p:cNvPr id="55314" name="Picture 41" descr="78900"/>
            <p:cNvPicPr>
              <a:picLocks noChangeAspect="1"/>
            </p:cNvPicPr>
            <p:nvPr/>
          </p:nvPicPr>
          <p:blipFill>
            <a:blip r:embed="rId7"/>
            <a:stretch>
              <a:fillRect/>
            </a:stretch>
          </p:blipFill>
          <p:spPr>
            <a:xfrm>
              <a:off x="4695" y="4107"/>
              <a:ext cx="499" cy="181"/>
            </a:xfrm>
            <a:prstGeom prst="rect">
              <a:avLst/>
            </a:prstGeom>
            <a:noFill/>
            <a:ln w="9525">
              <a:noFill/>
            </a:ln>
          </p:spPr>
        </p:pic>
        <p:sp>
          <p:nvSpPr>
            <p:cNvPr id="55315" name="Text Box 42">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 name="Group 48"/>
          <p:cNvGrpSpPr/>
          <p:nvPr/>
        </p:nvGrpSpPr>
        <p:grpSpPr>
          <a:xfrm>
            <a:off x="539750" y="3068638"/>
            <a:ext cx="6899275" cy="1143000"/>
            <a:chOff x="340" y="1933"/>
            <a:chExt cx="4346" cy="720"/>
          </a:xfrm>
        </p:grpSpPr>
        <p:graphicFrame>
          <p:nvGraphicFramePr>
            <p:cNvPr id="55302" name="Object 7"/>
            <p:cNvGraphicFramePr/>
            <p:nvPr/>
          </p:nvGraphicFramePr>
          <p:xfrm>
            <a:off x="340" y="1933"/>
            <a:ext cx="4346" cy="720"/>
          </p:xfrm>
          <a:graphic>
            <a:graphicData uri="http://schemas.openxmlformats.org/presentationml/2006/ole">
              <mc:AlternateContent xmlns:mc="http://schemas.openxmlformats.org/markup-compatibility/2006">
                <mc:Choice xmlns:v="urn:schemas-microsoft-com:vml" Requires="v">
                  <p:oleObj spid="_x0000_s3402" name="" r:id="rId8" imgW="3795395" imgH="571500" progId="Equation.3">
                    <p:embed/>
                  </p:oleObj>
                </mc:Choice>
                <mc:Fallback>
                  <p:oleObj name="" r:id="rId8" imgW="3795395" imgH="571500" progId="Equation.3">
                    <p:embed/>
                    <p:pic>
                      <p:nvPicPr>
                        <p:cNvPr id="0" name="图片 3401"/>
                        <p:cNvPicPr/>
                        <p:nvPr/>
                      </p:nvPicPr>
                      <p:blipFill>
                        <a:blip r:embed="rId9">
                          <a:clrChange>
                            <a:clrFrom>
                              <a:srgbClr val="000000"/>
                            </a:clrFrom>
                            <a:clrTo>
                              <a:srgbClr val="FFFFFF"/>
                            </a:clrTo>
                          </a:clrChange>
                        </a:blip>
                        <a:stretch>
                          <a:fillRect/>
                        </a:stretch>
                      </p:blipFill>
                      <p:spPr>
                        <a:xfrm>
                          <a:off x="340" y="1933"/>
                          <a:ext cx="4346" cy="720"/>
                        </a:xfrm>
                        <a:prstGeom prst="rect">
                          <a:avLst/>
                        </a:prstGeom>
                        <a:noFill/>
                        <a:ln w="38100">
                          <a:noFill/>
                          <a:miter/>
                        </a:ln>
                      </p:spPr>
                    </p:pic>
                  </p:oleObj>
                </mc:Fallback>
              </mc:AlternateContent>
            </a:graphicData>
          </a:graphic>
        </p:graphicFrame>
        <p:sp>
          <p:nvSpPr>
            <p:cNvPr id="55311" name="Line 43"/>
            <p:cNvSpPr/>
            <p:nvPr/>
          </p:nvSpPr>
          <p:spPr>
            <a:xfrm>
              <a:off x="1247" y="2614"/>
              <a:ext cx="590" cy="0"/>
            </a:xfrm>
            <a:prstGeom prst="line">
              <a:avLst/>
            </a:prstGeom>
            <a:ln w="9525" cap="flat" cmpd="sng">
              <a:solidFill>
                <a:schemeClr val="bg1"/>
              </a:solidFill>
              <a:prstDash val="solid"/>
              <a:headEnd type="none" w="med" len="med"/>
              <a:tailEnd type="none" w="med" len="med"/>
            </a:ln>
          </p:spPr>
        </p:sp>
        <p:sp>
          <p:nvSpPr>
            <p:cNvPr id="55312" name="Line 44"/>
            <p:cNvSpPr/>
            <p:nvPr/>
          </p:nvSpPr>
          <p:spPr>
            <a:xfrm>
              <a:off x="2426" y="2614"/>
              <a:ext cx="545" cy="0"/>
            </a:xfrm>
            <a:prstGeom prst="line">
              <a:avLst/>
            </a:prstGeom>
            <a:ln w="9525" cap="flat" cmpd="sng">
              <a:solidFill>
                <a:schemeClr val="bg1"/>
              </a:solidFill>
              <a:prstDash val="solid"/>
              <a:headEnd type="none" w="med" len="med"/>
              <a:tailEnd type="none" w="med" len="med"/>
            </a:ln>
          </p:spPr>
        </p:sp>
        <p:sp>
          <p:nvSpPr>
            <p:cNvPr id="55313" name="Line 45"/>
            <p:cNvSpPr/>
            <p:nvPr/>
          </p:nvSpPr>
          <p:spPr>
            <a:xfrm>
              <a:off x="3833" y="2614"/>
              <a:ext cx="635" cy="0"/>
            </a:xfrm>
            <a:prstGeom prst="line">
              <a:avLst/>
            </a:prstGeom>
            <a:ln w="9525" cap="flat" cmpd="sng">
              <a:solidFill>
                <a:schemeClr val="bg1"/>
              </a:solidFill>
              <a:prstDash val="solid"/>
              <a:headEnd type="none" w="med" len="med"/>
              <a:tailEnd type="none" w="med" len="med"/>
            </a:ln>
          </p:spPr>
        </p:sp>
      </p:grpSp>
      <p:grpSp>
        <p:nvGrpSpPr>
          <p:cNvPr id="6" name="Group 47"/>
          <p:cNvGrpSpPr/>
          <p:nvPr/>
        </p:nvGrpSpPr>
        <p:grpSpPr>
          <a:xfrm>
            <a:off x="1201738" y="1284288"/>
            <a:ext cx="6604000" cy="1730375"/>
            <a:chOff x="757" y="809"/>
            <a:chExt cx="4160" cy="1090"/>
          </a:xfrm>
        </p:grpSpPr>
        <p:graphicFrame>
          <p:nvGraphicFramePr>
            <p:cNvPr id="55301" name="Object 4"/>
            <p:cNvGraphicFramePr/>
            <p:nvPr/>
          </p:nvGraphicFramePr>
          <p:xfrm>
            <a:off x="757" y="809"/>
            <a:ext cx="4160" cy="1090"/>
          </p:xfrm>
          <a:graphic>
            <a:graphicData uri="http://schemas.openxmlformats.org/presentationml/2006/ole">
              <mc:AlternateContent xmlns:mc="http://schemas.openxmlformats.org/markup-compatibility/2006">
                <mc:Choice xmlns:v="urn:schemas-microsoft-com:vml" Requires="v">
                  <p:oleObj spid="_x0000_s3400" name="" r:id="rId10" imgW="3149600" imgH="825500" progId="Equation.3">
                    <p:embed/>
                  </p:oleObj>
                </mc:Choice>
                <mc:Fallback>
                  <p:oleObj name="" r:id="rId10" imgW="3149600" imgH="825500" progId="Equation.3">
                    <p:embed/>
                    <p:pic>
                      <p:nvPicPr>
                        <p:cNvPr id="0" name="图片 3399"/>
                        <p:cNvPicPr/>
                        <p:nvPr/>
                      </p:nvPicPr>
                      <p:blipFill>
                        <a:blip r:embed="rId11">
                          <a:clrChange>
                            <a:clrFrom>
                              <a:srgbClr val="000000"/>
                            </a:clrFrom>
                            <a:clrTo>
                              <a:srgbClr val="FFFFFF"/>
                            </a:clrTo>
                          </a:clrChange>
                        </a:blip>
                        <a:stretch>
                          <a:fillRect/>
                        </a:stretch>
                      </p:blipFill>
                      <p:spPr>
                        <a:xfrm>
                          <a:off x="757" y="809"/>
                          <a:ext cx="4160" cy="1090"/>
                        </a:xfrm>
                        <a:prstGeom prst="rect">
                          <a:avLst/>
                        </a:prstGeom>
                        <a:noFill/>
                        <a:ln w="38100">
                          <a:noFill/>
                          <a:miter/>
                        </a:ln>
                      </p:spPr>
                    </p:pic>
                  </p:oleObj>
                </mc:Fallback>
              </mc:AlternateContent>
            </a:graphicData>
          </a:graphic>
        </p:graphicFrame>
        <p:sp>
          <p:nvSpPr>
            <p:cNvPr id="55310" name="Line 46"/>
            <p:cNvSpPr/>
            <p:nvPr/>
          </p:nvSpPr>
          <p:spPr>
            <a:xfrm>
              <a:off x="3923" y="1851"/>
              <a:ext cx="726" cy="0"/>
            </a:xfrm>
            <a:prstGeom prst="line">
              <a:avLst/>
            </a:prstGeom>
            <a:ln w="9525" cap="flat" cmpd="sng">
              <a:solidFill>
                <a:schemeClr val="bg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8130"/>
                                        </p:tgtEl>
                                        <p:attrNameLst>
                                          <p:attrName>style.visibility</p:attrName>
                                        </p:attrNameLst>
                                      </p:cBhvr>
                                      <p:to>
                                        <p:strVal val="visible"/>
                                      </p:to>
                                    </p:set>
                                    <p:animEffect transition="in" filter="wipe(left)">
                                      <p:cBhvr>
                                        <p:cTn id="7" dur="2000"/>
                                        <p:tgtEl>
                                          <p:spTgt spid="481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8131"/>
                                        </p:tgtEl>
                                        <p:attrNameLst>
                                          <p:attrName>style.visibility</p:attrName>
                                        </p:attrNameLst>
                                      </p:cBhvr>
                                      <p:to>
                                        <p:strVal val="visible"/>
                                      </p:to>
                                    </p:set>
                                    <p:animEffect transition="in" filter="wipe(left)">
                                      <p:cBhvr>
                                        <p:cTn id="12" dur="2000"/>
                                        <p:tgtEl>
                                          <p:spTgt spid="4813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1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48134"/>
                                        </p:tgtEl>
                                        <p:attrNameLst>
                                          <p:attrName>style.visibility</p:attrName>
                                        </p:attrNameLst>
                                      </p:cBhvr>
                                      <p:to>
                                        <p:strVal val="visible"/>
                                      </p:to>
                                    </p:set>
                                    <p:anim calcmode="lin" valueType="num">
                                      <p:cBhvr additive="base">
                                        <p:cTn id="22" dur="500" fill="hold"/>
                                        <p:tgtEl>
                                          <p:spTgt spid="48134"/>
                                        </p:tgtEl>
                                        <p:attrNameLst>
                                          <p:attrName>ppt_x</p:attrName>
                                        </p:attrNameLst>
                                      </p:cBhvr>
                                      <p:tavLst>
                                        <p:tav tm="0">
                                          <p:val>
                                            <p:strVal val="0-#ppt_w/2"/>
                                          </p:val>
                                        </p:tav>
                                        <p:tav tm="100000">
                                          <p:val>
                                            <p:strVal val="#ppt_x"/>
                                          </p:val>
                                        </p:tav>
                                      </p:tavLst>
                                    </p:anim>
                                    <p:anim calcmode="lin" valueType="num">
                                      <p:cBhvr additive="base">
                                        <p:cTn id="23" dur="500" fill="hold"/>
                                        <p:tgtEl>
                                          <p:spTgt spid="48134"/>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up)">
                                      <p:cBhvr>
                                        <p:cTn id="28" dur="20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48136"/>
                                        </p:tgtEl>
                                        <p:attrNameLst>
                                          <p:attrName>style.visibility</p:attrName>
                                        </p:attrNameLst>
                                      </p:cBhvr>
                                      <p:to>
                                        <p:strVal val="visible"/>
                                      </p:to>
                                    </p:set>
                                    <p:animEffect transition="in" filter="wipe(left)">
                                      <p:cBhvr>
                                        <p:cTn id="33" dur="2000"/>
                                        <p:tgtEl>
                                          <p:spTgt spid="4813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48137"/>
                                        </p:tgtEl>
                                        <p:attrNameLst>
                                          <p:attrName>style.visibility</p:attrName>
                                        </p:attrNameLst>
                                      </p:cBhvr>
                                      <p:to>
                                        <p:strVal val="visible"/>
                                      </p:to>
                                    </p:set>
                                    <p:animEffect transition="in" filter="wipe(left)">
                                      <p:cBhvr>
                                        <p:cTn id="38" dur="2000"/>
                                        <p:tgtEl>
                                          <p:spTgt spid="48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p:bldP spid="48134"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Text Box 2"/>
          <p:cNvSpPr txBox="1"/>
          <p:nvPr/>
        </p:nvSpPr>
        <p:spPr>
          <a:xfrm>
            <a:off x="468313" y="2708275"/>
            <a:ext cx="3240087" cy="519113"/>
          </a:xfrm>
          <a:prstGeom prst="rect">
            <a:avLst/>
          </a:prstGeom>
          <a:solidFill>
            <a:schemeClr val="hlink"/>
          </a:solidFill>
          <a:ln w="9525">
            <a:noFill/>
          </a:ln>
        </p:spPr>
        <p:txBody>
          <a:bodyPr>
            <a:spAutoFit/>
          </a:bodyPr>
          <a:p>
            <a:r>
              <a:rPr lang="zh-CN" altLang="en-US" sz="2800" dirty="0">
                <a:solidFill>
                  <a:schemeClr val="bg1"/>
                </a:solidFill>
                <a:latin typeface="楷体_GB2312" pitchFamily="49" charset="-122"/>
              </a:rPr>
              <a:t>表</a:t>
            </a:r>
            <a:r>
              <a:rPr lang="en-US" altLang="zh-CN" sz="2800" b="0" dirty="0">
                <a:solidFill>
                  <a:schemeClr val="bg1"/>
                </a:solidFill>
                <a:latin typeface="Times New Roman" panose="02020603050405020304" pitchFamily="18" charset="0"/>
              </a:rPr>
              <a:t>W</a:t>
            </a:r>
            <a:r>
              <a:rPr lang="en-US" altLang="zh-CN" sz="2800" b="0" baseline="-25000" dirty="0">
                <a:solidFill>
                  <a:schemeClr val="bg1"/>
                </a:solidFill>
                <a:latin typeface="Times New Roman" panose="02020603050405020304" pitchFamily="18" charset="0"/>
              </a:rPr>
              <a:t>1</a:t>
            </a:r>
            <a:r>
              <a:rPr lang="zh-CN" altLang="en-US" sz="2800" dirty="0">
                <a:solidFill>
                  <a:schemeClr val="bg1"/>
                </a:solidFill>
                <a:latin typeface="楷体_GB2312" pitchFamily="49" charset="-122"/>
              </a:rPr>
              <a:t>的读数</a:t>
            </a:r>
            <a:r>
              <a:rPr lang="en-US" altLang="zh-CN" sz="2800" b="0" i="1" dirty="0">
                <a:solidFill>
                  <a:schemeClr val="bg1"/>
                </a:solidFill>
                <a:latin typeface="Times New Roman" panose="02020603050405020304" pitchFamily="18" charset="0"/>
              </a:rPr>
              <a:t>P</a:t>
            </a:r>
            <a:r>
              <a:rPr lang="en-US" altLang="zh-CN" sz="2800" b="0" baseline="-25000" dirty="0">
                <a:solidFill>
                  <a:schemeClr val="bg1"/>
                </a:solidFill>
                <a:latin typeface="Times New Roman" panose="02020603050405020304" pitchFamily="18" charset="0"/>
              </a:rPr>
              <a:t>1</a:t>
            </a:r>
            <a:r>
              <a:rPr lang="zh-CN" altLang="en-US" sz="2800" b="0" dirty="0">
                <a:solidFill>
                  <a:schemeClr val="bg1"/>
                </a:solidFill>
                <a:latin typeface="Times New Roman" panose="02020603050405020304" pitchFamily="18" charset="0"/>
              </a:rPr>
              <a:t>：</a:t>
            </a:r>
            <a:endParaRPr lang="zh-CN" altLang="en-US" sz="2800" b="0" dirty="0">
              <a:solidFill>
                <a:schemeClr val="bg1"/>
              </a:solidFill>
              <a:latin typeface="Times New Roman" panose="02020603050405020304" pitchFamily="18" charset="0"/>
            </a:endParaRPr>
          </a:p>
        </p:txBody>
      </p:sp>
      <p:sp>
        <p:nvSpPr>
          <p:cNvPr id="47133" name="Text Box 29"/>
          <p:cNvSpPr txBox="1"/>
          <p:nvPr/>
        </p:nvSpPr>
        <p:spPr>
          <a:xfrm>
            <a:off x="250825" y="836613"/>
            <a:ext cx="3729038" cy="519112"/>
          </a:xfrm>
          <a:prstGeom prst="rect">
            <a:avLst/>
          </a:prstGeom>
          <a:noFill/>
          <a:ln w="9525">
            <a:noFill/>
          </a:ln>
        </p:spPr>
        <p:txBody>
          <a:bodyPr>
            <a:spAutoFit/>
          </a:bodyPr>
          <a:p>
            <a:pPr>
              <a:spcBef>
                <a:spcPct val="50000"/>
              </a:spcBef>
            </a:pPr>
            <a:r>
              <a:rPr lang="en-US" altLang="zh-CN" sz="2800" b="0" dirty="0">
                <a:latin typeface="楷体_GB2312" pitchFamily="49" charset="-122"/>
              </a:rPr>
              <a:t>(2)</a:t>
            </a:r>
            <a:r>
              <a:rPr lang="zh-CN" altLang="en-US" sz="2800" dirty="0">
                <a:latin typeface="楷体_GB2312" pitchFamily="49" charset="-122"/>
              </a:rPr>
              <a:t>两表接法如图</a:t>
            </a:r>
            <a:endParaRPr lang="zh-CN" altLang="en-US" sz="2800" dirty="0">
              <a:latin typeface="楷体_GB2312" pitchFamily="49" charset="-122"/>
            </a:endParaRPr>
          </a:p>
        </p:txBody>
      </p:sp>
      <p:sp>
        <p:nvSpPr>
          <p:cNvPr id="47153" name="Text Box 49"/>
          <p:cNvSpPr txBox="1"/>
          <p:nvPr/>
        </p:nvSpPr>
        <p:spPr>
          <a:xfrm>
            <a:off x="539750" y="3357563"/>
            <a:ext cx="7848600" cy="1163637"/>
          </a:xfrm>
          <a:prstGeom prst="rect">
            <a:avLst/>
          </a:prstGeom>
          <a:noFill/>
          <a:ln w="9525">
            <a:noFill/>
          </a:ln>
        </p:spPr>
        <p:txBody>
          <a:bodyPr>
            <a:spAutoFit/>
          </a:bodyPr>
          <a:p>
            <a:pPr>
              <a:spcBef>
                <a:spcPct val="20000"/>
              </a:spcBef>
            </a:pPr>
            <a:r>
              <a:rPr lang="en-US" altLang="zh-CN" b="0" i="1" dirty="0">
                <a:solidFill>
                  <a:schemeClr val="bg1"/>
                </a:solidFill>
                <a:latin typeface="Times New Roman" panose="02020603050405020304" pitchFamily="18" charset="0"/>
                <a:ea typeface="宋体" panose="02010600030101010101" pitchFamily="2" charset="-122"/>
              </a:rPr>
              <a:t>P</a:t>
            </a:r>
            <a:r>
              <a:rPr lang="en-US" altLang="zh-CN" b="0" baseline="-25000" dirty="0">
                <a:solidFill>
                  <a:schemeClr val="bg1"/>
                </a:solidFill>
                <a:latin typeface="Times New Roman" panose="02020603050405020304" pitchFamily="18" charset="0"/>
                <a:ea typeface="宋体" panose="02010600030101010101" pitchFamily="2" charset="-122"/>
              </a:rPr>
              <a:t>1</a:t>
            </a:r>
            <a:r>
              <a:rPr lang="en-US" altLang="zh-CN" b="0" dirty="0">
                <a:solidFill>
                  <a:schemeClr val="bg1"/>
                </a:solidFill>
                <a:latin typeface="Times New Roman" panose="02020603050405020304" pitchFamily="18" charset="0"/>
                <a:ea typeface="宋体" panose="02010600030101010101" pitchFamily="2" charset="-122"/>
              </a:rPr>
              <a:t>=</a:t>
            </a: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AC</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A</a:t>
            </a:r>
            <a:r>
              <a:rPr lang="en-US" altLang="zh-CN" b="0" dirty="0">
                <a:solidFill>
                  <a:schemeClr val="bg1"/>
                </a:solidFill>
                <a:latin typeface="Times New Roman" panose="02020603050405020304" pitchFamily="18" charset="0"/>
                <a:ea typeface="宋体" panose="02010600030101010101" pitchFamily="2" charset="-122"/>
              </a:rPr>
              <a:t>cos</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1</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endPar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a:p>
            <a:pPr>
              <a:spcBef>
                <a:spcPct val="20000"/>
              </a:spcBef>
            </a:pP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3807.56</a:t>
            </a:r>
            <a:r>
              <a:rPr lang="en-US" altLang="zh-CN" b="0" dirty="0">
                <a:solidFill>
                  <a:schemeClr val="bg1"/>
                </a:solidFill>
                <a:latin typeface="Times New Roman" panose="02020603050405020304" pitchFamily="18" charset="0"/>
                <a:ea typeface="宋体" panose="02010600030101010101" pitchFamily="2" charset="-122"/>
              </a:rPr>
              <a:t>cos(46.2</a:t>
            </a:r>
            <a:r>
              <a:rPr lang="en-US" altLang="zh-CN" b="0" baseline="200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dirty="0">
                <a:solidFill>
                  <a:schemeClr val="bg1"/>
                </a:solidFill>
                <a:latin typeface="Times New Roman" panose="02020603050405020304" pitchFamily="18" charset="0"/>
                <a:ea typeface="宋体" panose="02010600030101010101" pitchFamily="2" charset="-122"/>
              </a:rPr>
              <a:t>30</a:t>
            </a:r>
            <a:r>
              <a:rPr lang="en-US" altLang="zh-CN" b="0" baseline="200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W</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2 758.73</a:t>
            </a:r>
            <a:r>
              <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W</a:t>
            </a:r>
            <a:endPar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47154" name="Text Box 50"/>
          <p:cNvSpPr txBox="1"/>
          <p:nvPr/>
        </p:nvSpPr>
        <p:spPr>
          <a:xfrm>
            <a:off x="468313" y="4581525"/>
            <a:ext cx="3024187" cy="519113"/>
          </a:xfrm>
          <a:prstGeom prst="rect">
            <a:avLst/>
          </a:prstGeom>
          <a:solidFill>
            <a:schemeClr val="hlink"/>
          </a:solidFill>
          <a:ln w="9525">
            <a:noFill/>
          </a:ln>
        </p:spPr>
        <p:txBody>
          <a:bodyPr>
            <a:spAutoFit/>
          </a:bodyPr>
          <a:p>
            <a:r>
              <a:rPr lang="zh-CN" altLang="en-US" sz="2800" dirty="0">
                <a:solidFill>
                  <a:schemeClr val="bg1"/>
                </a:solidFill>
                <a:latin typeface="楷体_GB2312" pitchFamily="49" charset="-122"/>
              </a:rPr>
              <a:t>表</a:t>
            </a:r>
            <a:r>
              <a:rPr lang="en-US" altLang="zh-CN" sz="2800" b="0" dirty="0">
                <a:solidFill>
                  <a:schemeClr val="bg1"/>
                </a:solidFill>
                <a:latin typeface="Times New Roman" panose="02020603050405020304" pitchFamily="18" charset="0"/>
              </a:rPr>
              <a:t>W</a:t>
            </a:r>
            <a:r>
              <a:rPr lang="en-US" altLang="zh-CN" sz="2800" b="0" baseline="-25000" dirty="0">
                <a:solidFill>
                  <a:schemeClr val="bg1"/>
                </a:solidFill>
                <a:latin typeface="Times New Roman" panose="02020603050405020304" pitchFamily="18" charset="0"/>
              </a:rPr>
              <a:t>2</a:t>
            </a:r>
            <a:r>
              <a:rPr lang="zh-CN" altLang="en-US" sz="2800" dirty="0">
                <a:solidFill>
                  <a:schemeClr val="bg1"/>
                </a:solidFill>
                <a:latin typeface="楷体_GB2312" pitchFamily="49" charset="-122"/>
              </a:rPr>
              <a:t>的读数</a:t>
            </a:r>
            <a:r>
              <a:rPr lang="en-US" altLang="zh-CN" sz="2800" b="0" i="1" dirty="0">
                <a:solidFill>
                  <a:schemeClr val="bg1"/>
                </a:solidFill>
                <a:latin typeface="Times New Roman" panose="02020603050405020304" pitchFamily="18" charset="0"/>
              </a:rPr>
              <a:t>P</a:t>
            </a:r>
            <a:r>
              <a:rPr lang="en-US" altLang="zh-CN" sz="2800" b="0" baseline="-25000" dirty="0">
                <a:solidFill>
                  <a:schemeClr val="bg1"/>
                </a:solidFill>
                <a:latin typeface="Times New Roman" panose="02020603050405020304" pitchFamily="18" charset="0"/>
              </a:rPr>
              <a:t>2</a:t>
            </a:r>
            <a:r>
              <a:rPr lang="zh-CN" altLang="en-US" sz="2800" b="0" dirty="0">
                <a:solidFill>
                  <a:schemeClr val="bg1"/>
                </a:solidFill>
                <a:latin typeface="Times New Roman" panose="02020603050405020304" pitchFamily="18" charset="0"/>
              </a:rPr>
              <a:t>：</a:t>
            </a:r>
            <a:endParaRPr lang="zh-CN" altLang="en-US" sz="2800" b="0" dirty="0">
              <a:solidFill>
                <a:schemeClr val="bg1"/>
              </a:solidFill>
              <a:latin typeface="Times New Roman" panose="02020603050405020304" pitchFamily="18" charset="0"/>
            </a:endParaRPr>
          </a:p>
        </p:txBody>
      </p:sp>
      <p:sp>
        <p:nvSpPr>
          <p:cNvPr id="47155" name="Text Box 51"/>
          <p:cNvSpPr txBox="1"/>
          <p:nvPr/>
        </p:nvSpPr>
        <p:spPr>
          <a:xfrm>
            <a:off x="539750" y="5157788"/>
            <a:ext cx="8281988" cy="1163637"/>
          </a:xfrm>
          <a:prstGeom prst="rect">
            <a:avLst/>
          </a:prstGeom>
          <a:noFill/>
          <a:ln w="9525">
            <a:noFill/>
          </a:ln>
        </p:spPr>
        <p:txBody>
          <a:bodyPr>
            <a:spAutoFit/>
          </a:bodyPr>
          <a:p>
            <a:pPr>
              <a:spcBef>
                <a:spcPct val="20000"/>
              </a:spcBef>
            </a:pPr>
            <a:r>
              <a:rPr lang="en-US" altLang="zh-CN" b="0" i="1" dirty="0">
                <a:solidFill>
                  <a:schemeClr val="bg1"/>
                </a:solidFill>
                <a:latin typeface="Times New Roman" panose="02020603050405020304" pitchFamily="18" charset="0"/>
                <a:ea typeface="宋体" panose="02010600030101010101" pitchFamily="2" charset="-122"/>
              </a:rPr>
              <a:t>P</a:t>
            </a:r>
            <a:r>
              <a:rPr lang="en-US" altLang="zh-CN" b="0" baseline="-25000" dirty="0">
                <a:solidFill>
                  <a:schemeClr val="bg1"/>
                </a:solidFill>
                <a:latin typeface="Times New Roman" panose="02020603050405020304" pitchFamily="18" charset="0"/>
                <a:ea typeface="宋体" panose="02010600030101010101" pitchFamily="2" charset="-122"/>
              </a:rPr>
              <a:t>2</a:t>
            </a:r>
            <a:r>
              <a:rPr lang="en-US" altLang="zh-CN" b="0" dirty="0">
                <a:solidFill>
                  <a:schemeClr val="bg1"/>
                </a:solidFill>
                <a:latin typeface="Times New Roman" panose="02020603050405020304" pitchFamily="18" charset="0"/>
                <a:ea typeface="宋体" panose="02010600030101010101" pitchFamily="2" charset="-122"/>
              </a:rPr>
              <a:t>=</a:t>
            </a: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BC</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B</a:t>
            </a:r>
            <a:r>
              <a:rPr lang="en-US" altLang="zh-CN" b="0" dirty="0">
                <a:solidFill>
                  <a:schemeClr val="bg1"/>
                </a:solidFill>
                <a:latin typeface="Times New Roman" panose="02020603050405020304" pitchFamily="18" charset="0"/>
                <a:ea typeface="宋体" panose="02010600030101010101" pitchFamily="2" charset="-122"/>
              </a:rPr>
              <a:t>cos</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2</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dirty="0">
                <a:solidFill>
                  <a:schemeClr val="bg1"/>
                </a:solidFill>
                <a:latin typeface="Times New Roman" panose="02020603050405020304" pitchFamily="18" charset="0"/>
                <a:ea typeface="仿宋_GB2312" pitchFamily="49" charset="-122"/>
                <a:sym typeface="Symbol" panose="05050102010706020507" pitchFamily="18" charset="2"/>
              </a:rPr>
              <a:t>3807.56</a:t>
            </a:r>
            <a:r>
              <a:rPr lang="en-US" altLang="zh-CN" b="0" dirty="0">
                <a:solidFill>
                  <a:schemeClr val="bg1"/>
                </a:solidFill>
                <a:latin typeface="Times New Roman" panose="02020603050405020304" pitchFamily="18" charset="0"/>
                <a:ea typeface="仿宋_GB2312" pitchFamily="49" charset="-122"/>
              </a:rPr>
              <a:t>cos( 30</a:t>
            </a:r>
            <a:r>
              <a:rPr lang="en-US" altLang="zh-CN" b="0" baseline="20000" dirty="0">
                <a:solidFill>
                  <a:schemeClr val="bg1"/>
                </a:solidFill>
                <a:latin typeface="Times New Roman" panose="02020603050405020304" pitchFamily="18" charset="0"/>
                <a:ea typeface="仿宋_GB2312" pitchFamily="49" charset="-122"/>
                <a:sym typeface="Symbol" panose="05050102010706020507" pitchFamily="18" charset="2"/>
              </a:rPr>
              <a:t></a:t>
            </a:r>
            <a:r>
              <a:rPr lang="en-US" altLang="zh-CN" b="0" dirty="0">
                <a:solidFill>
                  <a:schemeClr val="bg1"/>
                </a:solidFill>
                <a:latin typeface="Times New Roman" panose="02020603050405020304" pitchFamily="18" charset="0"/>
                <a:ea typeface="仿宋_GB2312" pitchFamily="49" charset="-122"/>
                <a:sym typeface="Symbol" panose="05050102010706020507" pitchFamily="18" charset="2"/>
              </a:rPr>
              <a:t>+ </a:t>
            </a:r>
            <a:r>
              <a:rPr lang="en-US" altLang="zh-CN" b="0" dirty="0">
                <a:solidFill>
                  <a:schemeClr val="bg1"/>
                </a:solidFill>
                <a:latin typeface="Times New Roman" panose="02020603050405020304" pitchFamily="18" charset="0"/>
                <a:ea typeface="仿宋_GB2312" pitchFamily="49" charset="-122"/>
              </a:rPr>
              <a:t>46.2</a:t>
            </a:r>
            <a:r>
              <a:rPr lang="en-US" altLang="zh-CN" b="0" baseline="20000" dirty="0">
                <a:solidFill>
                  <a:schemeClr val="bg1"/>
                </a:solidFill>
                <a:latin typeface="Times New Roman" panose="02020603050405020304" pitchFamily="18" charset="0"/>
                <a:ea typeface="仿宋_GB2312" pitchFamily="49" charset="-122"/>
                <a:sym typeface="Symbol" panose="05050102010706020507" pitchFamily="18" charset="2"/>
              </a:rPr>
              <a:t></a:t>
            </a:r>
            <a:r>
              <a:rPr lang="en-US" altLang="zh-CN" b="0" i="1" dirty="0">
                <a:solidFill>
                  <a:schemeClr val="bg1"/>
                </a:solidFill>
                <a:latin typeface="Times New Roman" panose="02020603050405020304" pitchFamily="18" charset="0"/>
                <a:ea typeface="仿宋_GB2312" pitchFamily="49" charset="-122"/>
                <a:sym typeface="Symbol" panose="05050102010706020507" pitchFamily="18" charset="2"/>
              </a:rPr>
              <a:t> </a:t>
            </a:r>
            <a:r>
              <a:rPr lang="en-US" altLang="zh-CN" b="0" dirty="0">
                <a:solidFill>
                  <a:schemeClr val="bg1"/>
                </a:solidFill>
                <a:latin typeface="Times New Roman" panose="02020603050405020304" pitchFamily="18" charset="0"/>
                <a:ea typeface="仿宋_GB2312" pitchFamily="49" charset="-122"/>
                <a:sym typeface="Symbol" panose="05050102010706020507" pitchFamily="18" charset="2"/>
              </a:rPr>
              <a:t>)W</a:t>
            </a:r>
            <a:endParaRPr lang="en-US" altLang="zh-CN" b="0" dirty="0">
              <a:solidFill>
                <a:schemeClr val="bg1"/>
              </a:solidFill>
              <a:latin typeface="Times New Roman" panose="02020603050405020304" pitchFamily="18" charset="0"/>
              <a:ea typeface="仿宋_GB2312" pitchFamily="49" charset="-122"/>
              <a:sym typeface="Symbol" panose="05050102010706020507" pitchFamily="18" charset="2"/>
            </a:endParaRPr>
          </a:p>
          <a:p>
            <a:pPr>
              <a:spcBef>
                <a:spcPct val="20000"/>
              </a:spcBef>
            </a:pPr>
            <a:r>
              <a:rPr lang="en-US" altLang="zh-CN" b="0" dirty="0">
                <a:solidFill>
                  <a:schemeClr val="bg1"/>
                </a:solidFill>
                <a:latin typeface="Times New Roman" panose="02020603050405020304" pitchFamily="18" charset="0"/>
                <a:ea typeface="仿宋_GB2312" pitchFamily="49" charset="-122"/>
                <a:sym typeface="Symbol" panose="05050102010706020507" pitchFamily="18" charset="2"/>
              </a:rPr>
              <a:t>   =</a:t>
            </a:r>
            <a:r>
              <a:rPr lang="en-US" altLang="zh-CN" b="0" dirty="0">
                <a:latin typeface="Arial" panose="020B0604020202020204" pitchFamily="34" charset="0"/>
                <a:ea typeface="仿宋_GB2312" pitchFamily="49" charset="-122"/>
                <a:sym typeface="Symbol" panose="05050102010706020507" pitchFamily="18" charset="2"/>
              </a:rPr>
              <a:t> </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685.26</a:t>
            </a:r>
            <a:r>
              <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W</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P</a:t>
            </a:r>
            <a:r>
              <a:rPr lang="en-US" altLang="zh-CN" b="0" dirty="0">
                <a:solidFill>
                  <a:schemeClr val="bg1"/>
                </a:solidFill>
                <a:latin typeface="楷体_GB2312" pitchFamily="49" charset="-122"/>
                <a:sym typeface="Symbol" panose="05050102010706020507" pitchFamily="18" charset="2"/>
              </a:rPr>
              <a:t>-</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P</a:t>
            </a:r>
            <a:r>
              <a:rPr lang="en-US" altLang="zh-CN"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rPr>
              <a:t>1</a:t>
            </a:r>
            <a:endParaRPr lang="en-US" altLang="zh-CN" b="0" baseline="-2500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grpSp>
        <p:nvGrpSpPr>
          <p:cNvPr id="2" name="Group 127"/>
          <p:cNvGrpSpPr/>
          <p:nvPr/>
        </p:nvGrpSpPr>
        <p:grpSpPr>
          <a:xfrm>
            <a:off x="3419475" y="549275"/>
            <a:ext cx="5457825" cy="3098800"/>
            <a:chOff x="2154" y="346"/>
            <a:chExt cx="3438" cy="1952"/>
          </a:xfrm>
        </p:grpSpPr>
        <p:sp>
          <p:nvSpPr>
            <p:cNvPr id="56354" name="Oval 68"/>
            <p:cNvSpPr/>
            <p:nvPr/>
          </p:nvSpPr>
          <p:spPr>
            <a:xfrm>
              <a:off x="4903" y="906"/>
              <a:ext cx="432" cy="432"/>
            </a:xfrm>
            <a:prstGeom prst="ellipse">
              <a:avLst/>
            </a:prstGeom>
            <a:gradFill rotWithShape="1">
              <a:gsLst>
                <a:gs pos="0">
                  <a:srgbClr val="184776"/>
                </a:gs>
                <a:gs pos="100000">
                  <a:srgbClr val="3399FF"/>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r>
                <a:rPr lang="en-US" altLang="zh-CN" sz="2400" dirty="0">
                  <a:solidFill>
                    <a:schemeClr val="bg1"/>
                  </a:solidFill>
                  <a:latin typeface="Times New Roman" panose="02020603050405020304" pitchFamily="18" charset="0"/>
                  <a:ea typeface="宋体" panose="02010600030101010101" pitchFamily="2" charset="-122"/>
                </a:rPr>
                <a:t>M</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56355" name="Line 69"/>
            <p:cNvSpPr/>
            <p:nvPr/>
          </p:nvSpPr>
          <p:spPr>
            <a:xfrm flipH="1" flipV="1">
              <a:off x="2457" y="1162"/>
              <a:ext cx="2434" cy="2"/>
            </a:xfrm>
            <a:prstGeom prst="line">
              <a:avLst/>
            </a:prstGeom>
            <a:ln w="28575" cap="flat" cmpd="sng">
              <a:solidFill>
                <a:srgbClr val="FFCC00"/>
              </a:solidFill>
              <a:prstDash val="solid"/>
              <a:headEnd type="none" w="med" len="med"/>
              <a:tailEnd type="none" w="med" len="med"/>
            </a:ln>
          </p:spPr>
        </p:sp>
        <p:sp>
          <p:nvSpPr>
            <p:cNvPr id="56356" name="Line 70"/>
            <p:cNvSpPr/>
            <p:nvPr/>
          </p:nvSpPr>
          <p:spPr>
            <a:xfrm flipH="1" flipV="1">
              <a:off x="4755" y="756"/>
              <a:ext cx="196" cy="216"/>
            </a:xfrm>
            <a:prstGeom prst="line">
              <a:avLst/>
            </a:prstGeom>
            <a:ln w="28575" cap="flat" cmpd="sng">
              <a:solidFill>
                <a:srgbClr val="FFCC00"/>
              </a:solidFill>
              <a:prstDash val="solid"/>
              <a:headEnd type="none" w="med" len="med"/>
              <a:tailEnd type="none" w="med" len="med"/>
            </a:ln>
          </p:spPr>
        </p:sp>
        <p:sp>
          <p:nvSpPr>
            <p:cNvPr id="56357" name="Line 71"/>
            <p:cNvSpPr/>
            <p:nvPr/>
          </p:nvSpPr>
          <p:spPr>
            <a:xfrm flipH="1" flipV="1">
              <a:off x="2457" y="754"/>
              <a:ext cx="2298" cy="2"/>
            </a:xfrm>
            <a:prstGeom prst="line">
              <a:avLst/>
            </a:prstGeom>
            <a:ln w="28575" cap="flat" cmpd="sng">
              <a:solidFill>
                <a:srgbClr val="FFCC00"/>
              </a:solidFill>
              <a:prstDash val="solid"/>
              <a:headEnd type="none" w="med" len="med"/>
              <a:tailEnd type="none" w="med" len="med"/>
            </a:ln>
          </p:spPr>
        </p:sp>
        <p:sp>
          <p:nvSpPr>
            <p:cNvPr id="56358" name="Line 72"/>
            <p:cNvSpPr/>
            <p:nvPr/>
          </p:nvSpPr>
          <p:spPr>
            <a:xfrm flipH="1">
              <a:off x="4755" y="1308"/>
              <a:ext cx="244" cy="264"/>
            </a:xfrm>
            <a:prstGeom prst="line">
              <a:avLst/>
            </a:prstGeom>
            <a:ln w="28575" cap="flat" cmpd="sng">
              <a:solidFill>
                <a:srgbClr val="FFCC00"/>
              </a:solidFill>
              <a:prstDash val="solid"/>
              <a:headEnd type="none" w="med" len="med"/>
              <a:tailEnd type="none" w="med" len="med"/>
            </a:ln>
          </p:spPr>
        </p:sp>
        <p:sp>
          <p:nvSpPr>
            <p:cNvPr id="56359" name="Line 73"/>
            <p:cNvSpPr/>
            <p:nvPr/>
          </p:nvSpPr>
          <p:spPr>
            <a:xfrm flipH="1" flipV="1">
              <a:off x="2457" y="1570"/>
              <a:ext cx="2298" cy="2"/>
            </a:xfrm>
            <a:prstGeom prst="line">
              <a:avLst/>
            </a:prstGeom>
            <a:ln w="28575" cap="flat" cmpd="sng">
              <a:solidFill>
                <a:srgbClr val="FFCC00"/>
              </a:solidFill>
              <a:prstDash val="solid"/>
              <a:headEnd type="none" w="med" len="med"/>
              <a:tailEnd type="none" w="med" len="med"/>
            </a:ln>
          </p:spPr>
        </p:sp>
        <p:sp>
          <p:nvSpPr>
            <p:cNvPr id="56360" name="Line 74"/>
            <p:cNvSpPr/>
            <p:nvPr/>
          </p:nvSpPr>
          <p:spPr>
            <a:xfrm flipH="1">
              <a:off x="3803" y="1572"/>
              <a:ext cx="0" cy="726"/>
            </a:xfrm>
            <a:prstGeom prst="line">
              <a:avLst/>
            </a:prstGeom>
            <a:ln w="28575" cap="flat" cmpd="sng">
              <a:solidFill>
                <a:srgbClr val="FFCC00"/>
              </a:solidFill>
              <a:prstDash val="solid"/>
              <a:headEnd type="oval" w="sm" len="sm"/>
              <a:tailEnd type="none" w="med" len="med"/>
            </a:ln>
          </p:spPr>
        </p:sp>
        <p:sp>
          <p:nvSpPr>
            <p:cNvPr id="56361" name="Line 75"/>
            <p:cNvSpPr/>
            <p:nvPr/>
          </p:nvSpPr>
          <p:spPr>
            <a:xfrm>
              <a:off x="3790" y="2298"/>
              <a:ext cx="510" cy="0"/>
            </a:xfrm>
            <a:prstGeom prst="line">
              <a:avLst/>
            </a:prstGeom>
            <a:ln w="28575" cap="flat" cmpd="sng">
              <a:solidFill>
                <a:srgbClr val="FFCC00"/>
              </a:solidFill>
              <a:prstDash val="solid"/>
              <a:headEnd type="none" w="med" len="med"/>
              <a:tailEnd type="none" w="med" len="med"/>
            </a:ln>
          </p:spPr>
        </p:sp>
        <p:sp>
          <p:nvSpPr>
            <p:cNvPr id="56362" name="Line 76"/>
            <p:cNvSpPr/>
            <p:nvPr/>
          </p:nvSpPr>
          <p:spPr>
            <a:xfrm flipH="1">
              <a:off x="4302" y="756"/>
              <a:ext cx="0" cy="1542"/>
            </a:xfrm>
            <a:prstGeom prst="line">
              <a:avLst/>
            </a:prstGeom>
            <a:ln w="28575" cap="flat" cmpd="sng">
              <a:solidFill>
                <a:srgbClr val="FFCC00"/>
              </a:solidFill>
              <a:prstDash val="solid"/>
              <a:headEnd type="oval" w="sm" len="sm"/>
              <a:tailEnd type="none" w="med" len="med"/>
            </a:ln>
          </p:spPr>
        </p:sp>
        <p:sp>
          <p:nvSpPr>
            <p:cNvPr id="56363" name="Text Box 77"/>
            <p:cNvSpPr txBox="1"/>
            <p:nvPr/>
          </p:nvSpPr>
          <p:spPr>
            <a:xfrm>
              <a:off x="2154" y="564"/>
              <a:ext cx="278" cy="327"/>
            </a:xfrm>
            <a:prstGeom prst="rect">
              <a:avLst/>
            </a:prstGeom>
            <a:noFill/>
            <a:ln w="28575">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6364" name="Text Box 78"/>
            <p:cNvSpPr txBox="1"/>
            <p:nvPr/>
          </p:nvSpPr>
          <p:spPr>
            <a:xfrm>
              <a:off x="2164" y="940"/>
              <a:ext cx="265" cy="327"/>
            </a:xfrm>
            <a:prstGeom prst="rect">
              <a:avLst/>
            </a:prstGeom>
            <a:noFill/>
            <a:ln w="28575">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6365" name="Text Box 79"/>
            <p:cNvSpPr txBox="1"/>
            <p:nvPr/>
          </p:nvSpPr>
          <p:spPr>
            <a:xfrm>
              <a:off x="2154" y="1368"/>
              <a:ext cx="265" cy="327"/>
            </a:xfrm>
            <a:prstGeom prst="rect">
              <a:avLst/>
            </a:prstGeom>
            <a:noFill/>
            <a:ln w="28575">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6366" name="Line 80"/>
            <p:cNvSpPr/>
            <p:nvPr/>
          </p:nvSpPr>
          <p:spPr>
            <a:xfrm>
              <a:off x="4304" y="845"/>
              <a:ext cx="0" cy="288"/>
            </a:xfrm>
            <a:prstGeom prst="line">
              <a:avLst/>
            </a:prstGeom>
            <a:ln w="28575" cap="flat" cmpd="sng">
              <a:solidFill>
                <a:srgbClr val="00FFFF"/>
              </a:solidFill>
              <a:prstDash val="solid"/>
              <a:headEnd type="none" w="med" len="med"/>
              <a:tailEnd type="triangle" w="med" len="med"/>
            </a:ln>
          </p:spPr>
        </p:sp>
        <p:sp>
          <p:nvSpPr>
            <p:cNvPr id="56367" name="Line 81"/>
            <p:cNvSpPr/>
            <p:nvPr/>
          </p:nvSpPr>
          <p:spPr>
            <a:xfrm>
              <a:off x="4332" y="754"/>
              <a:ext cx="384" cy="0"/>
            </a:xfrm>
            <a:prstGeom prst="line">
              <a:avLst/>
            </a:prstGeom>
            <a:ln w="28575" cap="flat" cmpd="sng">
              <a:solidFill>
                <a:srgbClr val="00FFFF"/>
              </a:solidFill>
              <a:prstDash val="solid"/>
              <a:headEnd type="none" w="med" len="med"/>
              <a:tailEnd type="triangle" w="med" len="med"/>
            </a:ln>
          </p:spPr>
        </p:sp>
        <p:sp>
          <p:nvSpPr>
            <p:cNvPr id="56368" name="Text Box 82"/>
            <p:cNvSpPr txBox="1"/>
            <p:nvPr/>
          </p:nvSpPr>
          <p:spPr>
            <a:xfrm>
              <a:off x="4348" y="1741"/>
              <a:ext cx="317" cy="327"/>
            </a:xfrm>
            <a:prstGeom prst="rect">
              <a:avLst/>
            </a:prstGeom>
            <a:noFill/>
            <a:ln w="28575">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rPr>
                <a:t>Z</a:t>
              </a:r>
              <a:r>
                <a:rPr lang="en-US" altLang="zh-CN" sz="2800" b="0" baseline="-25000" dirty="0">
                  <a:solidFill>
                    <a:schemeClr val="bg1"/>
                  </a:solidFill>
                  <a:latin typeface="Times New Roman" panose="02020603050405020304" pitchFamily="18" charset="0"/>
                  <a:ea typeface="宋体" panose="02010600030101010101" pitchFamily="2" charset="-122"/>
                </a:rPr>
                <a:t>1</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6369" name="Oval 83"/>
            <p:cNvSpPr/>
            <p:nvPr/>
          </p:nvSpPr>
          <p:spPr>
            <a:xfrm>
              <a:off x="2402" y="1534"/>
              <a:ext cx="57" cy="5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6370" name="Oval 84"/>
            <p:cNvSpPr/>
            <p:nvPr/>
          </p:nvSpPr>
          <p:spPr>
            <a:xfrm>
              <a:off x="2400" y="1134"/>
              <a:ext cx="57" cy="5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6371" name="Oval 85"/>
            <p:cNvSpPr/>
            <p:nvPr/>
          </p:nvSpPr>
          <p:spPr>
            <a:xfrm>
              <a:off x="2397" y="726"/>
              <a:ext cx="57" cy="57"/>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graphicFrame>
          <p:nvGraphicFramePr>
            <p:cNvPr id="56322" name="Object 86"/>
            <p:cNvGraphicFramePr/>
            <p:nvPr/>
          </p:nvGraphicFramePr>
          <p:xfrm>
            <a:off x="4014" y="709"/>
            <a:ext cx="304" cy="370"/>
          </p:xfrm>
          <a:graphic>
            <a:graphicData uri="http://schemas.openxmlformats.org/presentationml/2006/ole">
              <mc:AlternateContent xmlns:mc="http://schemas.openxmlformats.org/markup-compatibility/2006">
                <mc:Choice xmlns:v="urn:schemas-microsoft-com:vml" Requires="v">
                  <p:oleObj spid="_x0000_s3405" name="" r:id="rId1" imgW="241300" imgH="292100" progId="Equation.3">
                    <p:embed/>
                  </p:oleObj>
                </mc:Choice>
                <mc:Fallback>
                  <p:oleObj name="" r:id="rId1" imgW="241300" imgH="292100" progId="Equation.3">
                    <p:embed/>
                    <p:pic>
                      <p:nvPicPr>
                        <p:cNvPr id="0" name="图片 3404"/>
                        <p:cNvPicPr/>
                        <p:nvPr/>
                      </p:nvPicPr>
                      <p:blipFill>
                        <a:blip r:embed="rId2">
                          <a:clrChange>
                            <a:clrFrom>
                              <a:srgbClr val="000000"/>
                            </a:clrFrom>
                            <a:clrTo>
                              <a:srgbClr val="FFFFFF"/>
                            </a:clrTo>
                          </a:clrChange>
                        </a:blip>
                        <a:stretch>
                          <a:fillRect/>
                        </a:stretch>
                      </p:blipFill>
                      <p:spPr>
                        <a:xfrm>
                          <a:off x="4014" y="709"/>
                          <a:ext cx="304" cy="370"/>
                        </a:xfrm>
                        <a:prstGeom prst="rect">
                          <a:avLst/>
                        </a:prstGeom>
                        <a:noFill/>
                        <a:ln w="38100">
                          <a:noFill/>
                          <a:miter/>
                        </a:ln>
                      </p:spPr>
                    </p:pic>
                  </p:oleObj>
                </mc:Fallback>
              </mc:AlternateContent>
            </a:graphicData>
          </a:graphic>
        </p:graphicFrame>
        <p:graphicFrame>
          <p:nvGraphicFramePr>
            <p:cNvPr id="56323" name="Object 87"/>
            <p:cNvGraphicFramePr/>
            <p:nvPr/>
          </p:nvGraphicFramePr>
          <p:xfrm>
            <a:off x="4377" y="346"/>
            <a:ext cx="304" cy="370"/>
          </p:xfrm>
          <a:graphic>
            <a:graphicData uri="http://schemas.openxmlformats.org/presentationml/2006/ole">
              <mc:AlternateContent xmlns:mc="http://schemas.openxmlformats.org/markup-compatibility/2006">
                <mc:Choice xmlns:v="urn:schemas-microsoft-com:vml" Requires="v">
                  <p:oleObj spid="_x0000_s3404" name="" r:id="rId3" imgW="241300" imgH="292100" progId="Equation.3">
                    <p:embed/>
                  </p:oleObj>
                </mc:Choice>
                <mc:Fallback>
                  <p:oleObj name="" r:id="rId3" imgW="241300" imgH="292100" progId="Equation.3">
                    <p:embed/>
                    <p:pic>
                      <p:nvPicPr>
                        <p:cNvPr id="0" name="图片 3403"/>
                        <p:cNvPicPr/>
                        <p:nvPr/>
                      </p:nvPicPr>
                      <p:blipFill>
                        <a:blip r:embed="rId4">
                          <a:clrChange>
                            <a:clrFrom>
                              <a:srgbClr val="000000"/>
                            </a:clrFrom>
                            <a:clrTo>
                              <a:srgbClr val="FFFFFF"/>
                            </a:clrTo>
                          </a:clrChange>
                        </a:blip>
                        <a:stretch>
                          <a:fillRect/>
                        </a:stretch>
                      </p:blipFill>
                      <p:spPr>
                        <a:xfrm>
                          <a:off x="4377" y="346"/>
                          <a:ext cx="304" cy="370"/>
                        </a:xfrm>
                        <a:prstGeom prst="rect">
                          <a:avLst/>
                        </a:prstGeom>
                        <a:noFill/>
                        <a:ln w="38100">
                          <a:noFill/>
                          <a:miter/>
                        </a:ln>
                      </p:spPr>
                    </p:pic>
                  </p:oleObj>
                </mc:Fallback>
              </mc:AlternateContent>
            </a:graphicData>
          </a:graphic>
        </p:graphicFrame>
        <p:sp>
          <p:nvSpPr>
            <p:cNvPr id="56372" name="Rectangle 88"/>
            <p:cNvSpPr/>
            <p:nvPr/>
          </p:nvSpPr>
          <p:spPr>
            <a:xfrm>
              <a:off x="4801" y="1553"/>
              <a:ext cx="791" cy="327"/>
            </a:xfrm>
            <a:prstGeom prst="rect">
              <a:avLst/>
            </a:prstGeom>
            <a:solidFill>
              <a:schemeClr val="hlink"/>
            </a:solidFill>
            <a:ln w="28575">
              <a:noFill/>
            </a:ln>
          </p:spPr>
          <p:txBody>
            <a:bodyPr wrap="none" anchor="ctr" anchorCtr="0">
              <a:spAutoFit/>
            </a:bodyPr>
            <a:p>
              <a:r>
                <a:rPr lang="zh-CN" altLang="en-US" sz="2800" dirty="0">
                  <a:solidFill>
                    <a:schemeClr val="bg1"/>
                  </a:solidFill>
                  <a:latin typeface="Times New Roman" panose="02020603050405020304" pitchFamily="18" charset="0"/>
                </a:rPr>
                <a:t>电动机</a:t>
              </a:r>
              <a:endParaRPr lang="zh-CN" altLang="en-US" sz="2800" dirty="0">
                <a:solidFill>
                  <a:schemeClr val="bg1"/>
                </a:solidFill>
                <a:latin typeface="Times New Roman" panose="02020603050405020304" pitchFamily="18" charset="0"/>
              </a:endParaRPr>
            </a:p>
          </p:txBody>
        </p:sp>
        <p:graphicFrame>
          <p:nvGraphicFramePr>
            <p:cNvPr id="56324" name="Object 89"/>
            <p:cNvGraphicFramePr/>
            <p:nvPr/>
          </p:nvGraphicFramePr>
          <p:xfrm>
            <a:off x="3651" y="373"/>
            <a:ext cx="255" cy="370"/>
          </p:xfrm>
          <a:graphic>
            <a:graphicData uri="http://schemas.openxmlformats.org/presentationml/2006/ole">
              <mc:AlternateContent xmlns:mc="http://schemas.openxmlformats.org/markup-compatibility/2006">
                <mc:Choice xmlns:v="urn:schemas-microsoft-com:vml" Requires="v">
                  <p:oleObj spid="_x0000_s3403" name="" r:id="rId5" imgW="203200" imgH="292100" progId="Equation.3">
                    <p:embed/>
                  </p:oleObj>
                </mc:Choice>
                <mc:Fallback>
                  <p:oleObj name="" r:id="rId5" imgW="203200" imgH="292100" progId="Equation.3">
                    <p:embed/>
                    <p:pic>
                      <p:nvPicPr>
                        <p:cNvPr id="0" name="图片 3402"/>
                        <p:cNvPicPr/>
                        <p:nvPr/>
                      </p:nvPicPr>
                      <p:blipFill>
                        <a:blip r:embed="rId6">
                          <a:clrChange>
                            <a:clrFrom>
                              <a:srgbClr val="000000"/>
                            </a:clrFrom>
                            <a:clrTo>
                              <a:srgbClr val="FFFFFF"/>
                            </a:clrTo>
                          </a:clrChange>
                        </a:blip>
                        <a:stretch>
                          <a:fillRect/>
                        </a:stretch>
                      </p:blipFill>
                      <p:spPr>
                        <a:xfrm>
                          <a:off x="3651" y="373"/>
                          <a:ext cx="255" cy="370"/>
                        </a:xfrm>
                        <a:prstGeom prst="rect">
                          <a:avLst/>
                        </a:prstGeom>
                        <a:noFill/>
                        <a:ln w="38100">
                          <a:noFill/>
                          <a:miter/>
                        </a:ln>
                      </p:spPr>
                    </p:pic>
                  </p:oleObj>
                </mc:Fallback>
              </mc:AlternateContent>
            </a:graphicData>
          </a:graphic>
        </p:graphicFrame>
        <p:sp>
          <p:nvSpPr>
            <p:cNvPr id="56373" name="Line 90"/>
            <p:cNvSpPr/>
            <p:nvPr/>
          </p:nvSpPr>
          <p:spPr>
            <a:xfrm>
              <a:off x="3606" y="754"/>
              <a:ext cx="384" cy="0"/>
            </a:xfrm>
            <a:prstGeom prst="line">
              <a:avLst/>
            </a:prstGeom>
            <a:ln w="28575" cap="flat" cmpd="sng">
              <a:solidFill>
                <a:srgbClr val="00FFFF"/>
              </a:solidFill>
              <a:prstDash val="solid"/>
              <a:headEnd type="none" w="med" len="med"/>
              <a:tailEnd type="triangle" w="med" len="med"/>
            </a:ln>
          </p:spPr>
        </p:sp>
        <p:sp>
          <p:nvSpPr>
            <p:cNvPr id="56374" name="Line 91"/>
            <p:cNvSpPr/>
            <p:nvPr/>
          </p:nvSpPr>
          <p:spPr>
            <a:xfrm>
              <a:off x="4030" y="1164"/>
              <a:ext cx="0" cy="1134"/>
            </a:xfrm>
            <a:prstGeom prst="line">
              <a:avLst/>
            </a:prstGeom>
            <a:ln w="28575" cap="flat" cmpd="sng">
              <a:solidFill>
                <a:srgbClr val="FFCC00"/>
              </a:solidFill>
              <a:prstDash val="solid"/>
              <a:headEnd type="oval" w="med" len="med"/>
              <a:tailEnd type="oval" w="med" len="med"/>
            </a:ln>
          </p:spPr>
        </p:sp>
        <p:sp>
          <p:nvSpPr>
            <p:cNvPr id="56375" name="Rectangle 92"/>
            <p:cNvSpPr/>
            <p:nvPr/>
          </p:nvSpPr>
          <p:spPr>
            <a:xfrm>
              <a:off x="4238" y="1736"/>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56376" name="Rectangle 93"/>
            <p:cNvSpPr/>
            <p:nvPr/>
          </p:nvSpPr>
          <p:spPr>
            <a:xfrm>
              <a:off x="3966" y="1745"/>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sp>
          <p:nvSpPr>
            <p:cNvPr id="56377" name="Rectangle 94"/>
            <p:cNvSpPr/>
            <p:nvPr/>
          </p:nvSpPr>
          <p:spPr>
            <a:xfrm>
              <a:off x="3739" y="1754"/>
              <a:ext cx="127" cy="318"/>
            </a:xfrm>
            <a:prstGeom prst="rect">
              <a:avLst/>
            </a:prstGeom>
            <a:gradFill rotWithShape="1">
              <a:gsLst>
                <a:gs pos="0">
                  <a:srgbClr val="764700"/>
                </a:gs>
                <a:gs pos="50000">
                  <a:srgbClr val="FF9900"/>
                </a:gs>
                <a:gs pos="100000">
                  <a:srgbClr val="764700"/>
                </a:gs>
              </a:gsLst>
              <a:lin ang="0" scaled="1"/>
              <a:tileRect/>
            </a:gradFill>
            <a:ln w="28575">
              <a:noFill/>
            </a:ln>
          </p:spPr>
          <p:txBody>
            <a:bodyPr wrap="none" anchor="ctr" anchorCtr="0"/>
            <a:p>
              <a:endParaRPr lang="zh-CN" altLang="en-US" dirty="0">
                <a:latin typeface="Arial" panose="020B0604020202020204" pitchFamily="34" charset="0"/>
              </a:endParaRPr>
            </a:p>
          </p:txBody>
        </p:sp>
      </p:grpSp>
      <p:grpSp>
        <p:nvGrpSpPr>
          <p:cNvPr id="3" name="Group 95"/>
          <p:cNvGrpSpPr/>
          <p:nvPr/>
        </p:nvGrpSpPr>
        <p:grpSpPr>
          <a:xfrm>
            <a:off x="4067175" y="563563"/>
            <a:ext cx="865188" cy="1922462"/>
            <a:chOff x="1338" y="1629"/>
            <a:chExt cx="545" cy="1211"/>
          </a:xfrm>
        </p:grpSpPr>
        <p:sp>
          <p:nvSpPr>
            <p:cNvPr id="56348" name="Line 96"/>
            <p:cNvSpPr/>
            <p:nvPr/>
          </p:nvSpPr>
          <p:spPr>
            <a:xfrm>
              <a:off x="1683" y="1772"/>
              <a:ext cx="18" cy="1068"/>
            </a:xfrm>
            <a:prstGeom prst="line">
              <a:avLst/>
            </a:prstGeom>
            <a:ln w="28575" cap="flat" cmpd="sng">
              <a:solidFill>
                <a:srgbClr val="FFCC00"/>
              </a:solidFill>
              <a:prstDash val="solid"/>
              <a:headEnd type="none" w="med" len="med"/>
              <a:tailEnd type="oval" w="sm" len="sm"/>
            </a:ln>
          </p:spPr>
        </p:sp>
        <p:sp>
          <p:nvSpPr>
            <p:cNvPr id="56349" name="Line 97"/>
            <p:cNvSpPr/>
            <p:nvPr/>
          </p:nvSpPr>
          <p:spPr>
            <a:xfrm flipV="1">
              <a:off x="1429" y="1752"/>
              <a:ext cx="0" cy="272"/>
            </a:xfrm>
            <a:prstGeom prst="line">
              <a:avLst/>
            </a:prstGeom>
            <a:ln w="28575" cap="flat" cmpd="sng">
              <a:solidFill>
                <a:srgbClr val="FFCC00"/>
              </a:solidFill>
              <a:prstDash val="solid"/>
              <a:headEnd type="oval" w="sm" len="sm"/>
              <a:tailEnd type="none" w="med" len="med"/>
            </a:ln>
          </p:spPr>
        </p:sp>
        <p:cxnSp>
          <p:nvCxnSpPr>
            <p:cNvPr id="56350" name="AutoShape 98"/>
            <p:cNvCxnSpPr/>
            <p:nvPr/>
          </p:nvCxnSpPr>
          <p:spPr>
            <a:xfrm>
              <a:off x="1425" y="1772"/>
              <a:ext cx="258" cy="0"/>
            </a:xfrm>
            <a:prstGeom prst="straightConnector1">
              <a:avLst/>
            </a:prstGeom>
            <a:ln w="28575" cap="flat" cmpd="sng">
              <a:solidFill>
                <a:srgbClr val="FFCC00"/>
              </a:solidFill>
              <a:prstDash val="solid"/>
              <a:headEnd type="none" w="med" len="med"/>
              <a:tailEnd type="none" w="med" len="med"/>
            </a:ln>
          </p:spPr>
        </p:cxnSp>
        <p:sp>
          <p:nvSpPr>
            <p:cNvPr id="56351" name="Oval 99"/>
            <p:cNvSpPr/>
            <p:nvPr/>
          </p:nvSpPr>
          <p:spPr>
            <a:xfrm>
              <a:off x="1551" y="1868"/>
              <a:ext cx="331" cy="337"/>
            </a:xfrm>
            <a:prstGeom prst="ellipse">
              <a:avLst/>
            </a:prstGeom>
            <a:gradFill rotWithShape="1">
              <a:gsLst>
                <a:gs pos="0">
                  <a:srgbClr val="184776"/>
                </a:gs>
                <a:gs pos="100000">
                  <a:srgbClr val="3399FF"/>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r>
                <a:rPr lang="en-US" altLang="zh-CN" sz="2400" b="0" dirty="0">
                  <a:solidFill>
                    <a:schemeClr val="bg1"/>
                  </a:solidFill>
                  <a:latin typeface="Times New Roman" panose="02020603050405020304" pitchFamily="18" charset="0"/>
                  <a:ea typeface="宋体" panose="02010600030101010101" pitchFamily="2" charset="-122"/>
                </a:rPr>
                <a:t>W</a:t>
              </a:r>
              <a:r>
                <a:rPr lang="en-US" altLang="zh-CN" sz="2400" b="0" baseline="-25000" dirty="0">
                  <a:solidFill>
                    <a:schemeClr val="bg1"/>
                  </a:solidFill>
                  <a:latin typeface="Times New Roman" panose="02020603050405020304" pitchFamily="18" charset="0"/>
                  <a:ea typeface="宋体" panose="02010600030101010101" pitchFamily="2" charset="-122"/>
                </a:rPr>
                <a:t>1</a:t>
              </a:r>
              <a:endParaRPr lang="en-US" altLang="zh-CN" sz="2400" b="0" dirty="0">
                <a:solidFill>
                  <a:schemeClr val="bg1"/>
                </a:solidFill>
                <a:latin typeface="Times New Roman" panose="02020603050405020304" pitchFamily="18" charset="0"/>
                <a:ea typeface="宋体" panose="02010600030101010101" pitchFamily="2" charset="-122"/>
              </a:endParaRPr>
            </a:p>
          </p:txBody>
        </p:sp>
        <p:sp>
          <p:nvSpPr>
            <p:cNvPr id="56352" name="Text Box 100"/>
            <p:cNvSpPr txBox="1"/>
            <p:nvPr/>
          </p:nvSpPr>
          <p:spPr>
            <a:xfrm>
              <a:off x="1655" y="1629"/>
              <a:ext cx="228" cy="327"/>
            </a:xfrm>
            <a:prstGeom prst="rect">
              <a:avLst/>
            </a:prstGeom>
            <a:noFill/>
            <a:ln w="38100">
              <a:noFill/>
            </a:ln>
          </p:spPr>
          <p:txBody>
            <a:bodyPr wrap="none">
              <a:spAutoFit/>
            </a:bodyPr>
            <a:p>
              <a:r>
                <a:rPr lang="en-US" altLang="zh-CN" sz="2800" dirty="0">
                  <a:solidFill>
                    <a:schemeClr val="bg1"/>
                  </a:solidFill>
                  <a:latin typeface="Times New Roman" panose="02020603050405020304" pitchFamily="18" charset="0"/>
                  <a:ea typeface="宋体" panose="02010600030101010101" pitchFamily="2" charset="-122"/>
                </a:rPr>
                <a:t>*</a:t>
              </a:r>
              <a:endParaRPr lang="en-US" altLang="zh-CN" sz="2800" dirty="0">
                <a:solidFill>
                  <a:schemeClr val="bg1"/>
                </a:solidFill>
                <a:latin typeface="Times New Roman" panose="02020603050405020304" pitchFamily="18" charset="0"/>
                <a:ea typeface="宋体" panose="02010600030101010101" pitchFamily="2" charset="-122"/>
              </a:endParaRPr>
            </a:p>
          </p:txBody>
        </p:sp>
        <p:sp>
          <p:nvSpPr>
            <p:cNvPr id="56353" name="Text Box 101"/>
            <p:cNvSpPr txBox="1"/>
            <p:nvPr/>
          </p:nvSpPr>
          <p:spPr>
            <a:xfrm>
              <a:off x="1338" y="1969"/>
              <a:ext cx="228" cy="327"/>
            </a:xfrm>
            <a:prstGeom prst="rect">
              <a:avLst/>
            </a:prstGeom>
            <a:noFill/>
            <a:ln w="38100">
              <a:noFill/>
            </a:ln>
          </p:spPr>
          <p:txBody>
            <a:bodyPr wrap="none">
              <a:spAutoFit/>
            </a:bodyPr>
            <a:p>
              <a:r>
                <a:rPr lang="en-US" altLang="zh-CN" sz="2800" dirty="0">
                  <a:solidFill>
                    <a:schemeClr val="bg1"/>
                  </a:solidFill>
                  <a:latin typeface="Times New Roman" panose="02020603050405020304" pitchFamily="18" charset="0"/>
                  <a:ea typeface="宋体" panose="02010600030101010101" pitchFamily="2" charset="-122"/>
                </a:rPr>
                <a:t>*</a:t>
              </a:r>
              <a:endParaRPr lang="en-US" altLang="zh-CN" sz="2800" dirty="0">
                <a:solidFill>
                  <a:schemeClr val="bg1"/>
                </a:solidFill>
                <a:latin typeface="Times New Roman" panose="02020603050405020304" pitchFamily="18" charset="0"/>
                <a:ea typeface="宋体" panose="02010600030101010101" pitchFamily="2" charset="-122"/>
              </a:endParaRPr>
            </a:p>
          </p:txBody>
        </p:sp>
      </p:grpSp>
      <p:grpSp>
        <p:nvGrpSpPr>
          <p:cNvPr id="4" name="Group 102"/>
          <p:cNvGrpSpPr/>
          <p:nvPr/>
        </p:nvGrpSpPr>
        <p:grpSpPr>
          <a:xfrm>
            <a:off x="4932363" y="1284288"/>
            <a:ext cx="906462" cy="1184275"/>
            <a:chOff x="1882" y="2083"/>
            <a:chExt cx="571" cy="746"/>
          </a:xfrm>
        </p:grpSpPr>
        <p:sp>
          <p:nvSpPr>
            <p:cNvPr id="56342" name="Line 103"/>
            <p:cNvSpPr/>
            <p:nvPr/>
          </p:nvSpPr>
          <p:spPr>
            <a:xfrm>
              <a:off x="2259" y="2201"/>
              <a:ext cx="0" cy="628"/>
            </a:xfrm>
            <a:prstGeom prst="line">
              <a:avLst/>
            </a:prstGeom>
            <a:ln w="28575" cap="flat" cmpd="sng">
              <a:solidFill>
                <a:srgbClr val="FFCC00"/>
              </a:solidFill>
              <a:prstDash val="solid"/>
              <a:headEnd type="none" w="med" len="med"/>
              <a:tailEnd type="oval" w="sm" len="sm"/>
            </a:ln>
          </p:spPr>
        </p:sp>
        <p:sp>
          <p:nvSpPr>
            <p:cNvPr id="56343" name="Line 104"/>
            <p:cNvSpPr/>
            <p:nvPr/>
          </p:nvSpPr>
          <p:spPr>
            <a:xfrm flipV="1">
              <a:off x="2005" y="2199"/>
              <a:ext cx="0" cy="234"/>
            </a:xfrm>
            <a:prstGeom prst="line">
              <a:avLst/>
            </a:prstGeom>
            <a:ln w="28575" cap="flat" cmpd="sng">
              <a:solidFill>
                <a:srgbClr val="FFCC00"/>
              </a:solidFill>
              <a:prstDash val="solid"/>
              <a:headEnd type="oval" w="sm" len="sm"/>
              <a:tailEnd type="none" w="med" len="med"/>
            </a:ln>
          </p:spPr>
        </p:sp>
        <p:cxnSp>
          <p:nvCxnSpPr>
            <p:cNvPr id="56344" name="AutoShape 105"/>
            <p:cNvCxnSpPr/>
            <p:nvPr/>
          </p:nvCxnSpPr>
          <p:spPr>
            <a:xfrm flipV="1">
              <a:off x="2011" y="2197"/>
              <a:ext cx="254" cy="6"/>
            </a:xfrm>
            <a:prstGeom prst="straightConnector1">
              <a:avLst/>
            </a:prstGeom>
            <a:ln w="28575" cap="flat" cmpd="sng">
              <a:solidFill>
                <a:srgbClr val="FFCC00"/>
              </a:solidFill>
              <a:prstDash val="solid"/>
              <a:headEnd type="none" w="med" len="med"/>
              <a:tailEnd type="none" w="med" len="med"/>
            </a:ln>
          </p:spPr>
        </p:cxnSp>
        <p:sp>
          <p:nvSpPr>
            <p:cNvPr id="56345" name="Text Box 106"/>
            <p:cNvSpPr txBox="1"/>
            <p:nvPr/>
          </p:nvSpPr>
          <p:spPr>
            <a:xfrm>
              <a:off x="2225" y="2083"/>
              <a:ext cx="228" cy="327"/>
            </a:xfrm>
            <a:prstGeom prst="rect">
              <a:avLst/>
            </a:prstGeom>
            <a:noFill/>
            <a:ln w="38100">
              <a:noFill/>
            </a:ln>
          </p:spPr>
          <p:txBody>
            <a:bodyPr wrap="none">
              <a:spAutoFit/>
            </a:bodyPr>
            <a:p>
              <a:r>
                <a:rPr lang="en-US" altLang="zh-CN" sz="2800" dirty="0">
                  <a:solidFill>
                    <a:schemeClr val="bg1"/>
                  </a:solidFill>
                  <a:latin typeface="Times New Roman" panose="02020603050405020304" pitchFamily="18" charset="0"/>
                  <a:ea typeface="宋体" panose="02010600030101010101" pitchFamily="2" charset="-122"/>
                </a:rPr>
                <a:t>*</a:t>
              </a:r>
              <a:endParaRPr lang="en-US" altLang="zh-CN" sz="2800" dirty="0">
                <a:solidFill>
                  <a:schemeClr val="bg1"/>
                </a:solidFill>
                <a:latin typeface="Times New Roman" panose="02020603050405020304" pitchFamily="18" charset="0"/>
                <a:ea typeface="宋体" panose="02010600030101010101" pitchFamily="2" charset="-122"/>
              </a:endParaRPr>
            </a:p>
          </p:txBody>
        </p:sp>
        <p:sp>
          <p:nvSpPr>
            <p:cNvPr id="56346" name="Text Box 107"/>
            <p:cNvSpPr txBox="1"/>
            <p:nvPr/>
          </p:nvSpPr>
          <p:spPr>
            <a:xfrm>
              <a:off x="1882" y="2371"/>
              <a:ext cx="228" cy="327"/>
            </a:xfrm>
            <a:prstGeom prst="rect">
              <a:avLst/>
            </a:prstGeom>
            <a:noFill/>
            <a:ln w="38100">
              <a:noFill/>
            </a:ln>
          </p:spPr>
          <p:txBody>
            <a:bodyPr wrap="none">
              <a:spAutoFit/>
            </a:bodyPr>
            <a:p>
              <a:r>
                <a:rPr lang="en-US" altLang="zh-CN" sz="2800" dirty="0">
                  <a:solidFill>
                    <a:schemeClr val="bg1"/>
                  </a:solidFill>
                  <a:latin typeface="Times New Roman" panose="02020603050405020304" pitchFamily="18" charset="0"/>
                  <a:ea typeface="宋体" panose="02010600030101010101" pitchFamily="2" charset="-122"/>
                </a:rPr>
                <a:t>*</a:t>
              </a:r>
              <a:endParaRPr lang="en-US" altLang="zh-CN" sz="2800" dirty="0">
                <a:solidFill>
                  <a:schemeClr val="bg1"/>
                </a:solidFill>
                <a:latin typeface="Times New Roman" panose="02020603050405020304" pitchFamily="18" charset="0"/>
                <a:ea typeface="宋体" panose="02010600030101010101" pitchFamily="2" charset="-122"/>
              </a:endParaRPr>
            </a:p>
          </p:txBody>
        </p:sp>
        <p:sp>
          <p:nvSpPr>
            <p:cNvPr id="56347" name="Oval 108"/>
            <p:cNvSpPr/>
            <p:nvPr/>
          </p:nvSpPr>
          <p:spPr>
            <a:xfrm>
              <a:off x="2109" y="2296"/>
              <a:ext cx="317" cy="318"/>
            </a:xfrm>
            <a:prstGeom prst="ellipse">
              <a:avLst/>
            </a:prstGeom>
            <a:gradFill rotWithShape="1">
              <a:gsLst>
                <a:gs pos="0">
                  <a:srgbClr val="184776"/>
                </a:gs>
                <a:gs pos="100000">
                  <a:srgbClr val="3399FF"/>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r>
                <a:rPr lang="en-US" altLang="zh-CN" sz="2400" b="0" dirty="0">
                  <a:solidFill>
                    <a:schemeClr val="bg1"/>
                  </a:solidFill>
                  <a:latin typeface="Times New Roman" panose="02020603050405020304" pitchFamily="18" charset="0"/>
                  <a:ea typeface="宋体" panose="02010600030101010101" pitchFamily="2" charset="-122"/>
                </a:rPr>
                <a:t>W</a:t>
              </a:r>
              <a:r>
                <a:rPr lang="en-US" altLang="zh-CN" sz="2400" b="0" baseline="-25000" dirty="0">
                  <a:solidFill>
                    <a:schemeClr val="bg1"/>
                  </a:solidFill>
                  <a:latin typeface="Times New Roman" panose="02020603050405020304" pitchFamily="18" charset="0"/>
                  <a:ea typeface="宋体" panose="02010600030101010101" pitchFamily="2" charset="-122"/>
                </a:rPr>
                <a:t>2</a:t>
              </a:r>
              <a:endParaRPr lang="en-US" altLang="zh-CN" sz="2400" b="0" dirty="0">
                <a:solidFill>
                  <a:schemeClr val="bg1"/>
                </a:solidFill>
                <a:latin typeface="Times New Roman" panose="02020603050405020304" pitchFamily="18" charset="0"/>
                <a:ea typeface="宋体" panose="02010600030101010101" pitchFamily="2" charset="-122"/>
              </a:endParaRPr>
            </a:p>
          </p:txBody>
        </p:sp>
      </p:grpSp>
      <p:grpSp>
        <p:nvGrpSpPr>
          <p:cNvPr id="56333" name="Group 118"/>
          <p:cNvGrpSpPr/>
          <p:nvPr/>
        </p:nvGrpSpPr>
        <p:grpSpPr>
          <a:xfrm>
            <a:off x="8316913" y="6445250"/>
            <a:ext cx="792162" cy="366713"/>
            <a:chOff x="5193" y="4020"/>
            <a:chExt cx="499" cy="231"/>
          </a:xfrm>
        </p:grpSpPr>
        <p:pic>
          <p:nvPicPr>
            <p:cNvPr id="56340" name="Picture 119" descr="78900"/>
            <p:cNvPicPr>
              <a:picLocks noChangeAspect="1"/>
            </p:cNvPicPr>
            <p:nvPr/>
          </p:nvPicPr>
          <p:blipFill>
            <a:blip r:embed="rId7"/>
            <a:stretch>
              <a:fillRect/>
            </a:stretch>
          </p:blipFill>
          <p:spPr>
            <a:xfrm>
              <a:off x="5193" y="4066"/>
              <a:ext cx="499" cy="181"/>
            </a:xfrm>
            <a:prstGeom prst="rect">
              <a:avLst/>
            </a:prstGeom>
            <a:noFill/>
            <a:ln w="9525">
              <a:noFill/>
            </a:ln>
          </p:spPr>
        </p:pic>
        <p:sp>
          <p:nvSpPr>
            <p:cNvPr id="56341" name="Text Box 120">
              <a:hlinkClick r:id="" action="ppaction://hlinkshowjump?jump=next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下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6334" name="Group 121"/>
          <p:cNvGrpSpPr/>
          <p:nvPr/>
        </p:nvGrpSpPr>
        <p:grpSpPr>
          <a:xfrm>
            <a:off x="7451725" y="6445250"/>
            <a:ext cx="792163" cy="366713"/>
            <a:chOff x="5193" y="4020"/>
            <a:chExt cx="499" cy="231"/>
          </a:xfrm>
        </p:grpSpPr>
        <p:pic>
          <p:nvPicPr>
            <p:cNvPr id="56338" name="Picture 122" descr="78900"/>
            <p:cNvPicPr>
              <a:picLocks noChangeAspect="1"/>
            </p:cNvPicPr>
            <p:nvPr/>
          </p:nvPicPr>
          <p:blipFill>
            <a:blip r:embed="rId7"/>
            <a:stretch>
              <a:fillRect/>
            </a:stretch>
          </p:blipFill>
          <p:spPr>
            <a:xfrm>
              <a:off x="5193" y="4066"/>
              <a:ext cx="499" cy="181"/>
            </a:xfrm>
            <a:prstGeom prst="rect">
              <a:avLst/>
            </a:prstGeom>
            <a:noFill/>
            <a:ln w="9525">
              <a:noFill/>
            </a:ln>
          </p:spPr>
        </p:pic>
        <p:sp>
          <p:nvSpPr>
            <p:cNvPr id="56339" name="Text Box 123">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6335" name="Group 124"/>
          <p:cNvGrpSpPr/>
          <p:nvPr/>
        </p:nvGrpSpPr>
        <p:grpSpPr>
          <a:xfrm>
            <a:off x="6588125" y="6446838"/>
            <a:ext cx="792163" cy="366712"/>
            <a:chOff x="4695" y="4061"/>
            <a:chExt cx="499" cy="231"/>
          </a:xfrm>
        </p:grpSpPr>
        <p:pic>
          <p:nvPicPr>
            <p:cNvPr id="56336" name="Picture 125" descr="78900"/>
            <p:cNvPicPr>
              <a:picLocks noChangeAspect="1"/>
            </p:cNvPicPr>
            <p:nvPr/>
          </p:nvPicPr>
          <p:blipFill>
            <a:blip r:embed="rId7"/>
            <a:stretch>
              <a:fillRect/>
            </a:stretch>
          </p:blipFill>
          <p:spPr>
            <a:xfrm>
              <a:off x="4695" y="4107"/>
              <a:ext cx="499" cy="181"/>
            </a:xfrm>
            <a:prstGeom prst="rect">
              <a:avLst/>
            </a:prstGeom>
            <a:noFill/>
            <a:ln w="9525">
              <a:noFill/>
            </a:ln>
          </p:spPr>
        </p:pic>
        <p:sp>
          <p:nvSpPr>
            <p:cNvPr id="56337" name="Text Box 126">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47133"/>
                                        </p:tgtEl>
                                        <p:attrNameLst>
                                          <p:attrName>style.visibility</p:attrName>
                                        </p:attrNameLst>
                                      </p:cBhvr>
                                      <p:to>
                                        <p:strVal val="visible"/>
                                      </p:to>
                                    </p:set>
                                    <p:anim calcmode="lin" valueType="num">
                                      <p:cBhvr additive="base">
                                        <p:cTn id="7" dur="500" fill="hold"/>
                                        <p:tgtEl>
                                          <p:spTgt spid="47133"/>
                                        </p:tgtEl>
                                        <p:attrNameLst>
                                          <p:attrName>ppt_x</p:attrName>
                                        </p:attrNameLst>
                                      </p:cBhvr>
                                      <p:tavLst>
                                        <p:tav tm="0">
                                          <p:val>
                                            <p:strVal val="0-#ppt_w/2"/>
                                          </p:val>
                                        </p:tav>
                                        <p:tav tm="100000">
                                          <p:val>
                                            <p:strVal val="#ppt_x"/>
                                          </p:val>
                                        </p:tav>
                                      </p:tavLst>
                                    </p:anim>
                                    <p:anim calcmode="lin" valueType="num">
                                      <p:cBhvr additive="base">
                                        <p:cTn id="8" dur="500" fill="hold"/>
                                        <p:tgtEl>
                                          <p:spTgt spid="4713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linds(horizontal)">
                                      <p:cBhvr>
                                        <p:cTn id="18" dur="500"/>
                                        <p:tgtEl>
                                          <p:spTgt spid="3"/>
                                        </p:tgtEl>
                                      </p:cBhvr>
                                    </p:animEffect>
                                  </p:childTnLst>
                                </p:cTn>
                              </p:par>
                            </p:childTnLst>
                          </p:cTn>
                        </p:par>
                        <p:par>
                          <p:cTn id="19" fill="hold">
                            <p:stCondLst>
                              <p:cond delay="500"/>
                            </p:stCondLst>
                            <p:childTnLst>
                              <p:par>
                                <p:cTn id="20" presetID="3" presetClass="entr" presetSubtype="10" fill="hold"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47106"/>
                                        </p:tgtEl>
                                        <p:attrNameLst>
                                          <p:attrName>style.visibility</p:attrName>
                                        </p:attrNameLst>
                                      </p:cBhvr>
                                      <p:to>
                                        <p:strVal val="visible"/>
                                      </p:to>
                                    </p:set>
                                    <p:anim calcmode="lin" valueType="num">
                                      <p:cBhvr additive="base">
                                        <p:cTn id="27" dur="500" fill="hold"/>
                                        <p:tgtEl>
                                          <p:spTgt spid="47106"/>
                                        </p:tgtEl>
                                        <p:attrNameLst>
                                          <p:attrName>ppt_x</p:attrName>
                                        </p:attrNameLst>
                                      </p:cBhvr>
                                      <p:tavLst>
                                        <p:tav tm="0">
                                          <p:val>
                                            <p:strVal val="0-#ppt_w/2"/>
                                          </p:val>
                                        </p:tav>
                                        <p:tav tm="100000">
                                          <p:val>
                                            <p:strVal val="#ppt_x"/>
                                          </p:val>
                                        </p:tav>
                                      </p:tavLst>
                                    </p:anim>
                                    <p:anim calcmode="lin" valueType="num">
                                      <p:cBhvr additive="base">
                                        <p:cTn id="28" dur="500" fill="hold"/>
                                        <p:tgtEl>
                                          <p:spTgt spid="47106"/>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47153"/>
                                        </p:tgtEl>
                                        <p:attrNameLst>
                                          <p:attrName>style.visibility</p:attrName>
                                        </p:attrNameLst>
                                      </p:cBhvr>
                                      <p:to>
                                        <p:strVal val="visible"/>
                                      </p:to>
                                    </p:set>
                                    <p:animEffect transition="in" filter="wipe(left)">
                                      <p:cBhvr>
                                        <p:cTn id="33" dur="2000"/>
                                        <p:tgtEl>
                                          <p:spTgt spid="47153"/>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47154"/>
                                        </p:tgtEl>
                                        <p:attrNameLst>
                                          <p:attrName>style.visibility</p:attrName>
                                        </p:attrNameLst>
                                      </p:cBhvr>
                                      <p:to>
                                        <p:strVal val="visible"/>
                                      </p:to>
                                    </p:set>
                                    <p:anim calcmode="lin" valueType="num">
                                      <p:cBhvr additive="base">
                                        <p:cTn id="38" dur="500" fill="hold"/>
                                        <p:tgtEl>
                                          <p:spTgt spid="47154"/>
                                        </p:tgtEl>
                                        <p:attrNameLst>
                                          <p:attrName>ppt_x</p:attrName>
                                        </p:attrNameLst>
                                      </p:cBhvr>
                                      <p:tavLst>
                                        <p:tav tm="0">
                                          <p:val>
                                            <p:strVal val="0-#ppt_w/2"/>
                                          </p:val>
                                        </p:tav>
                                        <p:tav tm="100000">
                                          <p:val>
                                            <p:strVal val="#ppt_x"/>
                                          </p:val>
                                        </p:tav>
                                      </p:tavLst>
                                    </p:anim>
                                    <p:anim calcmode="lin" valueType="num">
                                      <p:cBhvr additive="base">
                                        <p:cTn id="39" dur="500" fill="hold"/>
                                        <p:tgtEl>
                                          <p:spTgt spid="47154"/>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47155"/>
                                        </p:tgtEl>
                                        <p:attrNameLst>
                                          <p:attrName>style.visibility</p:attrName>
                                        </p:attrNameLst>
                                      </p:cBhvr>
                                      <p:to>
                                        <p:strVal val="visible"/>
                                      </p:to>
                                    </p:set>
                                    <p:animEffect transition="in" filter="wipe(left)">
                                      <p:cBhvr>
                                        <p:cTn id="44" dur="2000"/>
                                        <p:tgtEl>
                                          <p:spTgt spid="47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animBg="1"/>
      <p:bldP spid="47133" grpId="0"/>
      <p:bldP spid="47153" grpId="0"/>
      <p:bldP spid="47154" grpId="0" animBg="1"/>
      <p:bldP spid="47155"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200" name="Rectangle 24"/>
          <p:cNvSpPr/>
          <p:nvPr/>
        </p:nvSpPr>
        <p:spPr>
          <a:xfrm>
            <a:off x="323850" y="476250"/>
            <a:ext cx="1295400" cy="579438"/>
          </a:xfrm>
          <a:prstGeom prst="rect">
            <a:avLst/>
          </a:prstGeom>
          <a:noFill/>
          <a:ln w="9525">
            <a:noFill/>
          </a:ln>
        </p:spPr>
        <p:txBody>
          <a:bodyPr>
            <a:spAutoFit/>
          </a:bodyPr>
          <a:p>
            <a:r>
              <a:rPr lang="zh-CN" altLang="en-US" dirty="0">
                <a:solidFill>
                  <a:schemeClr val="bg1"/>
                </a:solidFill>
                <a:latin typeface="Times New Roman" panose="02020603050405020304" pitchFamily="18" charset="0"/>
                <a:ea typeface="宋体" panose="02010600030101010101" pitchFamily="2" charset="-122"/>
              </a:rPr>
              <a:t>例</a:t>
            </a:r>
            <a:r>
              <a:rPr lang="en-US" altLang="zh-CN" b="0" dirty="0">
                <a:solidFill>
                  <a:schemeClr val="bg1"/>
                </a:solidFill>
                <a:latin typeface="Times New Roman" panose="02020603050405020304" pitchFamily="18" charset="0"/>
                <a:ea typeface="宋体" panose="02010600030101010101" pitchFamily="2" charset="-122"/>
              </a:rPr>
              <a:t>5-2</a:t>
            </a:r>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50225" name="Text Box 49"/>
          <p:cNvSpPr txBox="1"/>
          <p:nvPr/>
        </p:nvSpPr>
        <p:spPr>
          <a:xfrm>
            <a:off x="1331913" y="404813"/>
            <a:ext cx="7345362" cy="1117600"/>
          </a:xfrm>
          <a:prstGeom prst="rect">
            <a:avLst/>
          </a:prstGeom>
          <a:noFill/>
          <a:ln w="9525">
            <a:noFill/>
          </a:ln>
        </p:spPr>
        <p:txBody>
          <a:bodyPr>
            <a:spAutoFit/>
          </a:bodyPr>
          <a:p>
            <a:pPr>
              <a:lnSpc>
                <a:spcPct val="120000"/>
              </a:lnSpc>
              <a:spcBef>
                <a:spcPct val="50000"/>
              </a:spcBef>
            </a:pPr>
            <a:r>
              <a:rPr lang="zh-CN" altLang="en-US" sz="2800" dirty="0">
                <a:latin typeface="楷体_GB2312" pitchFamily="49" charset="-122"/>
              </a:rPr>
              <a:t>根据图示功率表的读数可以测取三相对称负载的什么功率？</a:t>
            </a:r>
            <a:endParaRPr lang="zh-CN" altLang="en-US" sz="2800" dirty="0">
              <a:latin typeface="楷体_GB2312" pitchFamily="49" charset="-122"/>
            </a:endParaRPr>
          </a:p>
        </p:txBody>
      </p:sp>
      <p:sp>
        <p:nvSpPr>
          <p:cNvPr id="50226" name="Text Box 50"/>
          <p:cNvSpPr txBox="1"/>
          <p:nvPr/>
        </p:nvSpPr>
        <p:spPr>
          <a:xfrm>
            <a:off x="395288" y="1412875"/>
            <a:ext cx="688975" cy="519113"/>
          </a:xfrm>
          <a:prstGeom prst="rect">
            <a:avLst/>
          </a:prstGeom>
          <a:solidFill>
            <a:srgbClr val="990033"/>
          </a:solidFill>
          <a:ln w="9525">
            <a:noFill/>
          </a:ln>
        </p:spPr>
        <p:txBody>
          <a:bodyPr>
            <a:spAutoFit/>
          </a:bodyPr>
          <a:p>
            <a:r>
              <a:rPr lang="zh-CN" altLang="en-US" sz="2800" dirty="0">
                <a:solidFill>
                  <a:schemeClr val="bg1"/>
                </a:solidFill>
                <a:latin typeface="Times New Roman" panose="02020603050405020304" pitchFamily="18" charset="0"/>
                <a:ea typeface="宋体" panose="02010600030101010101" pitchFamily="2" charset="-122"/>
              </a:rPr>
              <a:t>解</a:t>
            </a:r>
            <a:endParaRPr lang="zh-CN" altLang="en-US" sz="2800" dirty="0">
              <a:solidFill>
                <a:schemeClr val="bg1"/>
              </a:solidFill>
              <a:latin typeface="Times New Roman" panose="02020603050405020304" pitchFamily="18" charset="0"/>
              <a:ea typeface="宋体" panose="02010600030101010101" pitchFamily="2" charset="-122"/>
            </a:endParaRPr>
          </a:p>
        </p:txBody>
      </p:sp>
      <p:grpSp>
        <p:nvGrpSpPr>
          <p:cNvPr id="2" name="Group 92"/>
          <p:cNvGrpSpPr/>
          <p:nvPr/>
        </p:nvGrpSpPr>
        <p:grpSpPr>
          <a:xfrm>
            <a:off x="5003800" y="3141663"/>
            <a:ext cx="3603625" cy="3303587"/>
            <a:chOff x="2880" y="1933"/>
            <a:chExt cx="2270" cy="2081"/>
          </a:xfrm>
        </p:grpSpPr>
        <p:sp>
          <p:nvSpPr>
            <p:cNvPr id="57383" name="Text Box 52"/>
            <p:cNvSpPr txBox="1"/>
            <p:nvPr/>
          </p:nvSpPr>
          <p:spPr>
            <a:xfrm>
              <a:off x="3742" y="2491"/>
              <a:ext cx="318" cy="327"/>
            </a:xfrm>
            <a:prstGeom prst="rect">
              <a:avLst/>
            </a:prstGeom>
            <a:noFill/>
            <a:ln w="9525">
              <a:noFill/>
            </a:ln>
          </p:spPr>
          <p:txBody>
            <a:bodyPr wrap="none">
              <a:spAutoFit/>
            </a:bodyPr>
            <a:p>
              <a:pPr>
                <a:buNone/>
              </a:pPr>
              <a:r>
                <a:rPr lang="en-US" altLang="zh-CN" sz="2800" b="0" dirty="0">
                  <a:solidFill>
                    <a:schemeClr val="bg1"/>
                  </a:solidFill>
                  <a:latin typeface="Times New Roman" panose="02020603050405020304" pitchFamily="18" charset="0"/>
                  <a:ea typeface="宋体" panose="02010600030101010101" pitchFamily="2" charset="-122"/>
                </a:rPr>
                <a:t>N'</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7384" name="Line 53"/>
            <p:cNvSpPr/>
            <p:nvPr/>
          </p:nvSpPr>
          <p:spPr>
            <a:xfrm>
              <a:off x="3787" y="2840"/>
              <a:ext cx="1044" cy="0"/>
            </a:xfrm>
            <a:prstGeom prst="line">
              <a:avLst/>
            </a:prstGeom>
            <a:ln w="28575" cap="flat" cmpd="sng">
              <a:solidFill>
                <a:srgbClr val="FFFF00"/>
              </a:solidFill>
              <a:prstDash val="solid"/>
              <a:headEnd type="none" w="med" len="med"/>
              <a:tailEnd type="triangle" w="med" len="med"/>
            </a:ln>
          </p:spPr>
        </p:sp>
        <p:sp>
          <p:nvSpPr>
            <p:cNvPr id="57385" name="Line 54"/>
            <p:cNvSpPr/>
            <p:nvPr/>
          </p:nvSpPr>
          <p:spPr>
            <a:xfrm flipH="1">
              <a:off x="3243" y="2840"/>
              <a:ext cx="544" cy="908"/>
            </a:xfrm>
            <a:prstGeom prst="line">
              <a:avLst/>
            </a:prstGeom>
            <a:ln w="28575" cap="flat" cmpd="sng">
              <a:solidFill>
                <a:srgbClr val="FFFF00"/>
              </a:solidFill>
              <a:prstDash val="solid"/>
              <a:headEnd type="none" w="med" len="med"/>
              <a:tailEnd type="triangle" w="med" len="med"/>
            </a:ln>
          </p:spPr>
        </p:sp>
        <p:sp>
          <p:nvSpPr>
            <p:cNvPr id="57386" name="Line 55"/>
            <p:cNvSpPr/>
            <p:nvPr/>
          </p:nvSpPr>
          <p:spPr>
            <a:xfrm flipH="1" flipV="1">
              <a:off x="3288" y="2024"/>
              <a:ext cx="499" cy="816"/>
            </a:xfrm>
            <a:prstGeom prst="line">
              <a:avLst/>
            </a:prstGeom>
            <a:ln w="28575" cap="flat" cmpd="sng">
              <a:solidFill>
                <a:srgbClr val="FFFF00"/>
              </a:solidFill>
              <a:prstDash val="solid"/>
              <a:headEnd type="none" w="med" len="med"/>
              <a:tailEnd type="triangle" w="med" len="med"/>
            </a:ln>
          </p:spPr>
        </p:sp>
        <p:graphicFrame>
          <p:nvGraphicFramePr>
            <p:cNvPr id="57347" name="Object 56"/>
            <p:cNvGraphicFramePr/>
            <p:nvPr/>
          </p:nvGraphicFramePr>
          <p:xfrm>
            <a:off x="4641" y="2424"/>
            <a:ext cx="462" cy="401"/>
          </p:xfrm>
          <a:graphic>
            <a:graphicData uri="http://schemas.openxmlformats.org/presentationml/2006/ole">
              <mc:AlternateContent xmlns:mc="http://schemas.openxmlformats.org/markup-compatibility/2006">
                <mc:Choice xmlns:v="urn:schemas-microsoft-com:vml" Requires="v">
                  <p:oleObj spid="_x0000_s3434" name="" r:id="rId1" imgW="342900" imgH="292100" progId="Equation.3">
                    <p:embed/>
                  </p:oleObj>
                </mc:Choice>
                <mc:Fallback>
                  <p:oleObj name="" r:id="rId1" imgW="342900" imgH="292100" progId="Equation.3">
                    <p:embed/>
                    <p:pic>
                      <p:nvPicPr>
                        <p:cNvPr id="0" name="图片 3433"/>
                        <p:cNvPicPr/>
                        <p:nvPr/>
                      </p:nvPicPr>
                      <p:blipFill>
                        <a:blip r:embed="rId2">
                          <a:clrChange>
                            <a:clrFrom>
                              <a:srgbClr val="000000"/>
                            </a:clrFrom>
                            <a:clrTo>
                              <a:srgbClr val="FFFFFF"/>
                            </a:clrTo>
                          </a:clrChange>
                        </a:blip>
                        <a:stretch>
                          <a:fillRect/>
                        </a:stretch>
                      </p:blipFill>
                      <p:spPr>
                        <a:xfrm>
                          <a:off x="4641" y="2424"/>
                          <a:ext cx="462" cy="401"/>
                        </a:xfrm>
                        <a:prstGeom prst="rect">
                          <a:avLst/>
                        </a:prstGeom>
                        <a:noFill/>
                        <a:ln w="38100">
                          <a:noFill/>
                          <a:miter/>
                        </a:ln>
                      </p:spPr>
                    </p:pic>
                  </p:oleObj>
                </mc:Fallback>
              </mc:AlternateContent>
            </a:graphicData>
          </a:graphic>
        </p:graphicFrame>
        <p:graphicFrame>
          <p:nvGraphicFramePr>
            <p:cNvPr id="57348" name="Object 57"/>
            <p:cNvGraphicFramePr/>
            <p:nvPr/>
          </p:nvGraphicFramePr>
          <p:xfrm>
            <a:off x="3016" y="3566"/>
            <a:ext cx="445" cy="402"/>
          </p:xfrm>
          <a:graphic>
            <a:graphicData uri="http://schemas.openxmlformats.org/presentationml/2006/ole">
              <mc:AlternateContent xmlns:mc="http://schemas.openxmlformats.org/markup-compatibility/2006">
                <mc:Choice xmlns:v="urn:schemas-microsoft-com:vml" Requires="v">
                  <p:oleObj spid="_x0000_s3433" name="" r:id="rId3" imgW="330200" imgH="292100" progId="Equation.3">
                    <p:embed/>
                  </p:oleObj>
                </mc:Choice>
                <mc:Fallback>
                  <p:oleObj name="" r:id="rId3" imgW="330200" imgH="292100" progId="Equation.3">
                    <p:embed/>
                    <p:pic>
                      <p:nvPicPr>
                        <p:cNvPr id="0" name="图片 3432"/>
                        <p:cNvPicPr/>
                        <p:nvPr/>
                      </p:nvPicPr>
                      <p:blipFill>
                        <a:blip r:embed="rId4">
                          <a:clrChange>
                            <a:clrFrom>
                              <a:srgbClr val="000000"/>
                            </a:clrFrom>
                            <a:clrTo>
                              <a:srgbClr val="FFFFFF"/>
                            </a:clrTo>
                          </a:clrChange>
                        </a:blip>
                        <a:stretch>
                          <a:fillRect/>
                        </a:stretch>
                      </p:blipFill>
                      <p:spPr>
                        <a:xfrm>
                          <a:off x="3016" y="3566"/>
                          <a:ext cx="445" cy="402"/>
                        </a:xfrm>
                        <a:prstGeom prst="rect">
                          <a:avLst/>
                        </a:prstGeom>
                        <a:noFill/>
                        <a:ln w="38100">
                          <a:noFill/>
                          <a:miter/>
                        </a:ln>
                      </p:spPr>
                    </p:pic>
                  </p:oleObj>
                </mc:Fallback>
              </mc:AlternateContent>
            </a:graphicData>
          </a:graphic>
        </p:graphicFrame>
        <p:graphicFrame>
          <p:nvGraphicFramePr>
            <p:cNvPr id="57349" name="Object 58"/>
            <p:cNvGraphicFramePr/>
            <p:nvPr/>
          </p:nvGraphicFramePr>
          <p:xfrm>
            <a:off x="2880" y="1933"/>
            <a:ext cx="445" cy="402"/>
          </p:xfrm>
          <a:graphic>
            <a:graphicData uri="http://schemas.openxmlformats.org/presentationml/2006/ole">
              <mc:AlternateContent xmlns:mc="http://schemas.openxmlformats.org/markup-compatibility/2006">
                <mc:Choice xmlns:v="urn:schemas-microsoft-com:vml" Requires="v">
                  <p:oleObj spid="_x0000_s3435" name="" r:id="rId5" imgW="330200" imgH="292100" progId="Equation.3">
                    <p:embed/>
                  </p:oleObj>
                </mc:Choice>
                <mc:Fallback>
                  <p:oleObj name="" r:id="rId5" imgW="330200" imgH="292100" progId="Equation.3">
                    <p:embed/>
                    <p:pic>
                      <p:nvPicPr>
                        <p:cNvPr id="0" name="图片 3434"/>
                        <p:cNvPicPr/>
                        <p:nvPr/>
                      </p:nvPicPr>
                      <p:blipFill>
                        <a:blip r:embed="rId6">
                          <a:clrChange>
                            <a:clrFrom>
                              <a:srgbClr val="000000"/>
                            </a:clrFrom>
                            <a:clrTo>
                              <a:srgbClr val="FFFFFF"/>
                            </a:clrTo>
                          </a:clrChange>
                        </a:blip>
                        <a:stretch>
                          <a:fillRect/>
                        </a:stretch>
                      </p:blipFill>
                      <p:spPr>
                        <a:xfrm>
                          <a:off x="2880" y="1933"/>
                          <a:ext cx="445" cy="402"/>
                        </a:xfrm>
                        <a:prstGeom prst="rect">
                          <a:avLst/>
                        </a:prstGeom>
                        <a:noFill/>
                        <a:ln w="38100">
                          <a:noFill/>
                          <a:miter/>
                        </a:ln>
                      </p:spPr>
                    </p:pic>
                  </p:oleObj>
                </mc:Fallback>
              </mc:AlternateContent>
            </a:graphicData>
          </a:graphic>
        </p:graphicFrame>
        <p:sp>
          <p:nvSpPr>
            <p:cNvPr id="57387" name="Arc 60"/>
            <p:cNvSpPr/>
            <p:nvPr/>
          </p:nvSpPr>
          <p:spPr>
            <a:xfrm rot="-3267417">
              <a:off x="3684" y="3089"/>
              <a:ext cx="81" cy="238"/>
            </a:xfrm>
            <a:custGeom>
              <a:avLst/>
              <a:gdLst>
                <a:gd name="txL" fmla="*/ 0 w 21600"/>
                <a:gd name="txT" fmla="*/ 0 h 21980"/>
                <a:gd name="txR" fmla="*/ 21600 w 21600"/>
                <a:gd name="txB" fmla="*/ 21980 h 21980"/>
              </a:gdLst>
              <a:ahLst/>
              <a:cxnLst>
                <a:cxn ang="0">
                  <a:pos x="0" y="3"/>
                </a:cxn>
                <a:cxn ang="0">
                  <a:pos x="0" y="0"/>
                </a:cxn>
                <a:cxn ang="0">
                  <a:pos x="0" y="2"/>
                </a:cxn>
              </a:cxnLst>
              <a:rect l="txL" t="txT" r="txR" b="txB"/>
              <a:pathLst>
                <a:path w="21600" h="21980" fill="none">
                  <a:moveTo>
                    <a:pt x="200" y="21979"/>
                  </a:moveTo>
                  <a:cubicBezTo>
                    <a:pt x="66" y="21007"/>
                    <a:pt x="0" y="20026"/>
                    <a:pt x="0" y="19045"/>
                  </a:cubicBezTo>
                  <a:cubicBezTo>
                    <a:pt x="-1" y="11078"/>
                    <a:pt x="4385" y="3758"/>
                    <a:pt x="11409" y="-1"/>
                  </a:cubicBezTo>
                </a:path>
                <a:path w="21600" h="21980" stroke="0">
                  <a:moveTo>
                    <a:pt x="200" y="21979"/>
                  </a:moveTo>
                  <a:cubicBezTo>
                    <a:pt x="66" y="21007"/>
                    <a:pt x="0" y="20026"/>
                    <a:pt x="0" y="19045"/>
                  </a:cubicBezTo>
                  <a:cubicBezTo>
                    <a:pt x="-1" y="11078"/>
                    <a:pt x="4385" y="3758"/>
                    <a:pt x="11409" y="-1"/>
                  </a:cubicBezTo>
                  <a:lnTo>
                    <a:pt x="21600" y="19045"/>
                  </a:lnTo>
                  <a:close/>
                </a:path>
              </a:pathLst>
            </a:custGeom>
            <a:noFill/>
            <a:ln w="28575" cap="flat" cmpd="sng">
              <a:solidFill>
                <a:srgbClr val="66FF33"/>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7388" name="Line 61"/>
            <p:cNvSpPr/>
            <p:nvPr/>
          </p:nvSpPr>
          <p:spPr>
            <a:xfrm flipV="1">
              <a:off x="3787" y="2351"/>
              <a:ext cx="1088" cy="499"/>
            </a:xfrm>
            <a:prstGeom prst="line">
              <a:avLst/>
            </a:prstGeom>
            <a:ln w="28575" cap="flat" cmpd="sng">
              <a:solidFill>
                <a:srgbClr val="FF3300"/>
              </a:solidFill>
              <a:prstDash val="solid"/>
              <a:headEnd type="none" w="med" len="med"/>
              <a:tailEnd type="triangle" w="med" len="med"/>
            </a:ln>
          </p:spPr>
        </p:sp>
        <p:graphicFrame>
          <p:nvGraphicFramePr>
            <p:cNvPr id="57350" name="Object 62"/>
            <p:cNvGraphicFramePr/>
            <p:nvPr/>
          </p:nvGraphicFramePr>
          <p:xfrm>
            <a:off x="3833" y="3612"/>
            <a:ext cx="411" cy="402"/>
          </p:xfrm>
          <a:graphic>
            <a:graphicData uri="http://schemas.openxmlformats.org/presentationml/2006/ole">
              <mc:AlternateContent xmlns:mc="http://schemas.openxmlformats.org/markup-compatibility/2006">
                <mc:Choice xmlns:v="urn:schemas-microsoft-com:vml" Requires="v">
                  <p:oleObj spid="_x0000_s3431" name="" r:id="rId7" imgW="304800" imgH="292100" progId="Equation.3">
                    <p:embed/>
                  </p:oleObj>
                </mc:Choice>
                <mc:Fallback>
                  <p:oleObj name="" r:id="rId7" imgW="304800" imgH="292100" progId="Equation.3">
                    <p:embed/>
                    <p:pic>
                      <p:nvPicPr>
                        <p:cNvPr id="0" name="图片 3430"/>
                        <p:cNvPicPr/>
                        <p:nvPr/>
                      </p:nvPicPr>
                      <p:blipFill>
                        <a:blip r:embed="rId8">
                          <a:clrChange>
                            <a:clrFrom>
                              <a:srgbClr val="000000"/>
                            </a:clrFrom>
                            <a:clrTo>
                              <a:srgbClr val="FFFFFF"/>
                            </a:clrTo>
                          </a:clrChange>
                        </a:blip>
                        <a:stretch>
                          <a:fillRect/>
                        </a:stretch>
                      </p:blipFill>
                      <p:spPr>
                        <a:xfrm>
                          <a:off x="3833" y="3612"/>
                          <a:ext cx="411" cy="402"/>
                        </a:xfrm>
                        <a:prstGeom prst="rect">
                          <a:avLst/>
                        </a:prstGeom>
                        <a:noFill/>
                        <a:ln w="38100">
                          <a:noFill/>
                          <a:miter/>
                        </a:ln>
                      </p:spPr>
                    </p:pic>
                  </p:oleObj>
                </mc:Fallback>
              </mc:AlternateContent>
            </a:graphicData>
          </a:graphic>
        </p:graphicFrame>
        <p:sp>
          <p:nvSpPr>
            <p:cNvPr id="57389" name="Arc 63"/>
            <p:cNvSpPr/>
            <p:nvPr/>
          </p:nvSpPr>
          <p:spPr>
            <a:xfrm>
              <a:off x="4195" y="2669"/>
              <a:ext cx="45" cy="182"/>
            </a:xfrm>
            <a:custGeom>
              <a:avLst/>
              <a:gdLst>
                <a:gd name="txL" fmla="*/ 0 w 21600"/>
                <a:gd name="txT" fmla="*/ 0 h 31911"/>
                <a:gd name="txR" fmla="*/ 21600 w 21600"/>
                <a:gd name="txB" fmla="*/ 31911 h 31911"/>
              </a:gdLst>
              <a:ahLst/>
              <a:cxnLst>
                <a:cxn ang="0">
                  <a:pos x="0" y="0"/>
                </a:cxn>
                <a:cxn ang="0">
                  <a:pos x="0" y="1"/>
                </a:cxn>
                <a:cxn ang="0">
                  <a:pos x="0" y="1"/>
                </a:cxn>
              </a:cxnLst>
              <a:rect l="txL" t="txT" r="txR" b="txB"/>
              <a:pathLst>
                <a:path w="21600" h="31911" fill="none">
                  <a:moveTo>
                    <a:pt x="-1" y="0"/>
                  </a:moveTo>
                  <a:cubicBezTo>
                    <a:pt x="11929" y="0"/>
                    <a:pt x="21600" y="9670"/>
                    <a:pt x="21600" y="21600"/>
                  </a:cubicBezTo>
                  <a:cubicBezTo>
                    <a:pt x="21600" y="25201"/>
                    <a:pt x="20699" y="28746"/>
                    <a:pt x="18980" y="31911"/>
                  </a:cubicBezTo>
                </a:path>
                <a:path w="21600" h="31911" stroke="0">
                  <a:moveTo>
                    <a:pt x="-1" y="0"/>
                  </a:moveTo>
                  <a:cubicBezTo>
                    <a:pt x="11929" y="0"/>
                    <a:pt x="21600" y="9670"/>
                    <a:pt x="21600" y="21600"/>
                  </a:cubicBezTo>
                  <a:cubicBezTo>
                    <a:pt x="21600" y="25201"/>
                    <a:pt x="20699" y="28746"/>
                    <a:pt x="18980" y="31911"/>
                  </a:cubicBezTo>
                  <a:lnTo>
                    <a:pt x="0" y="21600"/>
                  </a:lnTo>
                  <a:close/>
                </a:path>
              </a:pathLst>
            </a:custGeom>
            <a:noFill/>
            <a:ln w="28575" cap="flat" cmpd="sng">
              <a:solidFill>
                <a:srgbClr val="66FF33"/>
              </a:solidFill>
              <a:prstDash val="solid"/>
              <a:roun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7390" name="Rectangle 64"/>
            <p:cNvSpPr/>
            <p:nvPr/>
          </p:nvSpPr>
          <p:spPr>
            <a:xfrm>
              <a:off x="3470" y="3231"/>
              <a:ext cx="513" cy="327"/>
            </a:xfrm>
            <a:prstGeom prst="rect">
              <a:avLst/>
            </a:prstGeom>
            <a:noFill/>
            <a:ln w="9525">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rPr>
                <a:t>30</a:t>
              </a:r>
              <a:r>
                <a:rPr lang="en-US" altLang="zh-CN" sz="2800" b="0" baseline="2000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sz="28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endParaRPr lang="en-US" altLang="zh-CN" sz="2800"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graphicFrame>
          <p:nvGraphicFramePr>
            <p:cNvPr id="57351" name="Object 65"/>
            <p:cNvGraphicFramePr/>
            <p:nvPr/>
          </p:nvGraphicFramePr>
          <p:xfrm>
            <a:off x="4876" y="2115"/>
            <a:ext cx="274" cy="402"/>
          </p:xfrm>
          <a:graphic>
            <a:graphicData uri="http://schemas.openxmlformats.org/presentationml/2006/ole">
              <mc:AlternateContent xmlns:mc="http://schemas.openxmlformats.org/markup-compatibility/2006">
                <mc:Choice xmlns:v="urn:schemas-microsoft-com:vml" Requires="v">
                  <p:oleObj spid="_x0000_s3432" name="" r:id="rId9" imgW="203200" imgH="292100" progId="Equation.3">
                    <p:embed/>
                  </p:oleObj>
                </mc:Choice>
                <mc:Fallback>
                  <p:oleObj name="" r:id="rId9" imgW="203200" imgH="292100" progId="Equation.3">
                    <p:embed/>
                    <p:pic>
                      <p:nvPicPr>
                        <p:cNvPr id="0" name="图片 3431"/>
                        <p:cNvPicPr/>
                        <p:nvPr/>
                      </p:nvPicPr>
                      <p:blipFill>
                        <a:blip r:embed="rId10">
                          <a:clrChange>
                            <a:clrFrom>
                              <a:srgbClr val="000000"/>
                            </a:clrFrom>
                            <a:clrTo>
                              <a:srgbClr val="FFFFFF"/>
                            </a:clrTo>
                          </a:clrChange>
                        </a:blip>
                        <a:stretch>
                          <a:fillRect/>
                        </a:stretch>
                      </p:blipFill>
                      <p:spPr>
                        <a:xfrm>
                          <a:off x="4876" y="2115"/>
                          <a:ext cx="274" cy="402"/>
                        </a:xfrm>
                        <a:prstGeom prst="rect">
                          <a:avLst/>
                        </a:prstGeom>
                        <a:noFill/>
                        <a:ln w="38100">
                          <a:noFill/>
                          <a:miter/>
                        </a:ln>
                      </p:spPr>
                    </p:pic>
                  </p:oleObj>
                </mc:Fallback>
              </mc:AlternateContent>
            </a:graphicData>
          </a:graphic>
        </p:graphicFrame>
        <p:sp>
          <p:nvSpPr>
            <p:cNvPr id="57391" name="Line 66"/>
            <p:cNvSpPr/>
            <p:nvPr/>
          </p:nvSpPr>
          <p:spPr>
            <a:xfrm>
              <a:off x="3787" y="2850"/>
              <a:ext cx="0" cy="1089"/>
            </a:xfrm>
            <a:prstGeom prst="line">
              <a:avLst/>
            </a:prstGeom>
            <a:ln w="28575" cap="flat" cmpd="sng">
              <a:solidFill>
                <a:srgbClr val="00FFFF"/>
              </a:solidFill>
              <a:prstDash val="solid"/>
              <a:headEnd type="none" w="med" len="med"/>
              <a:tailEnd type="triangle" w="med" len="med"/>
            </a:ln>
          </p:spPr>
        </p:sp>
        <p:sp>
          <p:nvSpPr>
            <p:cNvPr id="57392" name="Rectangle 68"/>
            <p:cNvSpPr/>
            <p:nvPr/>
          </p:nvSpPr>
          <p:spPr>
            <a:xfrm>
              <a:off x="4286" y="2500"/>
              <a:ext cx="251" cy="327"/>
            </a:xfrm>
            <a:prstGeom prst="rect">
              <a:avLst/>
            </a:prstGeom>
            <a:noFill/>
            <a:ln w="9525">
              <a:noFill/>
            </a:ln>
          </p:spPr>
          <p:txBody>
            <a:bodyPr wrap="none">
              <a:spAutoFit/>
            </a:bodyPr>
            <a:p>
              <a:r>
                <a:rPr lang="en-US" altLang="zh-CN" sz="2800"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0" i="1"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grpSp>
      <p:sp>
        <p:nvSpPr>
          <p:cNvPr id="50250" name="Text Box 74"/>
          <p:cNvSpPr txBox="1"/>
          <p:nvPr/>
        </p:nvSpPr>
        <p:spPr>
          <a:xfrm>
            <a:off x="1187450" y="1412875"/>
            <a:ext cx="3600450" cy="1031875"/>
          </a:xfrm>
          <a:prstGeom prst="rect">
            <a:avLst/>
          </a:prstGeom>
          <a:noFill/>
          <a:ln w="9525">
            <a:noFill/>
          </a:ln>
        </p:spPr>
        <p:txBody>
          <a:bodyPr>
            <a:spAutoFit/>
          </a:bodyPr>
          <a:p>
            <a:pPr>
              <a:lnSpc>
                <a:spcPct val="110000"/>
              </a:lnSpc>
              <a:spcBef>
                <a:spcPct val="50000"/>
              </a:spcBef>
            </a:pPr>
            <a:r>
              <a:rPr lang="zh-CN" altLang="en-US" sz="2800" dirty="0">
                <a:latin typeface="Arial" panose="020B0604020202020204" pitchFamily="34" charset="0"/>
              </a:rPr>
              <a:t>画出相量图，得功率表的读数：</a:t>
            </a:r>
            <a:endParaRPr lang="zh-CN" altLang="en-US" sz="2800" dirty="0">
              <a:latin typeface="Arial" panose="020B0604020202020204" pitchFamily="34" charset="0"/>
            </a:endParaRPr>
          </a:p>
        </p:txBody>
      </p:sp>
      <p:sp>
        <p:nvSpPr>
          <p:cNvPr id="50251" name="Text Box 75"/>
          <p:cNvSpPr txBox="1"/>
          <p:nvPr/>
        </p:nvSpPr>
        <p:spPr>
          <a:xfrm>
            <a:off x="684213" y="2565400"/>
            <a:ext cx="3960812" cy="579438"/>
          </a:xfrm>
          <a:prstGeom prst="rect">
            <a:avLst/>
          </a:prstGeom>
          <a:noFill/>
          <a:ln w="9525">
            <a:noFill/>
          </a:ln>
        </p:spPr>
        <p:txBody>
          <a:bodyPr>
            <a:spAutoFit/>
          </a:bodyPr>
          <a:p>
            <a:pPr>
              <a:spcBef>
                <a:spcPct val="50000"/>
              </a:spcBef>
            </a:pPr>
            <a:r>
              <a:rPr lang="en-US" altLang="zh-CN" b="0" i="1" dirty="0">
                <a:solidFill>
                  <a:schemeClr val="bg1"/>
                </a:solidFill>
                <a:latin typeface="Times New Roman" panose="02020603050405020304" pitchFamily="18" charset="0"/>
                <a:ea typeface="宋体" panose="02010600030101010101" pitchFamily="2" charset="-122"/>
              </a:rPr>
              <a:t>P</a:t>
            </a:r>
            <a:r>
              <a:rPr lang="en-US" altLang="zh-CN" b="0" dirty="0">
                <a:solidFill>
                  <a:schemeClr val="bg1"/>
                </a:solidFill>
                <a:latin typeface="Times New Roman" panose="02020603050405020304" pitchFamily="18" charset="0"/>
                <a:ea typeface="宋体" panose="02010600030101010101" pitchFamily="2" charset="-122"/>
              </a:rPr>
              <a:t>=</a:t>
            </a: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BC</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A</a:t>
            </a:r>
            <a:r>
              <a:rPr lang="en-US" altLang="zh-CN" b="0" dirty="0">
                <a:solidFill>
                  <a:schemeClr val="bg1"/>
                </a:solidFill>
                <a:latin typeface="Times New Roman" panose="02020603050405020304" pitchFamily="18" charset="0"/>
                <a:ea typeface="宋体" panose="02010600030101010101" pitchFamily="2" charset="-122"/>
              </a:rPr>
              <a:t>cos(90</a:t>
            </a:r>
            <a:r>
              <a:rPr lang="en-US" altLang="zh-CN" b="0" baseline="30000" dirty="0">
                <a:solidFill>
                  <a:schemeClr val="bg1"/>
                </a:solidFill>
                <a:latin typeface="宋体" panose="02010600030101010101" pitchFamily="2" charset="-122"/>
                <a:ea typeface="宋体" panose="02010600030101010101" pitchFamily="2" charset="-122"/>
              </a:rPr>
              <a:t>°</a:t>
            </a:r>
            <a:r>
              <a:rPr lang="en-US" altLang="zh-CN" b="0" u="sng" dirty="0">
                <a:solidFill>
                  <a:schemeClr val="bg1"/>
                </a:solidFill>
                <a:latin typeface="Times New Roman" panose="02020603050405020304" pitchFamily="18" charset="0"/>
                <a:ea typeface="宋体" panose="02010600030101010101" pitchFamily="2" charset="-122"/>
              </a:rPr>
              <a:t>+</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50252" name="Text Box 76"/>
          <p:cNvSpPr txBox="1"/>
          <p:nvPr/>
        </p:nvSpPr>
        <p:spPr>
          <a:xfrm>
            <a:off x="755650" y="3213100"/>
            <a:ext cx="2016125" cy="579438"/>
          </a:xfrm>
          <a:prstGeom prst="rect">
            <a:avLst/>
          </a:prstGeom>
          <a:noFill/>
          <a:ln w="9525">
            <a:noFill/>
          </a:ln>
        </p:spPr>
        <p:txBody>
          <a:bodyPr>
            <a:spAutoFit/>
          </a:bodyPr>
          <a:p>
            <a:pPr>
              <a:spcBef>
                <a:spcPct val="50000"/>
              </a:spcBef>
            </a:pPr>
            <a:r>
              <a:rPr lang="en-US" altLang="zh-CN" b="0" dirty="0">
                <a:solidFill>
                  <a:schemeClr val="bg1"/>
                </a:solidFill>
                <a:latin typeface="Times New Roman" panose="02020603050405020304" pitchFamily="18" charset="0"/>
                <a:ea typeface="宋体" panose="02010600030101010101" pitchFamily="2" charset="-122"/>
                <a:sym typeface="Symbol" panose="05050102010706020507" pitchFamily="18" charset="2"/>
              </a:rPr>
              <a:t>=</a:t>
            </a:r>
            <a:r>
              <a:rPr lang="en-US" altLang="zh-CN" b="0" i="1" dirty="0">
                <a:solidFill>
                  <a:schemeClr val="bg1"/>
                </a:solidFill>
                <a:latin typeface="Times New Roman" panose="02020603050405020304" pitchFamily="18" charset="0"/>
                <a:ea typeface="宋体" panose="02010600030101010101" pitchFamily="2" charset="-122"/>
              </a:rPr>
              <a:t>U</a:t>
            </a:r>
            <a:r>
              <a:rPr lang="en-US" altLang="zh-CN" b="0" baseline="-25000" dirty="0">
                <a:solidFill>
                  <a:schemeClr val="bg1"/>
                </a:solidFill>
                <a:latin typeface="Times New Roman" panose="02020603050405020304" pitchFamily="18" charset="0"/>
                <a:ea typeface="宋体" panose="02010600030101010101" pitchFamily="2" charset="-122"/>
              </a:rPr>
              <a:t>L</a:t>
            </a:r>
            <a:r>
              <a:rPr lang="en-US" altLang="zh-CN" b="0" i="1" dirty="0">
                <a:solidFill>
                  <a:schemeClr val="bg1"/>
                </a:solidFill>
                <a:latin typeface="Times New Roman" panose="02020603050405020304" pitchFamily="18" charset="0"/>
                <a:ea typeface="宋体" panose="02010600030101010101" pitchFamily="2" charset="-122"/>
              </a:rPr>
              <a:t>I</a:t>
            </a:r>
            <a:r>
              <a:rPr lang="en-US" altLang="zh-CN" b="0" baseline="-25000" dirty="0">
                <a:solidFill>
                  <a:schemeClr val="bg1"/>
                </a:solidFill>
                <a:latin typeface="Times New Roman" panose="02020603050405020304" pitchFamily="18" charset="0"/>
                <a:ea typeface="宋体" panose="02010600030101010101" pitchFamily="2" charset="-122"/>
              </a:rPr>
              <a:t>L</a:t>
            </a:r>
            <a:r>
              <a:rPr lang="en-US" altLang="zh-CN" b="0" dirty="0">
                <a:solidFill>
                  <a:schemeClr val="bg1"/>
                </a:solidFill>
                <a:latin typeface="Times New Roman" panose="02020603050405020304" pitchFamily="18" charset="0"/>
                <a:ea typeface="宋体" panose="02010600030101010101" pitchFamily="2" charset="-122"/>
              </a:rPr>
              <a:t>sin</a:t>
            </a:r>
            <a:r>
              <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rPr>
              <a:t>  </a:t>
            </a:r>
            <a:endParaRPr lang="en-US" altLang="zh-CN" b="0" i="1" dirty="0">
              <a:solidFill>
                <a:schemeClr val="bg1"/>
              </a:solidFill>
              <a:latin typeface="Times New Roman" panose="02020603050405020304" pitchFamily="18" charset="0"/>
              <a:ea typeface="宋体" panose="02010600030101010101" pitchFamily="2" charset="-122"/>
              <a:sym typeface="Symbol" panose="05050102010706020507" pitchFamily="18" charset="2"/>
            </a:endParaRPr>
          </a:p>
        </p:txBody>
      </p:sp>
      <p:sp>
        <p:nvSpPr>
          <p:cNvPr id="50253" name="Text Box 77"/>
          <p:cNvSpPr txBox="1"/>
          <p:nvPr/>
        </p:nvSpPr>
        <p:spPr>
          <a:xfrm>
            <a:off x="611188" y="3860800"/>
            <a:ext cx="4751387" cy="1117600"/>
          </a:xfrm>
          <a:prstGeom prst="rect">
            <a:avLst/>
          </a:prstGeom>
          <a:noFill/>
          <a:ln w="9525">
            <a:noFill/>
          </a:ln>
        </p:spPr>
        <p:txBody>
          <a:bodyPr>
            <a:spAutoFit/>
          </a:bodyPr>
          <a:p>
            <a:pPr>
              <a:lnSpc>
                <a:spcPct val="120000"/>
              </a:lnSpc>
              <a:spcBef>
                <a:spcPct val="50000"/>
              </a:spcBef>
            </a:pPr>
            <a:r>
              <a:rPr lang="en-US" altLang="zh-CN" sz="2800" dirty="0">
                <a:latin typeface="楷体_GB2312" pitchFamily="49" charset="-122"/>
              </a:rPr>
              <a:t>    </a:t>
            </a:r>
            <a:r>
              <a:rPr lang="zh-CN" altLang="en-US" sz="2800" dirty="0">
                <a:latin typeface="楷体_GB2312" pitchFamily="49" charset="-122"/>
              </a:rPr>
              <a:t>根据功率表的读数可以测取负载的无功功率。</a:t>
            </a:r>
            <a:endParaRPr lang="zh-CN" altLang="en-US" sz="2800" dirty="0">
              <a:latin typeface="楷体_GB2312" pitchFamily="49" charset="-122"/>
            </a:endParaRPr>
          </a:p>
        </p:txBody>
      </p:sp>
      <p:graphicFrame>
        <p:nvGraphicFramePr>
          <p:cNvPr id="50254" name="Object 78"/>
          <p:cNvGraphicFramePr/>
          <p:nvPr/>
        </p:nvGraphicFramePr>
        <p:xfrm>
          <a:off x="611188" y="5013325"/>
          <a:ext cx="3779837" cy="590550"/>
        </p:xfrm>
        <a:graphic>
          <a:graphicData uri="http://schemas.openxmlformats.org/presentationml/2006/ole">
            <mc:AlternateContent xmlns:mc="http://schemas.openxmlformats.org/markup-compatibility/2006">
              <mc:Choice xmlns:v="urn:schemas-microsoft-com:vml" Requires="v">
                <p:oleObj spid="_x0000_s3436" name="" r:id="rId11" imgW="1778000" imgH="279400" progId="Equation.3">
                  <p:embed/>
                </p:oleObj>
              </mc:Choice>
              <mc:Fallback>
                <p:oleObj name="" r:id="rId11" imgW="1778000" imgH="279400" progId="Equation.3">
                  <p:embed/>
                  <p:pic>
                    <p:nvPicPr>
                      <p:cNvPr id="0" name="图片 3435"/>
                      <p:cNvPicPr/>
                      <p:nvPr/>
                    </p:nvPicPr>
                    <p:blipFill>
                      <a:blip r:embed="rId12">
                        <a:clrChange>
                          <a:clrFrom>
                            <a:srgbClr val="000000"/>
                          </a:clrFrom>
                          <a:clrTo>
                            <a:srgbClr val="FFFFFF"/>
                          </a:clrTo>
                        </a:clrChange>
                      </a:blip>
                      <a:stretch>
                        <a:fillRect/>
                      </a:stretch>
                    </p:blipFill>
                    <p:spPr>
                      <a:xfrm>
                        <a:off x="611188" y="5013325"/>
                        <a:ext cx="3779837" cy="590550"/>
                      </a:xfrm>
                      <a:prstGeom prst="rect">
                        <a:avLst/>
                      </a:prstGeom>
                      <a:noFill/>
                      <a:ln w="38100">
                        <a:noFill/>
                        <a:miter/>
                      </a:ln>
                    </p:spPr>
                  </p:pic>
                </p:oleObj>
              </mc:Fallback>
            </mc:AlternateContent>
          </a:graphicData>
        </a:graphic>
      </p:graphicFrame>
      <p:grpSp>
        <p:nvGrpSpPr>
          <p:cNvPr id="3" name="Group 128"/>
          <p:cNvGrpSpPr/>
          <p:nvPr/>
        </p:nvGrpSpPr>
        <p:grpSpPr>
          <a:xfrm>
            <a:off x="4859338" y="1125538"/>
            <a:ext cx="3465512" cy="2103437"/>
            <a:chOff x="3061" y="709"/>
            <a:chExt cx="2183" cy="1325"/>
          </a:xfrm>
        </p:grpSpPr>
        <p:sp>
          <p:nvSpPr>
            <p:cNvPr id="57367" name="Text Box 94"/>
            <p:cNvSpPr txBox="1"/>
            <p:nvPr/>
          </p:nvSpPr>
          <p:spPr>
            <a:xfrm>
              <a:off x="4018" y="709"/>
              <a:ext cx="22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7368" name="Line 95"/>
            <p:cNvSpPr/>
            <p:nvPr/>
          </p:nvSpPr>
          <p:spPr>
            <a:xfrm flipV="1">
              <a:off x="3339" y="1072"/>
              <a:ext cx="1406" cy="0"/>
            </a:xfrm>
            <a:prstGeom prst="line">
              <a:avLst/>
            </a:prstGeom>
            <a:ln w="28575" cap="flat" cmpd="sng">
              <a:solidFill>
                <a:srgbClr val="FFCC00"/>
              </a:solidFill>
              <a:prstDash val="solid"/>
              <a:headEnd type="none" w="med" len="med"/>
              <a:tailEnd type="none" w="med" len="med"/>
            </a:ln>
          </p:spPr>
        </p:sp>
        <p:sp>
          <p:nvSpPr>
            <p:cNvPr id="57369" name="Line 96"/>
            <p:cNvSpPr/>
            <p:nvPr/>
          </p:nvSpPr>
          <p:spPr>
            <a:xfrm>
              <a:off x="3339" y="1480"/>
              <a:ext cx="1385" cy="4"/>
            </a:xfrm>
            <a:prstGeom prst="line">
              <a:avLst/>
            </a:prstGeom>
            <a:ln w="28575" cap="flat" cmpd="sng">
              <a:solidFill>
                <a:srgbClr val="FFCC00"/>
              </a:solidFill>
              <a:prstDash val="solid"/>
              <a:headEnd type="none" w="med" len="med"/>
              <a:tailEnd type="none" w="med" len="med"/>
            </a:ln>
          </p:spPr>
        </p:sp>
        <p:sp>
          <p:nvSpPr>
            <p:cNvPr id="57370" name="Line 97"/>
            <p:cNvSpPr/>
            <p:nvPr/>
          </p:nvSpPr>
          <p:spPr>
            <a:xfrm>
              <a:off x="3384" y="1934"/>
              <a:ext cx="1340" cy="0"/>
            </a:xfrm>
            <a:prstGeom prst="line">
              <a:avLst/>
            </a:prstGeom>
            <a:ln w="28575" cap="flat" cmpd="sng">
              <a:solidFill>
                <a:srgbClr val="FFCC00"/>
              </a:solidFill>
              <a:prstDash val="solid"/>
              <a:headEnd type="none" w="med" len="med"/>
              <a:tailEnd type="none" w="med" len="med"/>
            </a:ln>
          </p:spPr>
        </p:sp>
        <p:sp>
          <p:nvSpPr>
            <p:cNvPr id="57371" name="Line 98"/>
            <p:cNvSpPr/>
            <p:nvPr/>
          </p:nvSpPr>
          <p:spPr>
            <a:xfrm flipH="1">
              <a:off x="4063" y="800"/>
              <a:ext cx="0" cy="1134"/>
            </a:xfrm>
            <a:prstGeom prst="line">
              <a:avLst/>
            </a:prstGeom>
            <a:ln w="28575" cap="flat" cmpd="sng">
              <a:solidFill>
                <a:srgbClr val="FFCC00"/>
              </a:solidFill>
              <a:prstDash val="solid"/>
              <a:headEnd type="none" w="med" len="med"/>
              <a:tailEnd type="oval" w="med" len="med"/>
            </a:ln>
          </p:spPr>
        </p:sp>
        <p:sp>
          <p:nvSpPr>
            <p:cNvPr id="57372" name="Line 99"/>
            <p:cNvSpPr/>
            <p:nvPr/>
          </p:nvSpPr>
          <p:spPr>
            <a:xfrm flipH="1" flipV="1">
              <a:off x="3747" y="812"/>
              <a:ext cx="7" cy="668"/>
            </a:xfrm>
            <a:prstGeom prst="line">
              <a:avLst/>
            </a:prstGeom>
            <a:ln w="28575" cap="flat" cmpd="sng">
              <a:solidFill>
                <a:srgbClr val="FFCC00"/>
              </a:solidFill>
              <a:prstDash val="solid"/>
              <a:headEnd type="oval" w="med" len="med"/>
              <a:tailEnd type="none" w="med" len="med"/>
            </a:ln>
          </p:spPr>
        </p:sp>
        <p:sp>
          <p:nvSpPr>
            <p:cNvPr id="57373" name="Oval 100"/>
            <p:cNvSpPr/>
            <p:nvPr/>
          </p:nvSpPr>
          <p:spPr>
            <a:xfrm>
              <a:off x="3881" y="910"/>
              <a:ext cx="317" cy="317"/>
            </a:xfrm>
            <a:prstGeom prst="ellipse">
              <a:avLst/>
            </a:prstGeom>
            <a:gradFill rotWithShape="1">
              <a:gsLst>
                <a:gs pos="0">
                  <a:srgbClr val="184776"/>
                </a:gs>
                <a:gs pos="100000">
                  <a:srgbClr val="3399FF"/>
                </a:gs>
              </a:gsLst>
              <a:path path="shape">
                <a:fillToRect l="50000" t="50000" r="50000" b="50000"/>
              </a:path>
              <a:tileRect/>
            </a:gradFill>
            <a:ln w="38100" cap="flat" cmpd="sng">
              <a:solidFill>
                <a:srgbClr val="FF9900"/>
              </a:solidFill>
              <a:prstDash val="solid"/>
              <a:headEnd type="none" w="med" len="med"/>
              <a:tailEnd type="none" w="med" len="med"/>
            </a:ln>
          </p:spPr>
          <p:txBody>
            <a:bodyPr wrap="none" anchor="ctr" anchorCtr="0"/>
            <a:p>
              <a:pPr algn="ctr"/>
              <a:r>
                <a:rPr lang="en-US" altLang="zh-CN" sz="2800" b="0" dirty="0">
                  <a:solidFill>
                    <a:schemeClr val="bg1"/>
                  </a:solidFill>
                  <a:latin typeface="Times New Roman" panose="02020603050405020304" pitchFamily="18" charset="0"/>
                  <a:ea typeface="宋体" panose="02010600030101010101" pitchFamily="2" charset="-122"/>
                </a:rPr>
                <a:t>W</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7374" name="Text Box 101"/>
            <p:cNvSpPr txBox="1"/>
            <p:nvPr/>
          </p:nvSpPr>
          <p:spPr>
            <a:xfrm>
              <a:off x="3061" y="890"/>
              <a:ext cx="27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7375" name="Text Box 102"/>
            <p:cNvSpPr txBox="1"/>
            <p:nvPr/>
          </p:nvSpPr>
          <p:spPr>
            <a:xfrm>
              <a:off x="3067" y="1298"/>
              <a:ext cx="265"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B</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7376" name="Text Box 103"/>
            <p:cNvSpPr txBox="1"/>
            <p:nvPr/>
          </p:nvSpPr>
          <p:spPr>
            <a:xfrm>
              <a:off x="3066" y="1707"/>
              <a:ext cx="265"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C</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7377" name="Text Box 104"/>
            <p:cNvSpPr txBox="1"/>
            <p:nvPr/>
          </p:nvSpPr>
          <p:spPr>
            <a:xfrm>
              <a:off x="3656" y="1435"/>
              <a:ext cx="228" cy="327"/>
            </a:xfrm>
            <a:prstGeom prst="rect">
              <a:avLst/>
            </a:prstGeom>
            <a:noFill/>
            <a:ln w="38100">
              <a:noFill/>
            </a:ln>
          </p:spPr>
          <p:txBody>
            <a:bodyPr wrap="none">
              <a:spAutoFit/>
            </a:bodyPr>
            <a:p>
              <a:r>
                <a:rPr lang="en-US" altLang="zh-CN" sz="2800" b="0" dirty="0">
                  <a:solidFill>
                    <a:schemeClr val="bg1"/>
                  </a:solidFill>
                  <a:latin typeface="Times New Roman" panose="02020603050405020304" pitchFamily="18" charset="0"/>
                  <a:ea typeface="宋体" panose="02010600030101010101" pitchFamily="2" charset="-122"/>
                </a:rPr>
                <a:t>*</a:t>
              </a:r>
              <a:endParaRPr lang="en-US" altLang="zh-CN" sz="2800" b="0" dirty="0">
                <a:solidFill>
                  <a:schemeClr val="bg1"/>
                </a:solidFill>
                <a:latin typeface="Times New Roman" panose="02020603050405020304" pitchFamily="18" charset="0"/>
                <a:ea typeface="宋体" panose="02010600030101010101" pitchFamily="2" charset="-122"/>
              </a:endParaRPr>
            </a:p>
          </p:txBody>
        </p:sp>
        <p:sp>
          <p:nvSpPr>
            <p:cNvPr id="57378" name="Oval 105"/>
            <p:cNvSpPr/>
            <p:nvPr/>
          </p:nvSpPr>
          <p:spPr>
            <a:xfrm>
              <a:off x="3290" y="1055"/>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7379" name="Oval 106"/>
            <p:cNvSpPr/>
            <p:nvPr/>
          </p:nvSpPr>
          <p:spPr>
            <a:xfrm>
              <a:off x="3284" y="1460"/>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7380" name="Oval 107"/>
            <p:cNvSpPr/>
            <p:nvPr/>
          </p:nvSpPr>
          <p:spPr>
            <a:xfrm>
              <a:off x="3330" y="1916"/>
              <a:ext cx="45" cy="45"/>
            </a:xfrm>
            <a:prstGeom prst="ellipse">
              <a:avLst/>
            </a:prstGeom>
            <a:noFill/>
            <a:ln w="28575" cap="flat" cmpd="sng">
              <a:solidFill>
                <a:srgbClr val="FFCC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57381" name="Line 108"/>
            <p:cNvSpPr/>
            <p:nvPr/>
          </p:nvSpPr>
          <p:spPr>
            <a:xfrm>
              <a:off x="3747" y="800"/>
              <a:ext cx="316" cy="0"/>
            </a:xfrm>
            <a:prstGeom prst="line">
              <a:avLst/>
            </a:prstGeom>
            <a:ln w="28575" cap="flat" cmpd="sng">
              <a:solidFill>
                <a:srgbClr val="FFCC00"/>
              </a:solidFill>
              <a:prstDash val="solid"/>
              <a:headEnd type="none" w="med" len="med"/>
              <a:tailEnd type="none" w="med" len="med"/>
            </a:ln>
          </p:spPr>
        </p:sp>
        <p:sp>
          <p:nvSpPr>
            <p:cNvPr id="57382" name="Rectangle 109"/>
            <p:cNvSpPr/>
            <p:nvPr/>
          </p:nvSpPr>
          <p:spPr>
            <a:xfrm>
              <a:off x="4472" y="845"/>
              <a:ext cx="772" cy="1180"/>
            </a:xfrm>
            <a:prstGeom prst="rect">
              <a:avLst/>
            </a:prstGeom>
            <a:gradFill rotWithShape="1">
              <a:gsLst>
                <a:gs pos="0">
                  <a:srgbClr val="FF9900"/>
                </a:gs>
                <a:gs pos="100000">
                  <a:srgbClr val="764700"/>
                </a:gs>
              </a:gsLst>
              <a:path path="shape">
                <a:fillToRect l="50000" t="50000" r="50000" b="50000"/>
              </a:path>
              <a:tileRect/>
            </a:gradFill>
            <a:ln w="38100">
              <a:noFill/>
            </a:ln>
          </p:spPr>
          <p:txBody>
            <a:bodyPr wrap="none" anchor="ctr" anchorCtr="0"/>
            <a:p>
              <a:pPr algn="ctr"/>
              <a:r>
                <a:rPr lang="zh-CN" altLang="en-US" sz="2800" dirty="0">
                  <a:solidFill>
                    <a:schemeClr val="bg1"/>
                  </a:solidFill>
                  <a:latin typeface="Times New Roman" panose="02020603050405020304" pitchFamily="18" charset="0"/>
                </a:rPr>
                <a:t>三相</a:t>
              </a:r>
              <a:endParaRPr lang="zh-CN" altLang="en-US" sz="2800" dirty="0">
                <a:solidFill>
                  <a:schemeClr val="bg1"/>
                </a:solidFill>
                <a:latin typeface="Times New Roman" panose="02020603050405020304" pitchFamily="18" charset="0"/>
              </a:endParaRPr>
            </a:p>
            <a:p>
              <a:pPr algn="ctr"/>
              <a:r>
                <a:rPr lang="zh-CN" altLang="en-US" sz="2800" dirty="0">
                  <a:solidFill>
                    <a:schemeClr val="bg1"/>
                  </a:solidFill>
                  <a:latin typeface="Times New Roman" panose="02020603050405020304" pitchFamily="18" charset="0"/>
                </a:rPr>
                <a:t>对称</a:t>
              </a:r>
              <a:endParaRPr lang="zh-CN" altLang="en-US" sz="2800" dirty="0">
                <a:solidFill>
                  <a:schemeClr val="bg1"/>
                </a:solidFill>
                <a:latin typeface="Times New Roman" panose="02020603050405020304" pitchFamily="18" charset="0"/>
              </a:endParaRPr>
            </a:p>
            <a:p>
              <a:pPr algn="ctr"/>
              <a:r>
                <a:rPr lang="zh-CN" altLang="en-US" sz="2800" dirty="0">
                  <a:solidFill>
                    <a:schemeClr val="bg1"/>
                  </a:solidFill>
                  <a:latin typeface="Times New Roman" panose="02020603050405020304" pitchFamily="18" charset="0"/>
                </a:rPr>
                <a:t>负载</a:t>
              </a:r>
              <a:endParaRPr lang="zh-CN" altLang="en-US" sz="2800" dirty="0">
                <a:solidFill>
                  <a:schemeClr val="bg1"/>
                </a:solidFill>
                <a:latin typeface="Times New Roman" panose="02020603050405020304" pitchFamily="18" charset="0"/>
              </a:endParaRPr>
            </a:p>
          </p:txBody>
        </p:sp>
      </p:grpSp>
      <p:grpSp>
        <p:nvGrpSpPr>
          <p:cNvPr id="57361" name="Group 122"/>
          <p:cNvGrpSpPr/>
          <p:nvPr/>
        </p:nvGrpSpPr>
        <p:grpSpPr>
          <a:xfrm>
            <a:off x="8315325" y="6445250"/>
            <a:ext cx="792163" cy="366713"/>
            <a:chOff x="5193" y="4020"/>
            <a:chExt cx="499" cy="231"/>
          </a:xfrm>
        </p:grpSpPr>
        <p:pic>
          <p:nvPicPr>
            <p:cNvPr id="57365" name="Picture 123" descr="78900"/>
            <p:cNvPicPr>
              <a:picLocks noChangeAspect="1"/>
            </p:cNvPicPr>
            <p:nvPr/>
          </p:nvPicPr>
          <p:blipFill>
            <a:blip r:embed="rId13"/>
            <a:stretch>
              <a:fillRect/>
            </a:stretch>
          </p:blipFill>
          <p:spPr>
            <a:xfrm>
              <a:off x="5193" y="4066"/>
              <a:ext cx="499" cy="181"/>
            </a:xfrm>
            <a:prstGeom prst="rect">
              <a:avLst/>
            </a:prstGeom>
            <a:noFill/>
            <a:ln w="9525">
              <a:noFill/>
            </a:ln>
          </p:spPr>
        </p:pic>
        <p:sp>
          <p:nvSpPr>
            <p:cNvPr id="57366" name="Text Box 124">
              <a:hlinkClick r:id="" action="ppaction://hlinkshowjump?jump=previousslide"/>
            </p:cNvPr>
            <p:cNvSpPr txBox="1"/>
            <p:nvPr/>
          </p:nvSpPr>
          <p:spPr>
            <a:xfrm>
              <a:off x="5216" y="4020"/>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上 页</a:t>
              </a:r>
              <a:endParaRPr lang="zh-CN" altLang="en-US" sz="1800" b="0" dirty="0">
                <a:solidFill>
                  <a:schemeClr val="bg1"/>
                </a:solidFill>
                <a:latin typeface="隶书" panose="02010509060101010101" pitchFamily="49" charset="-122"/>
                <a:ea typeface="隶书" panose="02010509060101010101" pitchFamily="49" charset="-122"/>
              </a:endParaRPr>
            </a:p>
          </p:txBody>
        </p:sp>
      </p:grpSp>
      <p:grpSp>
        <p:nvGrpSpPr>
          <p:cNvPr id="57362" name="Group 125"/>
          <p:cNvGrpSpPr/>
          <p:nvPr/>
        </p:nvGrpSpPr>
        <p:grpSpPr>
          <a:xfrm>
            <a:off x="7451725" y="6446838"/>
            <a:ext cx="792163" cy="366712"/>
            <a:chOff x="4695" y="4061"/>
            <a:chExt cx="499" cy="231"/>
          </a:xfrm>
        </p:grpSpPr>
        <p:pic>
          <p:nvPicPr>
            <p:cNvPr id="57363" name="Picture 126" descr="78900"/>
            <p:cNvPicPr>
              <a:picLocks noChangeAspect="1"/>
            </p:cNvPicPr>
            <p:nvPr/>
          </p:nvPicPr>
          <p:blipFill>
            <a:blip r:embed="rId13"/>
            <a:stretch>
              <a:fillRect/>
            </a:stretch>
          </p:blipFill>
          <p:spPr>
            <a:xfrm>
              <a:off x="4695" y="4107"/>
              <a:ext cx="499" cy="181"/>
            </a:xfrm>
            <a:prstGeom prst="rect">
              <a:avLst/>
            </a:prstGeom>
            <a:noFill/>
            <a:ln w="9525">
              <a:noFill/>
            </a:ln>
          </p:spPr>
        </p:pic>
        <p:sp>
          <p:nvSpPr>
            <p:cNvPr id="57364" name="Text Box 127">
              <a:hlinkClick r:id="" action="ppaction://hlinkshowjump?jump=firstslide"/>
            </p:cNvPr>
            <p:cNvSpPr txBox="1"/>
            <p:nvPr/>
          </p:nvSpPr>
          <p:spPr>
            <a:xfrm>
              <a:off x="4718" y="4061"/>
              <a:ext cx="476" cy="231"/>
            </a:xfrm>
            <a:prstGeom prst="rect">
              <a:avLst/>
            </a:prstGeom>
            <a:noFill/>
            <a:ln w="9525">
              <a:noFill/>
            </a:ln>
          </p:spPr>
          <p:txBody>
            <a:bodyPr wrap="none">
              <a:spAutoFit/>
            </a:bodyPr>
            <a:p>
              <a:pPr>
                <a:spcBef>
                  <a:spcPct val="50000"/>
                </a:spcBef>
              </a:pPr>
              <a:r>
                <a:rPr lang="zh-CN" altLang="en-US" sz="1800" b="0" dirty="0">
                  <a:solidFill>
                    <a:schemeClr val="bg1"/>
                  </a:solidFill>
                  <a:latin typeface="隶书" panose="02010509060101010101" pitchFamily="49" charset="-122"/>
                  <a:ea typeface="隶书" panose="02010509060101010101" pitchFamily="49" charset="-122"/>
                </a:rPr>
                <a:t>返 回</a:t>
              </a:r>
              <a:endParaRPr lang="zh-CN" altLang="en-US" sz="1800" b="0" dirty="0">
                <a:solidFill>
                  <a:schemeClr val="bg1"/>
                </a:solidFill>
                <a:latin typeface="隶书" panose="02010509060101010101" pitchFamily="49" charset="-122"/>
                <a:ea typeface="隶书" panose="020105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50200"/>
                                        </p:tgtEl>
                                        <p:attrNameLst>
                                          <p:attrName>style.visibility</p:attrName>
                                        </p:attrNameLst>
                                      </p:cBhvr>
                                      <p:to>
                                        <p:strVal val="visible"/>
                                      </p:to>
                                    </p:set>
                                    <p:anim calcmode="lin" valueType="num">
                                      <p:cBhvr>
                                        <p:cTn id="7" dur="1000" fill="hold"/>
                                        <p:tgtEl>
                                          <p:spTgt spid="50200"/>
                                        </p:tgtEl>
                                        <p:attrNameLst>
                                          <p:attrName>ppt_w</p:attrName>
                                        </p:attrNameLst>
                                      </p:cBhvr>
                                      <p:tavLst>
                                        <p:tav tm="0">
                                          <p:val>
                                            <p:fltVal val="0.000000"/>
                                          </p:val>
                                        </p:tav>
                                        <p:tav tm="100000">
                                          <p:val>
                                            <p:strVal val="#ppt_w"/>
                                          </p:val>
                                        </p:tav>
                                      </p:tavLst>
                                    </p:anim>
                                    <p:anim calcmode="lin" valueType="num">
                                      <p:cBhvr>
                                        <p:cTn id="8" dur="1000" fill="hold"/>
                                        <p:tgtEl>
                                          <p:spTgt spid="50200"/>
                                        </p:tgtEl>
                                        <p:attrNameLst>
                                          <p:attrName>ppt_h</p:attrName>
                                        </p:attrNameLst>
                                      </p:cBhvr>
                                      <p:tavLst>
                                        <p:tav tm="0">
                                          <p:val>
                                            <p:fltVal val="0.000000"/>
                                          </p:val>
                                        </p:tav>
                                        <p:tav tm="100000">
                                          <p:val>
                                            <p:strVal val="#ppt_h"/>
                                          </p:val>
                                        </p:tav>
                                      </p:tavLst>
                                    </p:anim>
                                    <p:anim calcmode="lin" valueType="num">
                                      <p:cBhvr>
                                        <p:cTn id="9" dur="1000" fill="hold"/>
                                        <p:tgtEl>
                                          <p:spTgt spid="50200"/>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50200"/>
                                        </p:tgtEl>
                                        <p:attrNameLst>
                                          <p:attrName>ppt_y</p:attrName>
                                        </p:attrNameLst>
                                      </p:cBhvr>
                                      <p:tavLst>
                                        <p:tav tm="0" fmla="#ppt_y+(sin(-2*pi*(1-$))*-#ppt_x+cos(-2*pi*(1-$))*(1-#ppt_y))*(1-$)">
                                          <p:val>
                                            <p:fltVal val="0.000000"/>
                                          </p:val>
                                        </p:tav>
                                        <p:tav tm="100000">
                                          <p:val>
                                            <p:fltVal val="1.000000"/>
                                          </p:val>
                                        </p:tav>
                                      </p:tavLst>
                                    </p:anim>
                                  </p:childTnLst>
                                </p:cTn>
                              </p:par>
                            </p:childTnLst>
                          </p:cTn>
                        </p:par>
                        <p:par>
                          <p:cTn id="11" fill="hold">
                            <p:stCondLst>
                              <p:cond delay="1000"/>
                            </p:stCondLst>
                            <p:childTnLst>
                              <p:par>
                                <p:cTn id="12" presetID="3" presetClass="entr" presetSubtype="10" fill="hold" nodeType="after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blinds(horizontal)">
                                      <p:cBhvr>
                                        <p:cTn id="14" dur="500"/>
                                        <p:tgtEl>
                                          <p:spTgt spid="3"/>
                                        </p:tgtEl>
                                      </p:cBhvr>
                                    </p:animEffect>
                                  </p:childTnLst>
                                </p:cTn>
                              </p:par>
                            </p:childTnLst>
                          </p:cTn>
                        </p:par>
                        <p:par>
                          <p:cTn id="15" fill="hold">
                            <p:stCondLst>
                              <p:cond delay="1500"/>
                            </p:stCondLst>
                            <p:childTnLst>
                              <p:par>
                                <p:cTn id="16" presetID="12" presetClass="entr" presetSubtype="4" fill="hold" grpId="0" nodeType="afterEffect">
                                  <p:stCondLst>
                                    <p:cond delay="0"/>
                                  </p:stCondLst>
                                  <p:childTnLst>
                                    <p:set>
                                      <p:cBhvr>
                                        <p:cTn id="17" dur="1" fill="hold">
                                          <p:stCondLst>
                                            <p:cond delay="0"/>
                                          </p:stCondLst>
                                        </p:cTn>
                                        <p:tgtEl>
                                          <p:spTgt spid="50225"/>
                                        </p:tgtEl>
                                        <p:attrNameLst>
                                          <p:attrName>style.visibility</p:attrName>
                                        </p:attrNameLst>
                                      </p:cBhvr>
                                      <p:to>
                                        <p:strVal val="visible"/>
                                      </p:to>
                                    </p:set>
                                    <p:animEffect transition="in" filter="slide(fromBottom)">
                                      <p:cBhvr>
                                        <p:cTn id="18" dur="2000"/>
                                        <p:tgtEl>
                                          <p:spTgt spid="50225"/>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50226"/>
                                        </p:tgtEl>
                                        <p:attrNameLst>
                                          <p:attrName>style.visibility</p:attrName>
                                        </p:attrNameLst>
                                      </p:cBhvr>
                                      <p:to>
                                        <p:strVal val="visible"/>
                                      </p:to>
                                    </p:set>
                                    <p:anim calcmode="lin" valueType="num">
                                      <p:cBhvr>
                                        <p:cTn id="23" dur="1000" fill="hold"/>
                                        <p:tgtEl>
                                          <p:spTgt spid="50226"/>
                                        </p:tgtEl>
                                        <p:attrNameLst>
                                          <p:attrName>ppt_w</p:attrName>
                                        </p:attrNameLst>
                                      </p:cBhvr>
                                      <p:tavLst>
                                        <p:tav tm="0">
                                          <p:val>
                                            <p:fltVal val="0.000000"/>
                                          </p:val>
                                        </p:tav>
                                        <p:tav tm="100000">
                                          <p:val>
                                            <p:strVal val="#ppt_w"/>
                                          </p:val>
                                        </p:tav>
                                      </p:tavLst>
                                    </p:anim>
                                    <p:anim calcmode="lin" valueType="num">
                                      <p:cBhvr>
                                        <p:cTn id="24" dur="1000" fill="hold"/>
                                        <p:tgtEl>
                                          <p:spTgt spid="50226"/>
                                        </p:tgtEl>
                                        <p:attrNameLst>
                                          <p:attrName>ppt_h</p:attrName>
                                        </p:attrNameLst>
                                      </p:cBhvr>
                                      <p:tavLst>
                                        <p:tav tm="0">
                                          <p:val>
                                            <p:fltVal val="0.000000"/>
                                          </p:val>
                                        </p:tav>
                                        <p:tav tm="100000">
                                          <p:val>
                                            <p:strVal val="#ppt_h"/>
                                          </p:val>
                                        </p:tav>
                                      </p:tavLst>
                                    </p:anim>
                                    <p:anim calcmode="lin" valueType="num">
                                      <p:cBhvr>
                                        <p:cTn id="25" dur="1000" fill="hold"/>
                                        <p:tgtEl>
                                          <p:spTgt spid="50226"/>
                                        </p:tgtEl>
                                        <p:attrNameLst>
                                          <p:attrName>ppt_x</p:attrName>
                                        </p:attrNameLst>
                                      </p:cBhvr>
                                      <p:tavLst>
                                        <p:tav tm="0" fmla="#ppt_x+(cos(-2*pi*(1-$))*-#ppt_x-sin(-2*pi*(1-$))*(1-#ppt_y))*(1-$)">
                                          <p:val>
                                            <p:fltVal val="0.000000"/>
                                          </p:val>
                                        </p:tav>
                                        <p:tav tm="100000">
                                          <p:val>
                                            <p:fltVal val="1.000000"/>
                                          </p:val>
                                        </p:tav>
                                      </p:tavLst>
                                    </p:anim>
                                    <p:anim calcmode="lin" valueType="num">
                                      <p:cBhvr>
                                        <p:cTn id="26" dur="1000" fill="hold"/>
                                        <p:tgtEl>
                                          <p:spTgt spid="50226"/>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50250"/>
                                        </p:tgtEl>
                                        <p:attrNameLst>
                                          <p:attrName>style.visibility</p:attrName>
                                        </p:attrNameLst>
                                      </p:cBhvr>
                                      <p:to>
                                        <p:strVal val="visible"/>
                                      </p:to>
                                    </p:set>
                                    <p:animEffect transition="in" filter="slide(fromBottom)">
                                      <p:cBhvr>
                                        <p:cTn id="31" dur="2000"/>
                                        <p:tgtEl>
                                          <p:spTgt spid="50250"/>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blinds(horizontal)">
                                      <p:cBhvr>
                                        <p:cTn id="36" dur="500"/>
                                        <p:tgtEl>
                                          <p:spTgt spid="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50251"/>
                                        </p:tgtEl>
                                        <p:attrNameLst>
                                          <p:attrName>style.visibility</p:attrName>
                                        </p:attrNameLst>
                                      </p:cBhvr>
                                      <p:to>
                                        <p:strVal val="visible"/>
                                      </p:to>
                                    </p:set>
                                    <p:animEffect transition="in" filter="wipe(left)">
                                      <p:cBhvr>
                                        <p:cTn id="41" dur="2000"/>
                                        <p:tgtEl>
                                          <p:spTgt spid="5025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50252"/>
                                        </p:tgtEl>
                                        <p:attrNameLst>
                                          <p:attrName>style.visibility</p:attrName>
                                        </p:attrNameLst>
                                      </p:cBhvr>
                                      <p:to>
                                        <p:strVal val="visible"/>
                                      </p:to>
                                    </p:set>
                                    <p:animEffect transition="in" filter="wipe(left)">
                                      <p:cBhvr>
                                        <p:cTn id="46" dur="2000"/>
                                        <p:tgtEl>
                                          <p:spTgt spid="50252"/>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4" fill="hold" grpId="0" nodeType="clickEffect">
                                  <p:stCondLst>
                                    <p:cond delay="0"/>
                                  </p:stCondLst>
                                  <p:childTnLst>
                                    <p:set>
                                      <p:cBhvr>
                                        <p:cTn id="50" dur="1" fill="hold">
                                          <p:stCondLst>
                                            <p:cond delay="0"/>
                                          </p:stCondLst>
                                        </p:cTn>
                                        <p:tgtEl>
                                          <p:spTgt spid="50253"/>
                                        </p:tgtEl>
                                        <p:attrNameLst>
                                          <p:attrName>style.visibility</p:attrName>
                                        </p:attrNameLst>
                                      </p:cBhvr>
                                      <p:to>
                                        <p:strVal val="visible"/>
                                      </p:to>
                                    </p:set>
                                    <p:animEffect transition="in" filter="slide(fromBottom)">
                                      <p:cBhvr>
                                        <p:cTn id="51" dur="2000"/>
                                        <p:tgtEl>
                                          <p:spTgt spid="50253"/>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50254"/>
                                        </p:tgtEl>
                                        <p:attrNameLst>
                                          <p:attrName>style.visibility</p:attrName>
                                        </p:attrNameLst>
                                      </p:cBhvr>
                                      <p:to>
                                        <p:strVal val="visible"/>
                                      </p:to>
                                    </p:set>
                                    <p:animEffect transition="in" filter="wipe(left)">
                                      <p:cBhvr>
                                        <p:cTn id="56" dur="2000"/>
                                        <p:tgtEl>
                                          <p:spTgt spid="50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00" grpId="0"/>
      <p:bldP spid="50225" grpId="0"/>
      <p:bldP spid="50226" grpId="0" animBg="1"/>
      <p:bldP spid="50250" grpId="0"/>
      <p:bldP spid="50251" grpId="0"/>
      <p:bldP spid="50252" grpId="0"/>
      <p:bldP spid="50253" grpId="0"/>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3200" b="1" i="0" u="none" strike="noStrike" cap="none" normalizeH="0" baseline="0" smtClean="0">
            <a:ln>
              <a:noFill/>
            </a:ln>
            <a:solidFill>
              <a:srgbClr val="FFFF00"/>
            </a:solidFill>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3200" b="1" i="0" u="none" strike="noStrike" cap="none" normalizeH="0" baseline="0" smtClean="0">
            <a:ln>
              <a:noFill/>
            </a:ln>
            <a:solidFill>
              <a:srgbClr val="FFFF00"/>
            </a:solidFill>
            <a:effectLst/>
            <a:latin typeface="Arial" panose="020B0604020202020204" pitchFamily="34" charset="0"/>
            <a:ea typeface="楷体_GB2312" pitchFamily="49"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6588</Words>
  <Application>WPS 演示</Application>
  <PresentationFormat>全屏显示(4:3)</PresentationFormat>
  <Paragraphs>2567</Paragraphs>
  <Slides>70</Slides>
  <Notes>0</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374</vt:i4>
      </vt:variant>
      <vt:variant>
        <vt:lpstr>幻灯片标题</vt:lpstr>
      </vt:variant>
      <vt:variant>
        <vt:i4>70</vt:i4>
      </vt:variant>
    </vt:vector>
  </HeadingPairs>
  <TitlesOfParts>
    <vt:vector size="459" baseType="lpstr">
      <vt:lpstr>Arial</vt:lpstr>
      <vt:lpstr>宋体</vt:lpstr>
      <vt:lpstr>Wingdings</vt:lpstr>
      <vt:lpstr>楷体_GB2312</vt:lpstr>
      <vt:lpstr>新宋体</vt:lpstr>
      <vt:lpstr>隶书</vt:lpstr>
      <vt:lpstr>Times New Roman</vt:lpstr>
      <vt:lpstr>Symbol</vt:lpstr>
      <vt:lpstr>仿宋_GB2312</vt:lpstr>
      <vt:lpstr>仿宋</vt:lpstr>
      <vt:lpstr>华文行楷</vt:lpstr>
      <vt:lpstr>Wingdings 2</vt:lpstr>
      <vt:lpstr>微软雅黑</vt:lpstr>
      <vt:lpstr>Arial Unicode MS</vt:lpstr>
      <vt:lpstr>默认设计模板</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xjtu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wzy</dc:creator>
  <cp:lastModifiedBy>染墨相思</cp:lastModifiedBy>
  <cp:revision>279</cp:revision>
  <dcterms:created xsi:type="dcterms:W3CDTF">2002-10-18T00:21:08Z</dcterms:created>
  <dcterms:modified xsi:type="dcterms:W3CDTF">2024-06-19T04:36:41Z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A5EC12EC50EE43018EC1C2FFBB2ECBD0_13</vt:lpwstr>
  </property>
  <property fmtid="{D5CDD505-2E9C-101B-9397-08002B2CF9AE}" pid="3" name="KSOProductBuildVer">
    <vt:lpwstr>2052-12.1.0.16729</vt:lpwstr>
  </property>
</Properties>
</file>
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103120" y="1626870"/>
            <a:ext cx="525780" cy="302260"/>
          </a:xfrm>
          <a:prstGeom prst="rect">
            <a:avLst/>
          </a:prstGeom>
          <a:solidFill>
            <a:schemeClr val="accent1">
              <a:alpha val="5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flist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03120" y="1929130"/>
            <a:ext cx="52578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28900" y="1929130"/>
            <a:ext cx="52578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54680" y="1929130"/>
            <a:ext cx="52578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80460" y="1929130"/>
            <a:ext cx="52578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06240" y="1929130"/>
            <a:ext cx="52578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32020" y="1929130"/>
            <a:ext cx="52578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57800" y="1929130"/>
            <a:ext cx="52578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83580" y="1929130"/>
            <a:ext cx="52578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09360" y="1929130"/>
            <a:ext cx="52578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35140" y="1929130"/>
            <a:ext cx="525780" cy="3022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28900" y="1626870"/>
            <a:ext cx="1051560" cy="302260"/>
          </a:xfrm>
          <a:prstGeom prst="rect">
            <a:avLst/>
          </a:prstGeom>
          <a:solidFill>
            <a:schemeClr val="accent2">
              <a:alpha val="5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  <a:sym typeface="+mn-ea"/>
              </a:rPr>
              <a:t>flist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80460" y="1626870"/>
            <a:ext cx="1051560" cy="302260"/>
          </a:xfrm>
          <a:prstGeom prst="rect">
            <a:avLst/>
          </a:prstGeom>
          <a:solidFill>
            <a:schemeClr val="bg2">
              <a:lumMod val="75000"/>
              <a:alpha val="5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  <a:sym typeface="+mn-ea"/>
              </a:rPr>
              <a:t>flist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732020" y="1626870"/>
            <a:ext cx="2629535" cy="302260"/>
          </a:xfrm>
          <a:prstGeom prst="rect">
            <a:avLst/>
          </a:prstGeom>
          <a:solidFill>
            <a:schemeClr val="accent5">
              <a:lumMod val="40000"/>
              <a:lumOff val="60000"/>
              <a:alpha val="5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  <a:sym typeface="+mn-ea"/>
              </a:rPr>
              <a:t>flist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3154680" y="1265555"/>
            <a:ext cx="0" cy="361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961005" y="958850"/>
            <a:ext cx="387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p5</a:t>
            </a:r>
            <a:endParaRPr lang="en-US" altLang="zh-CN" sz="140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206240" y="1265555"/>
            <a:ext cx="0" cy="361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012565" y="958850"/>
            <a:ext cx="387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p4</a:t>
            </a:r>
            <a:endParaRPr lang="en-US" altLang="zh-CN" sz="140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5257800" y="1265555"/>
            <a:ext cx="0" cy="361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064125" y="958850"/>
            <a:ext cx="387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p3</a:t>
            </a:r>
            <a:endParaRPr lang="en-US" altLang="zh-CN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5</cp:revision>
  <dcterms:created xsi:type="dcterms:W3CDTF">2023-08-09T12:44:00Z</dcterms:created>
  <dcterms:modified xsi:type="dcterms:W3CDTF">2025-11-05T14:09:50Z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AB6DDFD89AC64FE5B223340835C14CC0_12</vt:lpwstr>
  </property>
</Properties>
</file>
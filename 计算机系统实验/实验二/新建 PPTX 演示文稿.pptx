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4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2219960" y="735965"/>
            <a:ext cx="7348220" cy="4358005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680460" y="1215390"/>
            <a:ext cx="4427220" cy="1214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899025" y="1374140"/>
            <a:ext cx="19900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/>
              <a:t>实践版</a:t>
            </a:r>
            <a:r>
              <a:rPr lang="en-US" altLang="zh-CN" sz="1600"/>
              <a:t>OpenMIPS</a:t>
            </a:r>
            <a:endParaRPr lang="en-US" altLang="zh-CN" sz="1600"/>
          </a:p>
        </p:txBody>
      </p:sp>
      <p:sp>
        <p:nvSpPr>
          <p:cNvPr id="7" name="圆角矩形 6"/>
          <p:cNvSpPr/>
          <p:nvPr/>
        </p:nvSpPr>
        <p:spPr>
          <a:xfrm>
            <a:off x="2646680" y="3005455"/>
            <a:ext cx="6494780" cy="4235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Wishbone</a:t>
            </a:r>
            <a:r>
              <a:rPr lang="zh-CN" altLang="en-US" sz="1400">
                <a:solidFill>
                  <a:schemeClr val="tx1"/>
                </a:solidFill>
              </a:rPr>
              <a:t>总线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2648585" y="3976370"/>
            <a:ext cx="1200785" cy="7702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Flash</a:t>
            </a:r>
            <a:r>
              <a:rPr lang="zh-CN" altLang="en-US" sz="1400">
                <a:solidFill>
                  <a:schemeClr val="tx1"/>
                </a:solidFill>
              </a:rPr>
              <a:t>控制器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370705" y="3976370"/>
            <a:ext cx="1200785" cy="7702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</a:rPr>
              <a:t>UART控制器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135370" y="3976370"/>
            <a:ext cx="1200785" cy="7702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</a:rPr>
              <a:t>GPIO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7844790" y="3976370"/>
            <a:ext cx="1386840" cy="7702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</a:rPr>
              <a:t>SDRAM控制器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30725" y="2421890"/>
            <a:ext cx="0" cy="5759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7336155" y="2421890"/>
            <a:ext cx="0" cy="5759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endCxn id="8" idx="0"/>
          </p:cNvCxnSpPr>
          <p:nvPr/>
        </p:nvCxnSpPr>
        <p:spPr>
          <a:xfrm flipH="1">
            <a:off x="3249295" y="3414395"/>
            <a:ext cx="4445" cy="5619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4968875" y="3429000"/>
            <a:ext cx="4445" cy="5619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6733540" y="3414395"/>
            <a:ext cx="4445" cy="5619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>
            <a:off x="8536305" y="3436620"/>
            <a:ext cx="4445" cy="5619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3244850" y="4732020"/>
            <a:ext cx="4445" cy="5619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>
            <a:off x="4964430" y="4746625"/>
            <a:ext cx="4445" cy="5619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6729095" y="4732020"/>
            <a:ext cx="4445" cy="5619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8531860" y="4754245"/>
            <a:ext cx="4445" cy="5619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3989070" y="2096135"/>
            <a:ext cx="1143000" cy="275590"/>
          </a:xfrm>
          <a:prstGeom prst="rect">
            <a:avLst/>
          </a:prstGeom>
          <a:solidFill>
            <a:schemeClr val="accent1">
              <a:alpha val="52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指令总线接口</a:t>
            </a:r>
            <a:endParaRPr lang="zh-CN" altLang="en-US" sz="1200"/>
          </a:p>
        </p:txBody>
      </p:sp>
      <p:sp>
        <p:nvSpPr>
          <p:cNvPr id="23" name="文本框 22"/>
          <p:cNvSpPr txBox="1"/>
          <p:nvPr/>
        </p:nvSpPr>
        <p:spPr>
          <a:xfrm>
            <a:off x="6737985" y="2096135"/>
            <a:ext cx="1143000" cy="275590"/>
          </a:xfrm>
          <a:prstGeom prst="rect">
            <a:avLst/>
          </a:prstGeom>
          <a:solidFill>
            <a:schemeClr val="accent1">
              <a:alpha val="52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数据总线接口</a:t>
            </a:r>
            <a:endParaRPr lang="zh-CN" altLang="en-US" sz="1200"/>
          </a:p>
        </p:txBody>
      </p:sp>
      <p:sp>
        <p:nvSpPr>
          <p:cNvPr id="24" name="圆角矩形 23"/>
          <p:cNvSpPr/>
          <p:nvPr/>
        </p:nvSpPr>
        <p:spPr>
          <a:xfrm>
            <a:off x="2648585" y="5293995"/>
            <a:ext cx="1200785" cy="7702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Flash</a:t>
            </a:r>
            <a:r>
              <a:rPr lang="zh-CN" altLang="en-US" sz="1400">
                <a:solidFill>
                  <a:schemeClr val="tx1"/>
                </a:solidFill>
              </a:rPr>
              <a:t>芯片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4370705" y="5293995"/>
            <a:ext cx="1200785" cy="7702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</a:rPr>
              <a:t>9</a:t>
            </a:r>
            <a:r>
              <a:rPr lang="zh-CN" altLang="en-US" sz="1400">
                <a:solidFill>
                  <a:schemeClr val="tx1"/>
                </a:solidFill>
              </a:rPr>
              <a:t>针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</a:rPr>
              <a:t>串行接口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6135370" y="5293995"/>
            <a:ext cx="1200785" cy="7702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</a:rPr>
              <a:t>七段数码管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7844790" y="5293995"/>
            <a:ext cx="1386840" cy="7702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</a:rPr>
              <a:t>SDRAM</a:t>
            </a:r>
            <a:r>
              <a:rPr lang="zh-CN" altLang="en-US" sz="1400">
                <a:solidFill>
                  <a:schemeClr val="tx1"/>
                </a:solidFill>
              </a:rPr>
              <a:t>芯片</a:t>
            </a:r>
            <a:endParaRPr lang="zh-CN" altLang="en-US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WPS 演示</Application>
  <PresentationFormat>宽屏</PresentationFormat>
  <Paragraphs>25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maoxingbo</dc:creator>
  <cp:lastModifiedBy>JL</cp:lastModifiedBy>
  <cp:revision>5</cp:revision>
  <dcterms:created xsi:type="dcterms:W3CDTF">2023-08-09T12:44:00Z</dcterms:created>
  <dcterms:modified xsi:type="dcterms:W3CDTF">2026-05-26T14:08:56Z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E9E168EE91EE437F983B0FF7F4138E0D_12</vt:lpwstr>
  </property>
</Properties>
</file>
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3632200" y="1731010"/>
            <a:ext cx="1264920" cy="6788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游戏中</a:t>
            </a:r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632200" y="3509010"/>
            <a:ext cx="1264920" cy="6788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撞墙</a:t>
            </a: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6022975" y="3509010"/>
            <a:ext cx="1264920" cy="6788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游戏结束</a:t>
            </a:r>
            <a:endParaRPr lang="zh-CN" altLang="en-US"/>
          </a:p>
        </p:txBody>
      </p:sp>
      <p:cxnSp>
        <p:nvCxnSpPr>
          <p:cNvPr id="8" name="肘形连接符 7"/>
          <p:cNvCxnSpPr>
            <a:stCxn id="4" idx="1"/>
            <a:endCxn id="4" idx="0"/>
          </p:cNvCxnSpPr>
          <p:nvPr/>
        </p:nvCxnSpPr>
        <p:spPr>
          <a:xfrm rot="10800000" flipH="1">
            <a:off x="3632200" y="1730375"/>
            <a:ext cx="632460" cy="339725"/>
          </a:xfrm>
          <a:prstGeom prst="bentConnector4">
            <a:avLst>
              <a:gd name="adj1" fmla="val -76004"/>
              <a:gd name="adj2" fmla="val 17009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4543425" y="2408555"/>
            <a:ext cx="7620" cy="10890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3989705" y="2394585"/>
            <a:ext cx="8255" cy="11029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肘形连接符 10"/>
          <p:cNvCxnSpPr>
            <a:stCxn id="4" idx="3"/>
            <a:endCxn id="6" idx="0"/>
          </p:cNvCxnSpPr>
          <p:nvPr/>
        </p:nvCxnSpPr>
        <p:spPr>
          <a:xfrm>
            <a:off x="4897120" y="2070735"/>
            <a:ext cx="1758315" cy="14382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183890" y="1141730"/>
            <a:ext cx="12407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合法移动</a:t>
            </a:r>
            <a:endParaRPr lang="zh-CN" altLang="en-US" sz="1400"/>
          </a:p>
        </p:txBody>
      </p:sp>
      <p:sp>
        <p:nvSpPr>
          <p:cNvPr id="13" name="文本框 12"/>
          <p:cNvSpPr txBox="1"/>
          <p:nvPr/>
        </p:nvSpPr>
        <p:spPr>
          <a:xfrm>
            <a:off x="4543425" y="280606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不合法移动</a:t>
            </a:r>
            <a:endParaRPr lang="zh-CN" altLang="en-US" sz="1400"/>
          </a:p>
        </p:txBody>
      </p:sp>
      <p:sp>
        <p:nvSpPr>
          <p:cNvPr id="14" name="文本框 13"/>
          <p:cNvSpPr txBox="1"/>
          <p:nvPr/>
        </p:nvSpPr>
        <p:spPr>
          <a:xfrm>
            <a:off x="3255645" y="2806065"/>
            <a:ext cx="7423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提示</a:t>
            </a:r>
            <a:r>
              <a:rPr lang="en-US" altLang="zh-CN" sz="1400"/>
              <a:t>hit</a:t>
            </a:r>
            <a:endParaRPr lang="en-US" altLang="zh-CN" sz="1400"/>
          </a:p>
        </p:txBody>
      </p:sp>
      <p:sp>
        <p:nvSpPr>
          <p:cNvPr id="15" name="文本框 14"/>
          <p:cNvSpPr txBox="1"/>
          <p:nvPr/>
        </p:nvSpPr>
        <p:spPr>
          <a:xfrm>
            <a:off x="5212080" y="1764030"/>
            <a:ext cx="12407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到达终点</a:t>
            </a:r>
            <a:endParaRPr lang="zh-CN" altLang="en-US" sz="14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WPS 演示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JL</cp:lastModifiedBy>
  <cp:revision>6</cp:revision>
  <dcterms:created xsi:type="dcterms:W3CDTF">2023-08-09T12:44:00Z</dcterms:created>
  <dcterms:modified xsi:type="dcterms:W3CDTF">2026-07-04T09:22:44Z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210E68293E0C446AB1649782D4B4393E_12</vt:lpwstr>
  </property>
</Properties>
</file>
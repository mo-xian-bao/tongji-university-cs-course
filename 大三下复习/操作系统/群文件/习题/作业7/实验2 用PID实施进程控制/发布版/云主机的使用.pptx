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6449" autoAdjust="0"/>
  </p:normalViewPr>
  <p:slideViewPr>
    <p:cSldViewPr snapToGrid="0">
      <p:cViewPr varScale="1">
        <p:scale>
          <a:sx n="59" d="100"/>
          <a:sy n="59" d="100"/>
        </p:scale>
        <p:origin x="72" y="9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9CD498-0F45-4897-8055-0A659C0146DA}" type="datetimeFigureOut">
              <a:rPr lang="zh-CN" altLang="en-US" smtClean="0"/>
              <a:t>2021/9/21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7C3AB1-9BF8-452C-A3CC-FC764A2146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1360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7C3AB1-9BF8-452C-A3CC-FC764A2146F8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95354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7C3AB1-9BF8-452C-A3CC-FC764A2146F8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69188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E69A2-FFDB-4A73-B308-D2858DD87F26}" type="datetimeFigureOut">
              <a:rPr lang="zh-CN" altLang="en-US" smtClean="0"/>
              <a:t>2021/9/21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DC5AF-EC99-4713-AEF6-5568705627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90086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E69A2-FFDB-4A73-B308-D2858DD87F26}" type="datetimeFigureOut">
              <a:rPr lang="zh-CN" altLang="en-US" smtClean="0"/>
              <a:t>2021/9/21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DC5AF-EC99-4713-AEF6-5568705627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4377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E69A2-FFDB-4A73-B308-D2858DD87F26}" type="datetimeFigureOut">
              <a:rPr lang="zh-CN" altLang="en-US" smtClean="0"/>
              <a:t>2021/9/21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DC5AF-EC99-4713-AEF6-5568705627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17381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E69A2-FFDB-4A73-B308-D2858DD87F26}" type="datetimeFigureOut">
              <a:rPr lang="zh-CN" altLang="en-US" smtClean="0"/>
              <a:t>2021/9/21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DC5AF-EC99-4713-AEF6-5568705627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63738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E69A2-FFDB-4A73-B308-D2858DD87F26}" type="datetimeFigureOut">
              <a:rPr lang="zh-CN" altLang="en-US" smtClean="0"/>
              <a:t>2021/9/21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DC5AF-EC99-4713-AEF6-5568705627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42168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E69A2-FFDB-4A73-B308-D2858DD87F26}" type="datetimeFigureOut">
              <a:rPr lang="zh-CN" altLang="en-US" smtClean="0"/>
              <a:t>2021/9/21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DC5AF-EC99-4713-AEF6-5568705627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63514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E69A2-FFDB-4A73-B308-D2858DD87F26}" type="datetimeFigureOut">
              <a:rPr lang="zh-CN" altLang="en-US" smtClean="0"/>
              <a:t>2021/9/21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DC5AF-EC99-4713-AEF6-5568705627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6589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E69A2-FFDB-4A73-B308-D2858DD87F26}" type="datetimeFigureOut">
              <a:rPr lang="zh-CN" altLang="en-US" smtClean="0"/>
              <a:t>2021/9/21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DC5AF-EC99-4713-AEF6-5568705627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44065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E69A2-FFDB-4A73-B308-D2858DD87F26}" type="datetimeFigureOut">
              <a:rPr lang="zh-CN" altLang="en-US" smtClean="0"/>
              <a:t>2021/9/21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DC5AF-EC99-4713-AEF6-5568705627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43056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E69A2-FFDB-4A73-B308-D2858DD87F26}" type="datetimeFigureOut">
              <a:rPr lang="zh-CN" altLang="en-US" smtClean="0"/>
              <a:t>2021/9/21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DC5AF-EC99-4713-AEF6-5568705627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46862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E69A2-FFDB-4A73-B308-D2858DD87F26}" type="datetimeFigureOut">
              <a:rPr lang="zh-CN" altLang="en-US" smtClean="0"/>
              <a:t>2021/9/21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DC5AF-EC99-4713-AEF6-5568705627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55863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AE69A2-FFDB-4A73-B308-D2858DD87F26}" type="datetimeFigureOut">
              <a:rPr lang="zh-CN" altLang="en-US" smtClean="0"/>
              <a:t>2021/9/21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BDC5AF-EC99-4713-AEF6-5568705627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39315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云主机的使用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smtClean="0"/>
              <a:t>最简单的方法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696114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3"/>
          <a:srcRect r="58847" b="81147"/>
          <a:stretch/>
        </p:blipFill>
        <p:spPr>
          <a:xfrm>
            <a:off x="404813" y="2004698"/>
            <a:ext cx="6567488" cy="2563828"/>
          </a:xfrm>
          <a:prstGeom prst="rect">
            <a:avLst/>
          </a:prstGeom>
        </p:spPr>
      </p:pic>
      <p:cxnSp>
        <p:nvCxnSpPr>
          <p:cNvPr id="6" name="直接箭头连接符 5"/>
          <p:cNvCxnSpPr/>
          <p:nvPr/>
        </p:nvCxnSpPr>
        <p:spPr>
          <a:xfrm flipV="1">
            <a:off x="2470638" y="4202148"/>
            <a:ext cx="562708" cy="4791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/>
          <p:cNvCxnSpPr/>
          <p:nvPr/>
        </p:nvCxnSpPr>
        <p:spPr>
          <a:xfrm flipH="1" flipV="1">
            <a:off x="3688558" y="4210940"/>
            <a:ext cx="136096" cy="4703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/>
          <p:nvPr/>
        </p:nvCxnSpPr>
        <p:spPr>
          <a:xfrm flipH="1" flipV="1">
            <a:off x="4934775" y="4202148"/>
            <a:ext cx="410948" cy="4791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1835301" y="4681327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 smtClean="0"/>
              <a:t>安全登录</a:t>
            </a:r>
            <a:endParaRPr lang="zh-CN" altLang="en-US" b="1" dirty="0"/>
          </a:p>
        </p:txBody>
      </p:sp>
      <p:sp>
        <p:nvSpPr>
          <p:cNvPr id="15" name="矩形 14"/>
          <p:cNvSpPr/>
          <p:nvPr/>
        </p:nvSpPr>
        <p:spPr>
          <a:xfrm>
            <a:off x="5172085" y="4681327"/>
            <a:ext cx="28007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 smtClean="0"/>
              <a:t>我的云主机（云服务器）</a:t>
            </a:r>
            <a:endParaRPr lang="zh-CN" altLang="en-US" b="1" dirty="0"/>
          </a:p>
        </p:txBody>
      </p:sp>
      <p:sp>
        <p:nvSpPr>
          <p:cNvPr id="16" name="矩形 15"/>
          <p:cNvSpPr/>
          <p:nvPr/>
        </p:nvSpPr>
        <p:spPr>
          <a:xfrm>
            <a:off x="3180607" y="4640317"/>
            <a:ext cx="132105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b="1" dirty="0" smtClean="0"/>
              <a:t>上面的这个账户</a:t>
            </a:r>
            <a:endParaRPr lang="zh-CN" altLang="en-US" b="1" dirty="0"/>
          </a:p>
        </p:txBody>
      </p:sp>
      <p:sp>
        <p:nvSpPr>
          <p:cNvPr id="17" name="矩形 16"/>
          <p:cNvSpPr/>
          <p:nvPr/>
        </p:nvSpPr>
        <p:spPr>
          <a:xfrm>
            <a:off x="7972852" y="2561126"/>
            <a:ext cx="3920646" cy="1754326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b="1" dirty="0" smtClean="0"/>
              <a:t>下面，系统会提示，要你输入口令。</a:t>
            </a:r>
            <a:endParaRPr lang="en-US" altLang="zh-CN" b="1" dirty="0" smtClean="0"/>
          </a:p>
          <a:p>
            <a:pPr algn="ctr"/>
            <a:r>
              <a:rPr lang="zh-CN" altLang="en-US" b="1" dirty="0" smtClean="0"/>
              <a:t>认证通过后，本地的</a:t>
            </a:r>
            <a:r>
              <a:rPr lang="en-US" altLang="zh-CN" b="1" dirty="0" smtClean="0"/>
              <a:t>PowerShell</a:t>
            </a:r>
            <a:r>
              <a:rPr lang="zh-CN" altLang="en-US" b="1" dirty="0" smtClean="0"/>
              <a:t>就是云主机的一个终端了。</a:t>
            </a:r>
            <a:endParaRPr lang="en-US" altLang="zh-CN" b="1" dirty="0" smtClean="0"/>
          </a:p>
          <a:p>
            <a:pPr algn="ctr"/>
            <a:endParaRPr lang="en-US" altLang="zh-CN" b="1" dirty="0" smtClean="0"/>
          </a:p>
          <a:p>
            <a:pPr algn="ctr"/>
            <a:r>
              <a:rPr lang="zh-CN" altLang="en-US" b="1" dirty="0" smtClean="0"/>
              <a:t>下面，命令行提交的所有作业，云端执行（也就是，运行在云主机上）。</a:t>
            </a:r>
            <a:endParaRPr lang="zh-CN" altLang="en-US" b="1" dirty="0"/>
          </a:p>
        </p:txBody>
      </p:sp>
      <p:sp>
        <p:nvSpPr>
          <p:cNvPr id="18" name="矩形 17"/>
          <p:cNvSpPr/>
          <p:nvPr/>
        </p:nvSpPr>
        <p:spPr>
          <a:xfrm>
            <a:off x="8522037" y="5753988"/>
            <a:ext cx="2951925" cy="64633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b="1" dirty="0" smtClean="0"/>
              <a:t>本地再开一个</a:t>
            </a:r>
            <a:r>
              <a:rPr lang="en-US" altLang="zh-CN" b="1" dirty="0" smtClean="0"/>
              <a:t>PowerShell</a:t>
            </a:r>
            <a:r>
              <a:rPr lang="zh-CN" altLang="en-US" b="1" dirty="0" smtClean="0"/>
              <a:t>，就</a:t>
            </a:r>
            <a:r>
              <a:rPr lang="en-US" altLang="zh-CN" b="1" dirty="0" smtClean="0"/>
              <a:t>2</a:t>
            </a:r>
            <a:r>
              <a:rPr lang="zh-CN" altLang="en-US" b="1" dirty="0" smtClean="0"/>
              <a:t>个远程终端连云主机了。</a:t>
            </a:r>
            <a:endParaRPr lang="zh-CN" altLang="en-US" b="1" dirty="0"/>
          </a:p>
        </p:txBody>
      </p:sp>
      <p:sp>
        <p:nvSpPr>
          <p:cNvPr id="19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zh-CN" b="1" dirty="0" smtClean="0"/>
              <a:t>PowerShell </a:t>
            </a:r>
            <a:r>
              <a:rPr lang="zh-CN" altLang="en-US" b="1" dirty="0" smtClean="0"/>
              <a:t>远程登录、使用云主机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30429021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 err="1"/>
              <a:t>s</a:t>
            </a:r>
            <a:r>
              <a:rPr lang="en-US" altLang="zh-CN" b="1" dirty="0" err="1" smtClean="0"/>
              <a:t>cp</a:t>
            </a:r>
            <a:r>
              <a:rPr lang="en-US" altLang="zh-CN" b="1" dirty="0" smtClean="0"/>
              <a:t> </a:t>
            </a:r>
            <a:r>
              <a:rPr lang="zh-CN" altLang="en-US" b="1" dirty="0" smtClean="0"/>
              <a:t>传文件（不要</a:t>
            </a:r>
            <a:r>
              <a:rPr lang="en-US" altLang="zh-CN" b="1" dirty="0" err="1" smtClean="0"/>
              <a:t>ssh</a:t>
            </a:r>
            <a:r>
              <a:rPr lang="en-US" altLang="zh-CN" b="1" dirty="0" smtClean="0"/>
              <a:t> </a:t>
            </a:r>
            <a:r>
              <a:rPr lang="zh-CN" altLang="en-US" b="1" dirty="0" smtClean="0"/>
              <a:t>远程登录云主机）</a:t>
            </a:r>
            <a:endParaRPr lang="zh-CN" altLang="en-US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466397"/>
            <a:ext cx="10515600" cy="5032375"/>
          </a:xfrm>
        </p:spPr>
        <p:txBody>
          <a:bodyPr>
            <a:normAutofit/>
          </a:bodyPr>
          <a:lstStyle/>
          <a:p>
            <a:endParaRPr lang="en-US" altLang="zh-CN" b="1" dirty="0"/>
          </a:p>
          <a:p>
            <a:r>
              <a:rPr lang="zh-CN" altLang="en-US" b="1" dirty="0" smtClean="0"/>
              <a:t>开</a:t>
            </a:r>
            <a:r>
              <a:rPr lang="en-US" altLang="zh-CN" b="1" dirty="0" smtClean="0"/>
              <a:t>PowerShell</a:t>
            </a:r>
            <a:r>
              <a:rPr lang="zh-CN" altLang="en-US" b="1" dirty="0" smtClean="0"/>
              <a:t>，直接直接执行</a:t>
            </a:r>
            <a:r>
              <a:rPr lang="en-US" altLang="zh-CN" b="1" dirty="0" err="1" smtClean="0"/>
              <a:t>scp</a:t>
            </a:r>
            <a:r>
              <a:rPr lang="zh-CN" altLang="en-US" b="1" dirty="0"/>
              <a:t>传</a:t>
            </a:r>
            <a:r>
              <a:rPr lang="zh-CN" altLang="en-US" b="1" dirty="0" smtClean="0"/>
              <a:t>文件给云主机。</a:t>
            </a:r>
            <a:endParaRPr lang="en-US" altLang="zh-CN" b="1" dirty="0" smtClean="0"/>
          </a:p>
          <a:p>
            <a:pPr marL="0" indent="0">
              <a:buNone/>
            </a:pPr>
            <a:r>
              <a:rPr lang="en-US" altLang="zh-CN" b="1" dirty="0" smtClean="0"/>
              <a:t>           </a:t>
            </a:r>
            <a:r>
              <a:rPr lang="en-US" altLang="zh-CN" b="1" dirty="0" err="1" smtClean="0"/>
              <a:t>scp</a:t>
            </a:r>
            <a:r>
              <a:rPr lang="en-US" altLang="zh-CN" b="1" dirty="0" smtClean="0"/>
              <a:t> </a:t>
            </a:r>
            <a:r>
              <a:rPr lang="en-US" altLang="zh-CN" b="1" dirty="0">
                <a:solidFill>
                  <a:srgbClr val="FF0000"/>
                </a:solidFill>
              </a:rPr>
              <a:t>main.py</a:t>
            </a:r>
            <a:r>
              <a:rPr lang="en-US" altLang="zh-CN" b="1" dirty="0"/>
              <a:t> </a:t>
            </a:r>
            <a:r>
              <a:rPr lang="en-US" altLang="zh-CN" b="1" dirty="0">
                <a:solidFill>
                  <a:schemeClr val="accent1">
                    <a:lumMod val="50000"/>
                  </a:schemeClr>
                </a:solidFill>
              </a:rPr>
              <a:t>root</a:t>
            </a:r>
            <a:r>
              <a:rPr lang="en-US" altLang="zh-CN" b="1" dirty="0"/>
              <a:t>@</a:t>
            </a:r>
            <a:r>
              <a:rPr lang="en-US" altLang="zh-CN" b="1" dirty="0">
                <a:solidFill>
                  <a:srgbClr val="C00000"/>
                </a:solidFill>
              </a:rPr>
              <a:t>106.75.16.251</a:t>
            </a:r>
            <a:r>
              <a:rPr lang="en-US" altLang="zh-CN" b="1" dirty="0"/>
              <a:t>:</a:t>
            </a:r>
            <a:r>
              <a:rPr lang="en-US" altLang="zh-CN" b="1" dirty="0">
                <a:solidFill>
                  <a:srgbClr val="00B050"/>
                </a:solidFill>
              </a:rPr>
              <a:t>~/main.py</a:t>
            </a:r>
            <a:endParaRPr lang="zh-CN" altLang="zh-CN" b="1" dirty="0">
              <a:solidFill>
                <a:srgbClr val="00B050"/>
              </a:solidFill>
            </a:endParaRPr>
          </a:p>
          <a:p>
            <a:pPr marL="0" indent="0">
              <a:buNone/>
            </a:pPr>
            <a:endParaRPr lang="en-US" altLang="zh-CN" b="1" dirty="0" smtClean="0"/>
          </a:p>
          <a:p>
            <a:pPr marL="0" indent="0">
              <a:buNone/>
            </a:pPr>
            <a:endParaRPr lang="en-US" altLang="zh-CN" b="1" dirty="0"/>
          </a:p>
          <a:p>
            <a:pPr marL="0" indent="0">
              <a:buNone/>
            </a:pPr>
            <a:endParaRPr lang="en-US" altLang="zh-CN" b="1" dirty="0" smtClean="0"/>
          </a:p>
          <a:p>
            <a:pPr marL="0" indent="0">
              <a:buNone/>
            </a:pPr>
            <a:endParaRPr lang="en-US" altLang="zh-CN" b="1" dirty="0"/>
          </a:p>
          <a:p>
            <a:r>
              <a:rPr lang="zh-CN" altLang="en-US" b="1" dirty="0" smtClean="0"/>
              <a:t>把云主机上的文件传回本地</a:t>
            </a:r>
            <a:endParaRPr lang="en-US" altLang="zh-CN" b="1" dirty="0" smtClean="0"/>
          </a:p>
          <a:p>
            <a:pPr marL="0" indent="0">
              <a:buNone/>
            </a:pPr>
            <a:r>
              <a:rPr lang="en-US" altLang="zh-CN" b="1" dirty="0" smtClean="0"/>
              <a:t>		</a:t>
            </a:r>
            <a:r>
              <a:rPr lang="en-US" altLang="zh-CN" b="1" dirty="0" err="1" smtClean="0"/>
              <a:t>scp</a:t>
            </a:r>
            <a:r>
              <a:rPr lang="en-US" altLang="zh-CN" b="1" dirty="0" smtClean="0"/>
              <a:t> </a:t>
            </a:r>
            <a:r>
              <a:rPr lang="en-US" altLang="zh-CN" b="1" dirty="0"/>
              <a:t>root@106.75.16.251:~/</a:t>
            </a:r>
            <a:r>
              <a:rPr lang="en-US" altLang="zh-CN" b="1" dirty="0" err="1"/>
              <a:t>mainResults</a:t>
            </a:r>
            <a:r>
              <a:rPr lang="en-US" altLang="zh-CN" b="1" dirty="0"/>
              <a:t> results</a:t>
            </a:r>
            <a:endParaRPr lang="zh-CN" altLang="zh-CN" b="1" dirty="0"/>
          </a:p>
          <a:p>
            <a:endParaRPr lang="zh-CN" altLang="en-US" b="1" dirty="0"/>
          </a:p>
        </p:txBody>
      </p:sp>
      <p:sp>
        <p:nvSpPr>
          <p:cNvPr id="4" name="矩形 3"/>
          <p:cNvSpPr/>
          <p:nvPr/>
        </p:nvSpPr>
        <p:spPr>
          <a:xfrm>
            <a:off x="667158" y="3155723"/>
            <a:ext cx="186377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 smtClean="0"/>
              <a:t>把本地，当前目录下的这个文件</a:t>
            </a:r>
            <a:endParaRPr lang="zh-CN" altLang="en-US" b="1" dirty="0"/>
          </a:p>
        </p:txBody>
      </p:sp>
      <p:cxnSp>
        <p:nvCxnSpPr>
          <p:cNvPr id="6" name="直接箭头连接符 5"/>
          <p:cNvCxnSpPr/>
          <p:nvPr/>
        </p:nvCxnSpPr>
        <p:spPr>
          <a:xfrm flipV="1">
            <a:off x="2400300" y="2916806"/>
            <a:ext cx="832758" cy="5620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4984030" y="3478888"/>
            <a:ext cx="112829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b="1" dirty="0" smtClean="0"/>
              <a:t>传给这个云主机</a:t>
            </a:r>
            <a:endParaRPr lang="zh-CN" altLang="en-US" b="1" dirty="0"/>
          </a:p>
        </p:txBody>
      </p:sp>
      <p:cxnSp>
        <p:nvCxnSpPr>
          <p:cNvPr id="14" name="直接箭头连接符 13"/>
          <p:cNvCxnSpPr>
            <a:stCxn id="9" idx="0"/>
          </p:cNvCxnSpPr>
          <p:nvPr/>
        </p:nvCxnSpPr>
        <p:spPr>
          <a:xfrm flipH="1" flipV="1">
            <a:off x="5519058" y="2926673"/>
            <a:ext cx="29122" cy="5522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/>
          <p:nvPr/>
        </p:nvCxnSpPr>
        <p:spPr>
          <a:xfrm flipV="1">
            <a:off x="3755572" y="2933350"/>
            <a:ext cx="473528" cy="8687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/>
          <p:cNvSpPr/>
          <p:nvPr/>
        </p:nvSpPr>
        <p:spPr>
          <a:xfrm>
            <a:off x="3254829" y="3802053"/>
            <a:ext cx="112829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b="1" dirty="0" smtClean="0"/>
              <a:t>现在是</a:t>
            </a:r>
            <a:r>
              <a:rPr lang="en-US" altLang="zh-CN" b="1" dirty="0" smtClean="0"/>
              <a:t>Root</a:t>
            </a:r>
            <a:r>
              <a:rPr lang="zh-CN" altLang="en-US" b="1" dirty="0" smtClean="0"/>
              <a:t>用户在传文件</a:t>
            </a:r>
            <a:endParaRPr lang="zh-CN" altLang="en-US" b="1" dirty="0"/>
          </a:p>
        </p:txBody>
      </p:sp>
      <p:sp>
        <p:nvSpPr>
          <p:cNvPr id="19" name="矩形 18"/>
          <p:cNvSpPr/>
          <p:nvPr/>
        </p:nvSpPr>
        <p:spPr>
          <a:xfrm>
            <a:off x="6838138" y="3367701"/>
            <a:ext cx="253637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b="1" dirty="0" smtClean="0"/>
              <a:t>文件存在云主机</a:t>
            </a:r>
            <a:endParaRPr lang="en-US" altLang="zh-CN" b="1" dirty="0" smtClean="0"/>
          </a:p>
          <a:p>
            <a:pPr algn="ctr"/>
            <a:r>
              <a:rPr lang="en-US" altLang="zh-CN" b="1" dirty="0" smtClean="0"/>
              <a:t>Root</a:t>
            </a:r>
            <a:r>
              <a:rPr lang="zh-CN" altLang="en-US" b="1" dirty="0" smtClean="0"/>
              <a:t>用户的根目录</a:t>
            </a:r>
            <a:endParaRPr lang="en-US" altLang="zh-CN" b="1" dirty="0" smtClean="0"/>
          </a:p>
          <a:p>
            <a:pPr algn="ctr"/>
            <a:endParaRPr lang="en-US" altLang="zh-CN" b="1" dirty="0"/>
          </a:p>
          <a:p>
            <a:pPr algn="ctr"/>
            <a:r>
              <a:rPr lang="zh-CN" altLang="en-US" b="1" dirty="0" smtClean="0"/>
              <a:t>起个名字吧：</a:t>
            </a:r>
            <a:r>
              <a:rPr lang="en-US" altLang="zh-CN" b="1" dirty="0" smtClean="0"/>
              <a:t>main.py</a:t>
            </a:r>
            <a:endParaRPr lang="zh-CN" altLang="en-US" b="1" dirty="0"/>
          </a:p>
        </p:txBody>
      </p:sp>
      <p:cxnSp>
        <p:nvCxnSpPr>
          <p:cNvPr id="21" name="直接箭头连接符 20"/>
          <p:cNvCxnSpPr/>
          <p:nvPr/>
        </p:nvCxnSpPr>
        <p:spPr>
          <a:xfrm flipH="1" flipV="1">
            <a:off x="7755118" y="3020786"/>
            <a:ext cx="360182" cy="3469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矩形 21"/>
          <p:cNvSpPr/>
          <p:nvPr/>
        </p:nvSpPr>
        <p:spPr>
          <a:xfrm>
            <a:off x="10840100" y="3002680"/>
            <a:ext cx="103621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b="1" dirty="0">
                <a:cs typeface="等线" panose="02010600030101010101" pitchFamily="2" charset="-122"/>
              </a:rPr>
              <a:t>这里需要输入云主机上</a:t>
            </a:r>
            <a:r>
              <a:rPr lang="en-US" altLang="zh-CN" b="1" dirty="0">
                <a:cs typeface="等线" panose="02010600030101010101" pitchFamily="2" charset="-122"/>
              </a:rPr>
              <a:t>root</a:t>
            </a:r>
            <a:r>
              <a:rPr lang="zh-CN" altLang="zh-CN" b="1" dirty="0">
                <a:cs typeface="等线" panose="02010600030101010101" pitchFamily="2" charset="-122"/>
              </a:rPr>
              <a:t>用户的口令。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6050654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/>
              <a:t>可以先在本地写好源程序。之后，</a:t>
            </a:r>
            <a:r>
              <a:rPr lang="en-US" altLang="zh-CN" b="1" dirty="0" err="1"/>
              <a:t>scp</a:t>
            </a:r>
            <a:r>
              <a:rPr lang="zh-CN" altLang="en-US" b="1" dirty="0"/>
              <a:t>把它传上云主机</a:t>
            </a:r>
            <a:r>
              <a:rPr lang="zh-CN" altLang="en-US" b="1" dirty="0" smtClean="0"/>
              <a:t>。</a:t>
            </a:r>
            <a:endParaRPr lang="en-US" altLang="zh-CN" b="1" dirty="0" smtClean="0"/>
          </a:p>
          <a:p>
            <a:endParaRPr lang="en-US" altLang="zh-CN" b="1" dirty="0"/>
          </a:p>
          <a:p>
            <a:r>
              <a:rPr lang="en-US" altLang="zh-CN" b="1" dirty="0" err="1" smtClean="0"/>
              <a:t>ssh</a:t>
            </a:r>
            <a:r>
              <a:rPr lang="zh-CN" altLang="en-US" b="1" dirty="0"/>
              <a:t>远程登录成功后，输入</a:t>
            </a:r>
            <a:r>
              <a:rPr lang="en-US" altLang="zh-CN" b="1" dirty="0" err="1"/>
              <a:t>ubuntu</a:t>
            </a:r>
            <a:r>
              <a:rPr lang="zh-CN" altLang="en-US" b="1" dirty="0"/>
              <a:t>系统的命令，比如</a:t>
            </a:r>
            <a:r>
              <a:rPr lang="en-US" altLang="zh-CN" b="1" dirty="0" err="1"/>
              <a:t>gcc</a:t>
            </a:r>
            <a:r>
              <a:rPr lang="zh-CN" altLang="en-US" b="1" dirty="0"/>
              <a:t>去编译</a:t>
            </a:r>
            <a:r>
              <a:rPr lang="en-US" altLang="zh-CN" b="1" dirty="0"/>
              <a:t>C</a:t>
            </a:r>
            <a:r>
              <a:rPr lang="zh-CN" altLang="en-US" b="1" dirty="0"/>
              <a:t>程序。。。就像本地装的</a:t>
            </a:r>
            <a:r>
              <a:rPr lang="en-US" altLang="zh-CN" b="1" dirty="0"/>
              <a:t>Ubuntu</a:t>
            </a:r>
            <a:r>
              <a:rPr lang="zh-CN" altLang="en-US" b="1" dirty="0"/>
              <a:t>系统一样用。。。</a:t>
            </a:r>
            <a:br>
              <a:rPr lang="zh-CN" altLang="en-US" b="1" dirty="0"/>
            </a:br>
            <a:r>
              <a:rPr lang="zh-CN" altLang="en-US" b="1" dirty="0"/>
              <a:t>实验做完后，</a:t>
            </a:r>
            <a:r>
              <a:rPr lang="en-US" altLang="zh-CN" b="1" dirty="0"/>
              <a:t>logout</a:t>
            </a:r>
            <a:r>
              <a:rPr lang="zh-CN" altLang="en-US" b="1" dirty="0"/>
              <a:t>登出。这就结束了在远程云主机上的操作</a:t>
            </a:r>
            <a:r>
              <a:rPr lang="zh-CN" altLang="en-US" b="1" dirty="0" smtClean="0"/>
              <a:t>。</a:t>
            </a:r>
            <a:endParaRPr lang="en-US" altLang="zh-CN" b="1" dirty="0" smtClean="0"/>
          </a:p>
          <a:p>
            <a:endParaRPr lang="en-US" altLang="zh-CN" b="1" dirty="0" smtClean="0"/>
          </a:p>
          <a:p>
            <a:r>
              <a:rPr lang="zh-CN" altLang="en-US" b="1" dirty="0" smtClean="0"/>
              <a:t>下面</a:t>
            </a:r>
            <a:r>
              <a:rPr lang="zh-CN" altLang="en-US" b="1" dirty="0"/>
              <a:t>，是你在用</a:t>
            </a:r>
            <a:r>
              <a:rPr lang="en-US" altLang="zh-CN" b="1" dirty="0"/>
              <a:t>PowerShell</a:t>
            </a:r>
            <a:r>
              <a:rPr lang="zh-CN" altLang="en-US" b="1" dirty="0"/>
              <a:t>，在本地机上执行命令。用</a:t>
            </a:r>
            <a:r>
              <a:rPr lang="en-US" altLang="zh-CN" b="1" dirty="0" err="1"/>
              <a:t>scp</a:t>
            </a:r>
            <a:r>
              <a:rPr lang="zh-CN" altLang="en-US" b="1" dirty="0"/>
              <a:t>把云主机上的文件传回来。</a:t>
            </a:r>
            <a:br>
              <a:rPr lang="zh-CN" altLang="en-US" b="1" dirty="0"/>
            </a:b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1669786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CAEACE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CAEACE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226</Words>
  <Application>Microsoft Office PowerPoint</Application>
  <PresentationFormat>宽屏</PresentationFormat>
  <Paragraphs>36</Paragraphs>
  <Slides>4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8" baseType="lpstr">
      <vt:lpstr>等线</vt:lpstr>
      <vt:lpstr>等线 Light</vt:lpstr>
      <vt:lpstr>Arial</vt:lpstr>
      <vt:lpstr>Office 主题​​</vt:lpstr>
      <vt:lpstr>云主机的使用</vt:lpstr>
      <vt:lpstr>PowerShell 远程登录、使用云主机</vt:lpstr>
      <vt:lpstr>scp 传文件（不要ssh 远程登录云主机）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邓蓉</dc:creator>
  <cp:lastModifiedBy>邓蓉</cp:lastModifiedBy>
  <cp:revision>6</cp:revision>
  <dcterms:created xsi:type="dcterms:W3CDTF">2021-09-20T22:00:25Z</dcterms:created>
  <dcterms:modified xsi:type="dcterms:W3CDTF">2021-09-20T22:51:27Z</dcterms:modified>
</cp:coreProperties>
</file>
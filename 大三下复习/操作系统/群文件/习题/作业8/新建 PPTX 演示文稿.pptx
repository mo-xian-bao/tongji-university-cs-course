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36625" y="1596390"/>
            <a:ext cx="661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CPU</a:t>
            </a:r>
            <a:endParaRPr lang="en-US" altLang="zh-CN" b="1"/>
          </a:p>
        </p:txBody>
      </p:sp>
      <p:sp>
        <p:nvSpPr>
          <p:cNvPr id="5" name="文本框 4"/>
          <p:cNvSpPr txBox="1"/>
          <p:nvPr/>
        </p:nvSpPr>
        <p:spPr>
          <a:xfrm>
            <a:off x="936625" y="2289175"/>
            <a:ext cx="740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磁盘</a:t>
            </a:r>
            <a:endParaRPr lang="zh-CN" altLang="en-US" b="1"/>
          </a:p>
        </p:txBody>
      </p:sp>
      <p:sp>
        <p:nvSpPr>
          <p:cNvPr id="6" name="矩形 5"/>
          <p:cNvSpPr/>
          <p:nvPr/>
        </p:nvSpPr>
        <p:spPr>
          <a:xfrm>
            <a:off x="2003425" y="1769745"/>
            <a:ext cx="814070" cy="762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817495" y="1769745"/>
            <a:ext cx="814070" cy="762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631565" y="2435225"/>
            <a:ext cx="2414905" cy="762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631565" y="1769745"/>
            <a:ext cx="2413635" cy="762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045200" y="1769745"/>
            <a:ext cx="814070" cy="762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6859270" y="1769745"/>
            <a:ext cx="814070" cy="762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673340" y="1769745"/>
            <a:ext cx="814070" cy="762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9301480" y="1770380"/>
            <a:ext cx="1238885" cy="762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667000" y="1452880"/>
            <a:ext cx="424180" cy="317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/>
              <a:t>t0</a:t>
            </a:r>
            <a:endParaRPr lang="en-US" altLang="zh-CN" sz="1600" b="1"/>
          </a:p>
        </p:txBody>
      </p:sp>
      <p:sp>
        <p:nvSpPr>
          <p:cNvPr id="15" name="文本框 14"/>
          <p:cNvSpPr txBox="1"/>
          <p:nvPr/>
        </p:nvSpPr>
        <p:spPr>
          <a:xfrm>
            <a:off x="3406775" y="1452880"/>
            <a:ext cx="424180" cy="317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/>
              <a:t>t1</a:t>
            </a:r>
            <a:endParaRPr lang="en-US" altLang="zh-CN" sz="1600" b="1"/>
          </a:p>
        </p:txBody>
      </p:sp>
      <p:sp>
        <p:nvSpPr>
          <p:cNvPr id="16" name="文本框 15"/>
          <p:cNvSpPr txBox="1"/>
          <p:nvPr/>
        </p:nvSpPr>
        <p:spPr>
          <a:xfrm>
            <a:off x="5807710" y="1452880"/>
            <a:ext cx="424180" cy="317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/>
              <a:t>t2</a:t>
            </a:r>
            <a:endParaRPr lang="en-US" altLang="zh-CN" sz="1600" b="1"/>
          </a:p>
        </p:txBody>
      </p:sp>
      <p:sp>
        <p:nvSpPr>
          <p:cNvPr id="17" name="文本框 16"/>
          <p:cNvSpPr txBox="1"/>
          <p:nvPr/>
        </p:nvSpPr>
        <p:spPr>
          <a:xfrm>
            <a:off x="6622415" y="1452245"/>
            <a:ext cx="424180" cy="317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/>
              <a:t>t3</a:t>
            </a:r>
            <a:endParaRPr lang="en-US" altLang="zh-CN" sz="1600" b="1"/>
          </a:p>
        </p:txBody>
      </p:sp>
      <p:sp>
        <p:nvSpPr>
          <p:cNvPr id="18" name="文本框 17"/>
          <p:cNvSpPr txBox="1"/>
          <p:nvPr/>
        </p:nvSpPr>
        <p:spPr>
          <a:xfrm>
            <a:off x="7437120" y="1452245"/>
            <a:ext cx="424180" cy="317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/>
              <a:t>t4</a:t>
            </a:r>
            <a:endParaRPr lang="en-US" altLang="zh-CN" sz="1600" b="1"/>
          </a:p>
        </p:txBody>
      </p:sp>
      <p:sp>
        <p:nvSpPr>
          <p:cNvPr id="19" name="文本框 18"/>
          <p:cNvSpPr txBox="1"/>
          <p:nvPr/>
        </p:nvSpPr>
        <p:spPr>
          <a:xfrm>
            <a:off x="8251825" y="1452880"/>
            <a:ext cx="424180" cy="317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/>
              <a:t>t5</a:t>
            </a:r>
            <a:endParaRPr lang="en-US" altLang="zh-CN" sz="1600" b="1"/>
          </a:p>
        </p:txBody>
      </p:sp>
      <p:sp>
        <p:nvSpPr>
          <p:cNvPr id="2" name="矩形 1"/>
          <p:cNvSpPr/>
          <p:nvPr/>
        </p:nvSpPr>
        <p:spPr>
          <a:xfrm>
            <a:off x="8487410" y="1769745"/>
            <a:ext cx="814070" cy="762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9301480" y="2486025"/>
            <a:ext cx="1239520" cy="762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9066530" y="1452245"/>
            <a:ext cx="424180" cy="317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/>
              <a:t>t6</a:t>
            </a:r>
            <a:endParaRPr lang="en-US" altLang="zh-CN" sz="16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WPS 演示</Application>
  <PresentationFormat>宽屏</PresentationFormat>
  <Paragraphs>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maoxingbo</dc:creator>
  <cp:lastModifiedBy>JL</cp:lastModifiedBy>
  <cp:revision>6</cp:revision>
  <dcterms:created xsi:type="dcterms:W3CDTF">2023-08-09T12:44:00Z</dcterms:created>
  <dcterms:modified xsi:type="dcterms:W3CDTF">2025-12-04T05:42:08Z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C5D5D728DD3A4982B973AB9AC59A5955_12</vt:lpwstr>
  </property>
</Properties>
</file>
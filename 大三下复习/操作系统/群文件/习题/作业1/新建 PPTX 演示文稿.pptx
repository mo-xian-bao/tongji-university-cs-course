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58" r:id="rId6"/>
    <p:sldId id="259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51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664970" y="694055"/>
            <a:ext cx="1880870" cy="87947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64970" y="1573530"/>
            <a:ext cx="1880870" cy="7658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代码段</a:t>
            </a:r>
            <a:r>
              <a:rPr lang="en-US" altLang="zh-CN" sz="1400">
                <a:solidFill>
                  <a:schemeClr val="tx1"/>
                </a:solidFill>
              </a:rPr>
              <a:t> (3</a:t>
            </a:r>
            <a:r>
              <a:rPr lang="zh-CN" altLang="en-US" sz="1400">
                <a:solidFill>
                  <a:schemeClr val="tx1"/>
                </a:solidFill>
              </a:rPr>
              <a:t>页</a:t>
            </a:r>
            <a:r>
              <a:rPr lang="en-US" altLang="zh-CN" sz="1400">
                <a:solidFill>
                  <a:schemeClr val="tx1"/>
                </a:solidFill>
              </a:rPr>
              <a:t>))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64970" y="2339340"/>
            <a:ext cx="1880870" cy="6134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数据段</a:t>
            </a:r>
            <a:r>
              <a:rPr lang="en-US" altLang="zh-CN" sz="1400">
                <a:solidFill>
                  <a:schemeClr val="tx1"/>
                </a:solidFill>
              </a:rPr>
              <a:t> (1</a:t>
            </a:r>
            <a:r>
              <a:rPr lang="zh-CN" altLang="en-US" sz="1400">
                <a:solidFill>
                  <a:schemeClr val="tx1"/>
                </a:solidFill>
              </a:rPr>
              <a:t>页</a:t>
            </a:r>
            <a:r>
              <a:rPr lang="en-US" altLang="zh-CN" sz="1400">
                <a:solidFill>
                  <a:schemeClr val="tx1"/>
                </a:solidFill>
              </a:rPr>
              <a:t>)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64970" y="2952750"/>
            <a:ext cx="1880870" cy="59182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BSS (1</a:t>
            </a:r>
            <a:r>
              <a:rPr lang="zh-CN" altLang="en-US" sz="1400">
                <a:solidFill>
                  <a:schemeClr val="tx1"/>
                </a:solidFill>
              </a:rPr>
              <a:t>页</a:t>
            </a:r>
            <a:r>
              <a:rPr lang="en-US" altLang="zh-CN" sz="1400">
                <a:solidFill>
                  <a:schemeClr val="tx1"/>
                </a:solidFill>
              </a:rPr>
              <a:t>)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64970" y="3544570"/>
            <a:ext cx="1880870" cy="6705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64970" y="4215130"/>
            <a:ext cx="1880870" cy="64897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用户栈</a:t>
            </a:r>
            <a:r>
              <a:rPr lang="en-US" altLang="zh-CN" sz="1400">
                <a:solidFill>
                  <a:schemeClr val="tx1"/>
                </a:solidFill>
              </a:rPr>
              <a:t> (2</a:t>
            </a:r>
            <a:r>
              <a:rPr lang="zh-CN" altLang="en-US" sz="1400">
                <a:solidFill>
                  <a:schemeClr val="tx1"/>
                </a:solidFill>
              </a:rPr>
              <a:t>页</a:t>
            </a:r>
            <a:r>
              <a:rPr lang="en-US" altLang="zh-CN" sz="1400">
                <a:solidFill>
                  <a:schemeClr val="tx1"/>
                </a:solidFill>
              </a:rPr>
              <a:t>)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64970" y="4864100"/>
            <a:ext cx="1880870" cy="64897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04925" y="580390"/>
            <a:ext cx="360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1360" y="142811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0x401000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1360" y="219011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0x404000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1360" y="2752090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0x405000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1360" y="336486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0x7FE000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360" y="405066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0x800000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1360" y="469709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0x401000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1360" y="534352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0x401000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09115" y="5772150"/>
            <a:ext cx="159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虚拟地址空间</a:t>
            </a:r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4532630" y="2101215"/>
            <a:ext cx="135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Process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4484370" y="2469515"/>
            <a:ext cx="1448435" cy="105981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p_addr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p_size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P_textp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315710" y="3503930"/>
            <a:ext cx="135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Text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267450" y="3872230"/>
            <a:ext cx="1448435" cy="129222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x_caddr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x_daddr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x_size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x_count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x_ccount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529320" y="1573530"/>
            <a:ext cx="973455" cy="74485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PPDA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502775" y="1573530"/>
            <a:ext cx="960120" cy="3403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User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502775" y="1912620"/>
            <a:ext cx="960120" cy="40132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核心栈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529320" y="2309495"/>
            <a:ext cx="1932940" cy="52260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数据段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529320" y="2832100"/>
            <a:ext cx="1932940" cy="52260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用户栈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529320" y="4389755"/>
            <a:ext cx="1932940" cy="7747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代码段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816975" y="1120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可交换部分</a:t>
            </a: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725535" y="3989705"/>
            <a:ext cx="1540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正文段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62" name="肘形连接符 61"/>
          <p:cNvCxnSpPr/>
          <p:nvPr/>
        </p:nvCxnSpPr>
        <p:spPr>
          <a:xfrm flipV="1">
            <a:off x="5475605" y="1566545"/>
            <a:ext cx="3049905" cy="1124585"/>
          </a:xfrm>
          <a:prstGeom prst="bentConnector3">
            <a:avLst>
              <a:gd name="adj1" fmla="val 5001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/>
          <p:nvPr/>
        </p:nvCxnSpPr>
        <p:spPr>
          <a:xfrm>
            <a:off x="7386320" y="4111625"/>
            <a:ext cx="1139190" cy="288290"/>
          </a:xfrm>
          <a:prstGeom prst="bentConnector3">
            <a:avLst>
              <a:gd name="adj1" fmla="val 5005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肘形连接符 63"/>
          <p:cNvCxnSpPr/>
          <p:nvPr/>
        </p:nvCxnSpPr>
        <p:spPr>
          <a:xfrm>
            <a:off x="5497195" y="3117850"/>
            <a:ext cx="786130" cy="734060"/>
          </a:xfrm>
          <a:prstGeom prst="bentConnector3">
            <a:avLst>
              <a:gd name="adj1" fmla="val 5008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10462895" y="142557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0x800000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0466070" y="2162810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0x801000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466070" y="2691130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0x802000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0466070" y="4296410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0x600000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0466070" y="5002530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0x603000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0460355" y="3227705"/>
            <a:ext cx="943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</a:rPr>
              <a:t>0x804000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805930" y="5735955"/>
            <a:ext cx="1633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物理地址空间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45795" y="1623695"/>
            <a:ext cx="1997710" cy="95821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CPU</a:t>
            </a:r>
            <a:r>
              <a:rPr lang="zh-CN" altLang="en-US" sz="1400">
                <a:solidFill>
                  <a:schemeClr val="tx1"/>
                </a:solidFill>
              </a:rPr>
              <a:t>执行单元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06570" y="1482090"/>
            <a:ext cx="2969895" cy="17760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MMU (</a:t>
            </a:r>
            <a:r>
              <a:rPr lang="zh-CN" altLang="en-US" sz="1400">
                <a:solidFill>
                  <a:schemeClr val="tx1"/>
                </a:solidFill>
              </a:rPr>
              <a:t>内存管理单元</a:t>
            </a:r>
            <a:r>
              <a:rPr lang="en-US" altLang="zh-CN" sz="1400">
                <a:solidFill>
                  <a:schemeClr val="tx1"/>
                </a:solidFill>
              </a:rPr>
              <a:t>)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1. </a:t>
            </a:r>
            <a:r>
              <a:rPr lang="zh-CN" altLang="en-US" sz="1400">
                <a:solidFill>
                  <a:schemeClr val="tx1"/>
                </a:solidFill>
              </a:rPr>
              <a:t>分解地址</a:t>
            </a:r>
            <a:endParaRPr lang="zh-CN" altLang="en-US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 VPN: 0x401  Offset: 0x000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2. </a:t>
            </a:r>
            <a:r>
              <a:rPr lang="zh-CN" altLang="en-US" sz="1400">
                <a:solidFill>
                  <a:schemeClr val="tx1"/>
                </a:solidFill>
              </a:rPr>
              <a:t>查页表</a:t>
            </a:r>
            <a:r>
              <a:rPr lang="en-US" altLang="zh-CN" sz="1400">
                <a:solidFill>
                  <a:schemeClr val="tx1"/>
                </a:solidFill>
              </a:rPr>
              <a:t> (</a:t>
            </a:r>
            <a:r>
              <a:rPr lang="zh-CN" altLang="en-US" sz="1400">
                <a:solidFill>
                  <a:schemeClr val="tx1"/>
                </a:solidFill>
              </a:rPr>
              <a:t>使用</a:t>
            </a:r>
            <a:r>
              <a:rPr lang="en-US" altLang="zh-CN" sz="1400">
                <a:solidFill>
                  <a:schemeClr val="tx1"/>
                </a:solidFill>
              </a:rPr>
              <a:t> VPN=0x401)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 </a:t>
            </a:r>
            <a:r>
              <a:rPr lang="zh-CN" altLang="en-US" sz="1400">
                <a:solidFill>
                  <a:schemeClr val="tx1"/>
                </a:solidFill>
              </a:rPr>
              <a:t>得到</a:t>
            </a:r>
            <a:r>
              <a:rPr lang="en-US" altLang="zh-CN" sz="1400">
                <a:solidFill>
                  <a:schemeClr val="tx1"/>
                </a:solidFill>
              </a:rPr>
              <a:t> PFN = 0x600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3. </a:t>
            </a:r>
            <a:r>
              <a:rPr lang="zh-CN" altLang="en-US" sz="1400">
                <a:solidFill>
                  <a:schemeClr val="tx1"/>
                </a:solidFill>
              </a:rPr>
              <a:t>组合物理地址</a:t>
            </a:r>
            <a:endParaRPr lang="zh-CN" altLang="en-US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PFN + Offset =&gt; 0x600000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76665" y="1623695"/>
            <a:ext cx="2969895" cy="95821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内存总线</a:t>
            </a:r>
            <a:r>
              <a:rPr lang="en-US" altLang="zh-CN" sz="1400">
                <a:solidFill>
                  <a:schemeClr val="tx1"/>
                </a:solidFill>
              </a:rPr>
              <a:t> (Memory Bus)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请求物理地址</a:t>
            </a:r>
            <a:r>
              <a:rPr lang="en-US" altLang="zh-CN" sz="1400">
                <a:solidFill>
                  <a:schemeClr val="tx1"/>
                </a:solidFill>
              </a:rPr>
              <a:t>: 0x600000 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4" idx="3"/>
          </p:cNvCxnSpPr>
          <p:nvPr/>
        </p:nvCxnSpPr>
        <p:spPr>
          <a:xfrm>
            <a:off x="2643505" y="2103120"/>
            <a:ext cx="16300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916555" y="1739265"/>
            <a:ext cx="12274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ym typeface="+mn-ea"/>
              </a:rPr>
              <a:t>逻辑地址</a:t>
            </a:r>
            <a:endParaRPr lang="zh-CN">
              <a:sym typeface="+mn-ea"/>
            </a:endParaRPr>
          </a:p>
          <a:p>
            <a:r>
              <a:rPr lang="en-US" altLang="zh-CN">
                <a:sym typeface="+mn-ea"/>
              </a:rPr>
              <a:t>0x401000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7280910" y="2132330"/>
            <a:ext cx="15627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463155" y="1783715"/>
            <a:ext cx="12274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ym typeface="+mn-ea"/>
              </a:rPr>
              <a:t>物理地址</a:t>
            </a:r>
            <a:endParaRPr lang="zh-CN">
              <a:sym typeface="+mn-ea"/>
            </a:endParaRPr>
          </a:p>
          <a:p>
            <a:r>
              <a:rPr lang="en-US" altLang="zh-CN">
                <a:sym typeface="+mn-ea"/>
              </a:rPr>
              <a:t>0x600000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880610" y="4020820"/>
            <a:ext cx="1770380" cy="4000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现运行进程页表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80610" y="4420870"/>
            <a:ext cx="1770380" cy="4000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80610" y="4820920"/>
            <a:ext cx="1770380" cy="4000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0x600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80610" y="5220970"/>
            <a:ext cx="1770380" cy="4000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80610" y="5621020"/>
            <a:ext cx="1770380" cy="4000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5" idx="2"/>
          </p:cNvCxnSpPr>
          <p:nvPr/>
        </p:nvCxnSpPr>
        <p:spPr>
          <a:xfrm>
            <a:off x="5791835" y="3258185"/>
            <a:ext cx="0" cy="784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231005" y="4879340"/>
            <a:ext cx="6496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0x401</a:t>
            </a:r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682615" y="72263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/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86890" y="27584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bin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32455" y="27584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dev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7050" y="27584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lib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82615" y="27584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home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60235" y="27584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etc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05800" y="27584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usr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10420" y="27584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proc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80635" y="4040505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Tony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412865" y="4040505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Mary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080635" y="4942840"/>
            <a:ext cx="82677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Matrix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85230" y="4942840"/>
            <a:ext cx="1082040" cy="43878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HelloWorld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>
            <a:stCxn id="4" idx="2"/>
            <a:endCxn id="5" idx="0"/>
          </p:cNvCxnSpPr>
          <p:nvPr/>
        </p:nvCxnSpPr>
        <p:spPr>
          <a:xfrm flipH="1">
            <a:off x="2200275" y="1161415"/>
            <a:ext cx="3895725" cy="1597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" idx="2"/>
            <a:endCxn id="6" idx="0"/>
          </p:cNvCxnSpPr>
          <p:nvPr/>
        </p:nvCxnSpPr>
        <p:spPr>
          <a:xfrm flipH="1">
            <a:off x="3545840" y="1161415"/>
            <a:ext cx="2550160" cy="1597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4" idx="2"/>
            <a:endCxn id="7" idx="0"/>
          </p:cNvCxnSpPr>
          <p:nvPr/>
        </p:nvCxnSpPr>
        <p:spPr>
          <a:xfrm flipH="1">
            <a:off x="4750435" y="1161415"/>
            <a:ext cx="1345565" cy="1597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4" idx="2"/>
            <a:endCxn id="8" idx="0"/>
          </p:cNvCxnSpPr>
          <p:nvPr/>
        </p:nvCxnSpPr>
        <p:spPr>
          <a:xfrm>
            <a:off x="6096000" y="1161415"/>
            <a:ext cx="0" cy="1597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9" idx="0"/>
          </p:cNvCxnSpPr>
          <p:nvPr/>
        </p:nvCxnSpPr>
        <p:spPr>
          <a:xfrm>
            <a:off x="6062345" y="1153795"/>
            <a:ext cx="1311275" cy="16046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10" idx="0"/>
          </p:cNvCxnSpPr>
          <p:nvPr/>
        </p:nvCxnSpPr>
        <p:spPr>
          <a:xfrm>
            <a:off x="6091555" y="1132205"/>
            <a:ext cx="2627630" cy="1626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1" idx="0"/>
          </p:cNvCxnSpPr>
          <p:nvPr/>
        </p:nvCxnSpPr>
        <p:spPr>
          <a:xfrm>
            <a:off x="6106160" y="1161415"/>
            <a:ext cx="4017645" cy="1597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8" idx="2"/>
            <a:endCxn id="13" idx="0"/>
          </p:cNvCxnSpPr>
          <p:nvPr/>
        </p:nvCxnSpPr>
        <p:spPr>
          <a:xfrm flipH="1">
            <a:off x="5494020" y="3197225"/>
            <a:ext cx="601980" cy="843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4" idx="0"/>
          </p:cNvCxnSpPr>
          <p:nvPr/>
        </p:nvCxnSpPr>
        <p:spPr>
          <a:xfrm>
            <a:off x="6106160" y="3209290"/>
            <a:ext cx="720090" cy="831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2"/>
            <a:endCxn id="15" idx="0"/>
          </p:cNvCxnSpPr>
          <p:nvPr/>
        </p:nvCxnSpPr>
        <p:spPr>
          <a:xfrm>
            <a:off x="5494020" y="4479290"/>
            <a:ext cx="0" cy="463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4" idx="2"/>
            <a:endCxn id="16" idx="0"/>
          </p:cNvCxnSpPr>
          <p:nvPr/>
        </p:nvCxnSpPr>
        <p:spPr>
          <a:xfrm>
            <a:off x="6826250" y="4479290"/>
            <a:ext cx="0" cy="463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539240" y="170434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标准输入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9240" y="207200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39240" y="243967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标准错误输出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39240" y="280733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39240" y="317500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39240" y="3909695"/>
            <a:ext cx="1708785" cy="7429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39240" y="465264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52645" y="2592705"/>
            <a:ext cx="1647825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f_flag(O_RDONLY)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f_count(1)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f_offset(0)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483475" y="2592705"/>
            <a:ext cx="1823720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文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件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“foobar.txt”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0780" y="170434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1160780" y="207137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1160780" y="2439035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793115" y="2807335"/>
            <a:ext cx="74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fd1=3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1160780" y="3175635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061720" y="4646930"/>
            <a:ext cx="477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14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1539240" y="354647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160780" y="354711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>
            <a:off x="4858385" y="2224405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7842250" y="2247900"/>
            <a:ext cx="110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Inode</a:t>
            </a:r>
            <a:endParaRPr lang="en-US" altLang="zh-CN"/>
          </a:p>
        </p:txBody>
      </p:sp>
      <p:cxnSp>
        <p:nvCxnSpPr>
          <p:cNvPr id="34" name="肘形连接符 33"/>
          <p:cNvCxnSpPr/>
          <p:nvPr/>
        </p:nvCxnSpPr>
        <p:spPr>
          <a:xfrm flipV="1">
            <a:off x="2445385" y="2600325"/>
            <a:ext cx="2207260" cy="391160"/>
          </a:xfrm>
          <a:prstGeom prst="bentConnector3">
            <a:avLst>
              <a:gd name="adj1" fmla="val 5002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 flipV="1">
            <a:off x="5371465" y="2600325"/>
            <a:ext cx="2099310" cy="804545"/>
          </a:xfrm>
          <a:prstGeom prst="bentConnector3">
            <a:avLst>
              <a:gd name="adj1" fmla="val 5003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539240" y="170434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标准输入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9240" y="207200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39240" y="243967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标准错误输出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39240" y="280733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39240" y="317500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39240" y="3909695"/>
            <a:ext cx="1708785" cy="7429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39240" y="465264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52645" y="1558290"/>
            <a:ext cx="1647825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f_flag(O_RDONLY)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f_count(1)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f_offset(0)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590790" y="2715260"/>
            <a:ext cx="1823720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文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件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“foobar.txt”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0780" y="170434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1160780" y="207137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1160780" y="2439035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793115" y="2807335"/>
            <a:ext cx="74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fd1=3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793750" y="3175635"/>
            <a:ext cx="74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fd2=4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061720" y="4646930"/>
            <a:ext cx="477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14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1539240" y="354647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160780" y="354711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>
            <a:off x="4858385" y="1189990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7949565" y="2370455"/>
            <a:ext cx="110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Inode</a:t>
            </a:r>
            <a:endParaRPr lang="en-US" altLang="zh-CN"/>
          </a:p>
        </p:txBody>
      </p:sp>
      <p:cxnSp>
        <p:nvCxnSpPr>
          <p:cNvPr id="34" name="肘形连接符 33"/>
          <p:cNvCxnSpPr/>
          <p:nvPr/>
        </p:nvCxnSpPr>
        <p:spPr>
          <a:xfrm flipV="1">
            <a:off x="2445385" y="1565910"/>
            <a:ext cx="2167255" cy="142557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>
            <a:off x="5417185" y="2370455"/>
            <a:ext cx="2145665" cy="368300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652645" y="3773170"/>
            <a:ext cx="1647825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f_flag(O_RDONLY)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f_count(1)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f_offset(0)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8385" y="3404870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cxnSp>
        <p:nvCxnSpPr>
          <p:cNvPr id="4" name="肘形连接符 3"/>
          <p:cNvCxnSpPr/>
          <p:nvPr/>
        </p:nvCxnSpPr>
        <p:spPr>
          <a:xfrm>
            <a:off x="2436495" y="3366770"/>
            <a:ext cx="2183765" cy="414020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/>
          <p:nvPr/>
        </p:nvCxnSpPr>
        <p:spPr>
          <a:xfrm flipV="1">
            <a:off x="5417185" y="2884170"/>
            <a:ext cx="2145665" cy="172402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539240" y="170434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标准输入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9240" y="207200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39240" y="243967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标准错误输出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39240" y="280733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39240" y="317500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39240" y="3909695"/>
            <a:ext cx="1708785" cy="7429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39240" y="465264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52645" y="1558290"/>
            <a:ext cx="1647825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f_flag(O_RDONLY)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f_count(1)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 b="1">
                <a:solidFill>
                  <a:schemeClr val="tx1"/>
                </a:solidFill>
                <a:sym typeface="+mn-ea"/>
              </a:rPr>
              <a:t>f_offset(1)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590790" y="2715260"/>
            <a:ext cx="1823720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文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件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“foobar.txt”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0780" y="170434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1160780" y="207137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1160780" y="2439035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793115" y="2807335"/>
            <a:ext cx="74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fd1=3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793750" y="3175635"/>
            <a:ext cx="74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fd2=4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061720" y="4646930"/>
            <a:ext cx="477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14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1539240" y="354647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160780" y="354711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>
            <a:off x="4858385" y="1189990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7949565" y="2370455"/>
            <a:ext cx="110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Inode</a:t>
            </a:r>
            <a:endParaRPr lang="en-US" altLang="zh-CN"/>
          </a:p>
        </p:txBody>
      </p:sp>
      <p:cxnSp>
        <p:nvCxnSpPr>
          <p:cNvPr id="34" name="肘形连接符 33"/>
          <p:cNvCxnSpPr/>
          <p:nvPr/>
        </p:nvCxnSpPr>
        <p:spPr>
          <a:xfrm flipV="1">
            <a:off x="2445385" y="1565910"/>
            <a:ext cx="2167255" cy="142557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>
            <a:off x="5417185" y="2370455"/>
            <a:ext cx="2145665" cy="368300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652645" y="3773170"/>
            <a:ext cx="1647825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f_flag(O_RDONLY)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f_count(1)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f_offset(0)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8385" y="3404870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cxnSp>
        <p:nvCxnSpPr>
          <p:cNvPr id="4" name="肘形连接符 3"/>
          <p:cNvCxnSpPr/>
          <p:nvPr/>
        </p:nvCxnSpPr>
        <p:spPr>
          <a:xfrm>
            <a:off x="2436495" y="3366770"/>
            <a:ext cx="2183765" cy="414020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/>
          <p:nvPr/>
        </p:nvCxnSpPr>
        <p:spPr>
          <a:xfrm flipV="1">
            <a:off x="5417185" y="2884170"/>
            <a:ext cx="2145665" cy="172402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539240" y="170434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标准输入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9240" y="207200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39240" y="243967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标准错误输出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39240" y="280733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39240" y="3175000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39240" y="3909695"/>
            <a:ext cx="1708785" cy="7429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39240" y="465264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52645" y="1558290"/>
            <a:ext cx="1647825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f_flag(O_RDONLY)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f_count(1)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f_offset(1)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590790" y="2715260"/>
            <a:ext cx="1823720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文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件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“foobar.txt”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0780" y="170434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1160780" y="207137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1160780" y="2439035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793115" y="2807335"/>
            <a:ext cx="74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fd1=3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793750" y="3175635"/>
            <a:ext cx="74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fd2=4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061720" y="4646930"/>
            <a:ext cx="477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14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1539240" y="3546475"/>
            <a:ext cx="1708785" cy="3676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160780" y="3547110"/>
            <a:ext cx="37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>
            <a:off x="4858385" y="1189990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7949565" y="2370455"/>
            <a:ext cx="110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Inode</a:t>
            </a:r>
            <a:endParaRPr lang="en-US" altLang="zh-CN"/>
          </a:p>
        </p:txBody>
      </p:sp>
      <p:cxnSp>
        <p:nvCxnSpPr>
          <p:cNvPr id="34" name="肘形连接符 33"/>
          <p:cNvCxnSpPr/>
          <p:nvPr/>
        </p:nvCxnSpPr>
        <p:spPr>
          <a:xfrm flipV="1">
            <a:off x="2445385" y="1565910"/>
            <a:ext cx="2167255" cy="142557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>
            <a:off x="5417185" y="2370455"/>
            <a:ext cx="2145665" cy="368300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652645" y="3773170"/>
            <a:ext cx="1647825" cy="13944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f_flag(O_RDONLY)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f_count(1)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f_inode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400" b="1">
                <a:solidFill>
                  <a:schemeClr val="tx1"/>
                </a:solidFill>
                <a:sym typeface="+mn-ea"/>
              </a:rPr>
              <a:t>f_offset(1)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8385" y="3404870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cxnSp>
        <p:nvCxnSpPr>
          <p:cNvPr id="4" name="肘形连接符 3"/>
          <p:cNvCxnSpPr/>
          <p:nvPr/>
        </p:nvCxnSpPr>
        <p:spPr>
          <a:xfrm>
            <a:off x="2436495" y="3366770"/>
            <a:ext cx="2183765" cy="414020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/>
          <p:nvPr/>
        </p:nvCxnSpPr>
        <p:spPr>
          <a:xfrm flipV="1">
            <a:off x="5417185" y="2884170"/>
            <a:ext cx="2145665" cy="172402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WPS 演示</Application>
  <PresentationFormat>宽屏</PresentationFormat>
  <Paragraphs>283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6</cp:revision>
  <dcterms:created xsi:type="dcterms:W3CDTF">2023-08-09T12:44:00Z</dcterms:created>
  <dcterms:modified xsi:type="dcterms:W3CDTF">2025-10-19T06:10:38Z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D60114686B4E43E7899C915C67D93592_12</vt:lpwstr>
  </property>
</Properties>
</file>
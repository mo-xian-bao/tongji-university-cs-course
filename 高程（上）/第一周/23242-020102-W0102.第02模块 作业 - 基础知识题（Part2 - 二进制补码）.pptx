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9" r:id="rId3"/>
    <p:sldId id="1237" r:id="rId4"/>
    <p:sldId id="492" r:id="rId6"/>
    <p:sldId id="517" r:id="rId7"/>
    <p:sldId id="518" r:id="rId8"/>
    <p:sldId id="521" r:id="rId9"/>
    <p:sldId id="522" r:id="rId10"/>
    <p:sldId id="523" r:id="rId11"/>
    <p:sldId id="525" r:id="rId12"/>
    <p:sldId id="527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95" d="100"/>
          <a:sy n="95" d="100"/>
        </p:scale>
        <p:origin x="1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不允许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网上提交本次作业（在“文档作业”中提交），交作业方法见问卷调查</a:t>
            </a:r>
            <a:endParaRPr lang="en-US" altLang="zh-CN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92350" y="4200311"/>
            <a:ext cx="8303692" cy="5847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zh-CN" sz="1600" b="1" dirty="0">
                <a:solidFill>
                  <a:srgbClr val="0000CC"/>
                </a:solidFill>
                <a:latin typeface="+mn-ea"/>
              </a:rPr>
              <a:t>注：因为前几周周三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/</a:t>
            </a:r>
            <a:r>
              <a:rPr lang="zh-CN" altLang="zh-CN" sz="1600" b="1" dirty="0">
                <a:solidFill>
                  <a:srgbClr val="0000CC"/>
                </a:solidFill>
                <a:latin typeface="+mn-ea"/>
              </a:rPr>
              <a:t>周五均上课，因此作业为周五布置，下周四截止</a:t>
            </a:r>
            <a:endParaRPr lang="zh-CN" altLang="zh-CN" sz="1600" dirty="0">
              <a:solidFill>
                <a:srgbClr val="0000CC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lang="zh-CN" altLang="zh-CN" sz="1600" b="1" dirty="0">
                <a:solidFill>
                  <a:srgbClr val="0000CC"/>
                </a:solidFill>
                <a:latin typeface="+mn-ea"/>
              </a:rPr>
              <a:t>后续仅理论课上课后，作业布置及截止时间可能会调整，具体看每次作业要求</a:t>
            </a:r>
            <a:endParaRPr lang="zh-CN" altLang="zh-CN" sz="1600" dirty="0">
              <a:solidFill>
                <a:srgbClr val="0000C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A.-108  </a:t>
            </a:r>
            <a:r>
              <a:rPr lang="zh-CN" altLang="zh-CN" sz="1600" b="1" dirty="0">
                <a:latin typeface="+mn-ea"/>
              </a:rPr>
              <a:t>（假设为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zh-CN" sz="1600" b="1" dirty="0">
                <a:latin typeface="+mn-ea"/>
              </a:rPr>
              <a:t>字节整数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其中进制互转部分，直接写答案即可，不需要竖式除法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按权展开相加，下同</a:t>
            </a:r>
            <a:r>
              <a:rPr lang="zh-CN" altLang="zh-CN" sz="1600" b="1" dirty="0">
                <a:latin typeface="+mn-ea"/>
              </a:rPr>
              <a:t>）</a:t>
            </a:r>
            <a:endParaRPr lang="zh-CN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177" y="2279804"/>
            <a:ext cx="8547539" cy="1276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B.-219  </a:t>
            </a:r>
            <a:r>
              <a:rPr lang="zh-CN" altLang="zh-CN" sz="1600" b="1" dirty="0">
                <a:latin typeface="+mn-ea"/>
              </a:rPr>
              <a:t>（假设为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zh-CN" sz="1600" b="1" dirty="0">
                <a:latin typeface="+mn-ea"/>
              </a:rPr>
              <a:t>字节整数）</a:t>
            </a:r>
            <a:endParaRPr lang="zh-CN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467" y="2491104"/>
            <a:ext cx="8728196" cy="14299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C.-219  </a:t>
            </a:r>
            <a:r>
              <a:rPr lang="zh-CN" altLang="zh-CN" sz="1600" b="1" dirty="0">
                <a:latin typeface="+mn-ea"/>
              </a:rPr>
              <a:t>（假设为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zh-CN" sz="1600" b="1" dirty="0">
                <a:latin typeface="+mn-ea"/>
              </a:rPr>
              <a:t>字节整数）</a:t>
            </a:r>
            <a:endParaRPr lang="zh-CN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261" y="2727846"/>
            <a:ext cx="10083041" cy="1402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本人学号逆序后取最多五位对应的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型十进制负数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（例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1234567 =&gt; -76543 / 1234050 =&gt; -50432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581028" y="3807706"/>
            <a:ext cx="242047" cy="2533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2590165"/>
            <a:ext cx="10135870" cy="1470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A.1101 1011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164" y="2810042"/>
            <a:ext cx="9973235" cy="1237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B.1101 1011 1001 0110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55" y="2830167"/>
            <a:ext cx="9778253" cy="1197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C.1101 1011 1001 0110 0101 1010 1101 0110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5" y="2806919"/>
            <a:ext cx="10006853" cy="12441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本人学号逆序后取最多五位对应的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型十进制负数的二进制补码形式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1.D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的结果直接当本题初始数据即可）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2391410"/>
            <a:ext cx="10072370" cy="14554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1793</Words>
  <Application>WPS 演示</Application>
  <PresentationFormat>宽屏</PresentationFormat>
  <Paragraphs>80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146</cp:revision>
  <dcterms:created xsi:type="dcterms:W3CDTF">2020-08-13T13:39:00Z</dcterms:created>
  <dcterms:modified xsi:type="dcterms:W3CDTF">2024-03-05T09:07:11Z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BD64DDC4380448A2B40CEDE12F9B5C91_12</vt:lpwstr>
  </property>
  <property fmtid="{D5CDD505-2E9C-101B-9397-08002B2CF9AE}" pid="3" name="KSOProductBuildVer">
    <vt:lpwstr>2052-12.1.0.16388</vt:lpwstr>
  </property>
</Properties>
</file>
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449" r:id="rId2"/>
    <p:sldId id="1237" r:id="rId3"/>
    <p:sldId id="1238" r:id="rId4"/>
    <p:sldId id="528" r:id="rId5"/>
    <p:sldId id="529" r:id="rId6"/>
    <p:sldId id="530" r:id="rId7"/>
    <p:sldId id="1239" r:id="rId8"/>
    <p:sldId id="532" r:id="rId9"/>
    <p:sldId id="124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86486" autoAdjust="0"/>
  </p:normalViewPr>
  <p:slideViewPr>
    <p:cSldViewPr snapToGrid="0">
      <p:cViewPr varScale="1">
        <p:scale>
          <a:sx n="95" d="100"/>
          <a:sy n="95" d="100"/>
        </p:scale>
        <p:origin x="1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§2.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4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A."\</a:t>
            </a:r>
            <a:r>
              <a:rPr lang="en-US" altLang="zh-CN" sz="1600" b="1" dirty="0" err="1">
                <a:latin typeface="+mn-ea"/>
              </a:rPr>
              <a:t>bvt</a:t>
            </a:r>
            <a:r>
              <a:rPr lang="en-US" altLang="zh-CN" sz="1600" b="1" dirty="0">
                <a:latin typeface="+mn-ea"/>
              </a:rPr>
              <a:t>\\t\</a:t>
            </a:r>
            <a:r>
              <a:rPr lang="en-US" altLang="zh-CN" sz="1600" b="1" dirty="0" err="1">
                <a:latin typeface="+mn-ea"/>
              </a:rPr>
              <a:t>nc</a:t>
            </a:r>
            <a:r>
              <a:rPr lang="en-US" altLang="zh-CN" sz="1600" b="1" dirty="0">
                <a:latin typeface="+mn-ea"/>
              </a:rPr>
              <a:t>\4391\x3fs\2a\"\r\v\\a\f“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3619E-C145-4D59-92F7-04BFAB68D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4" y="1081263"/>
            <a:ext cx="5105400" cy="47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058" name="图片 2057">
            <a:extLst>
              <a:ext uri="{FF2B5EF4-FFF2-40B4-BE49-F238E27FC236}">
                <a16:creationId xmlns:a16="http://schemas.microsoft.com/office/drawing/2014/main" id="{4DAEBEE5-3FBD-A378-43F7-D9F1431E7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5" y="2409405"/>
            <a:ext cx="9011113" cy="17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7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B."</a:t>
            </a:r>
            <a:r>
              <a:rPr lang="pt-BR" altLang="zh-CN" sz="1600" b="1" dirty="0">
                <a:latin typeface="+mn-ea"/>
              </a:rPr>
              <a:t>\18\x2e\43\x8x\596\x6a\010\xd5\231\xe3\1325\x6c</a:t>
            </a:r>
            <a:r>
              <a:rPr lang="en-US" altLang="zh-CN" sz="1600" b="1" dirty="0">
                <a:latin typeface="+mn-ea"/>
              </a:rPr>
              <a:t>"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6F3619E-C145-4D59-92F7-04BFAB68DAA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14" y="1081263"/>
            <a:ext cx="5105400" cy="476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13FBF95-065C-DED4-06DD-2088EE3BA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44" y="2814661"/>
            <a:ext cx="9902639" cy="89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32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个，则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不报错，后面的数算作另外的字符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≤3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个但超出上限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377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，则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报错：对字符来说太大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编译提示中的那个数字是怎么来的？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由超过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377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的转义符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后的合法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位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进制数转换的十进制数。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284 =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434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）</a:t>
            </a:r>
            <a:r>
              <a:rPr kumimoji="1" lang="en-US" altLang="zh-CN" sz="12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8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E7EA3B-20CD-4F30-9C78-438C56EDDA9A}"/>
              </a:ext>
            </a:extLst>
          </p:cNvPr>
          <p:cNvSpPr/>
          <p:nvPr/>
        </p:nvSpPr>
        <p:spPr bwMode="auto">
          <a:xfrm>
            <a:off x="9407236" y="5971309"/>
            <a:ext cx="1432214" cy="5628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认真阅读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课件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P.32-37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E59B50-7369-416C-BAA0-96CC478E6C66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("\23456f")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("\43456f")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327307-A5E3-2317-5A30-A5FC88F3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674" y="2589867"/>
            <a:ext cx="4721958" cy="25415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02C5EE-A480-EF9B-E766-732054EB0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551" y="5207768"/>
            <a:ext cx="2152761" cy="2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3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\x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后的合法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个，则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将后面的数一起算为同一个十六进制数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编译提示中的那个数值是怎么来的？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  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由转义符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\x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后的超过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2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位的合法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+mn-ea"/>
              </a:rPr>
              <a:t>16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+mn-ea"/>
              </a:rPr>
              <a:t>进制数转换的十进制数。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 564 = 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kumimoji="1" lang="en-US" altLang="zh-CN" sz="1600" b="1" u="sng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234</a:t>
            </a:r>
            <a:r>
              <a:rPr kumimoji="1" lang="zh-CN" altLang="en-US" sz="1600" b="1" u="sng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）</a:t>
            </a:r>
            <a:r>
              <a:rPr kumimoji="1" lang="en-US" altLang="zh-CN" sz="1200" b="1" u="sng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16</a:t>
            </a:r>
            <a:endParaRPr kumimoji="1" lang="en-US" altLang="zh-CN" sz="1600" b="1" u="sng" dirty="0">
              <a:solidFill>
                <a:schemeClr val="accent2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、综合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CD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，在用转义符表示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8/16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进制时，超过限定的长度的错误处理是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不一致 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不一致）的。</a:t>
            </a:r>
            <a:endParaRPr lang="en-US" altLang="zh-CN" sz="1600" b="1" dirty="0"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E7EA3B-20CD-4F30-9C78-438C56EDDA9A}"/>
              </a:ext>
            </a:extLst>
          </p:cNvPr>
          <p:cNvSpPr/>
          <p:nvPr/>
        </p:nvSpPr>
        <p:spPr bwMode="auto">
          <a:xfrm>
            <a:off x="10435936" y="6025919"/>
            <a:ext cx="1432214" cy="56284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认真阅读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课件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P.32-37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E59B50-7369-416C-BAA0-96CC478E6C66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("\x23")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("\x234")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EB004B-5588-CE97-DD33-1281C0AFD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867" y="2597569"/>
            <a:ext cx="5226319" cy="25337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6E44F84-C755-37C9-E041-C88D520F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323" y="5208353"/>
            <a:ext cx="2190863" cy="266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81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后直接跟非法的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进制，则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不报错并输出结果，但会有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warning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：不可识别的字符转义序列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、对两个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的输出结果进行分析（合理猜测）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两个</a:t>
            </a:r>
            <a:r>
              <a:rPr kumimoji="1" lang="en-US" altLang="zh-CN" sz="1600" b="1" dirty="0" err="1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的输出均为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4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。猜测当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\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后直接跟非法的八进制数时，系统直接将“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\9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”等价为“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9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”，</a:t>
            </a:r>
            <a:endParaRPr kumimoji="1" lang="en-US" altLang="zh-CN" sz="1600" b="1" dirty="0">
              <a:solidFill>
                <a:schemeClr val="accent2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将“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\*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”等价为“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*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”。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6C09C-6EC8-462E-A324-6356C589E965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("\9876")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("\*321")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6384892-CCD9-2D59-07A2-25C6DACDC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880" y="1937313"/>
            <a:ext cx="5048509" cy="233692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DF947F4-1CDE-568F-5801-D2A48DAAD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32" y="4380580"/>
            <a:ext cx="4991357" cy="34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4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、求出下列字符串的长度（要求仿照图例标出具体的字符分解）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F.</a:t>
            </a:r>
            <a:r>
              <a:rPr lang="zh-CN" altLang="en-US" sz="1600" b="1" dirty="0">
                <a:latin typeface="+mn-ea"/>
              </a:rPr>
              <a:t>运行上面的程序，贴含本人学号的源程序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编译器的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错误信息截图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观察编译信息，得到结论如下：</a:t>
            </a:r>
            <a:endParaRPr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、转义符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\x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后直接跟非法的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进制，则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 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报错：无效的十六进制数、整数文本必须至少具有一位数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 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、综合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，在用转义符表示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8/16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进制时，直接跟非法字符的错误处理是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 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不一致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（一致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不一致）的。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16C09C-6EC8-462E-A324-6356C589E965}"/>
              </a:ext>
            </a:extLst>
          </p:cNvPr>
          <p:cNvSpPr/>
          <p:nvPr/>
        </p:nvSpPr>
        <p:spPr bwMode="auto">
          <a:xfrm>
            <a:off x="592114" y="1081262"/>
            <a:ext cx="10247336" cy="261790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"1234567"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此处必须改为你的学号，否则本作业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分（后续含学号的所有作业要求相同）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("\xg231")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("\x*231")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0B9ED3-3558-4F52-36AA-5F111467C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225" y="1490874"/>
            <a:ext cx="5219968" cy="23813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A5DFEAA-FA84-3ABC-33E6-4C106F8C0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7872" y="3911020"/>
            <a:ext cx="2362321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52408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1003</TotalTime>
  <Words>1258</Words>
  <Application>Microsoft Office PowerPoint</Application>
  <PresentationFormat>宽屏</PresentationFormat>
  <Paragraphs>171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宋体</vt:lpstr>
      <vt:lpstr>Arial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星博 毛</cp:lastModifiedBy>
  <cp:revision>146</cp:revision>
  <dcterms:created xsi:type="dcterms:W3CDTF">2020-08-13T13:39:53Z</dcterms:created>
  <dcterms:modified xsi:type="dcterms:W3CDTF">2024-03-09T02:32:14Z</dcterms:modified>
</cp:coreProperties>
</file>
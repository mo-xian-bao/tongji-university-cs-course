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985" y="2284095"/>
            <a:ext cx="8815705" cy="1548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" y="2250440"/>
            <a:ext cx="10483850" cy="1788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95" y="1814195"/>
            <a:ext cx="11229975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染墨相思</cp:lastModifiedBy>
  <cp:revision>4</cp:revision>
  <dcterms:created xsi:type="dcterms:W3CDTF">2023-08-09T12:44:00Z</dcterms:created>
  <dcterms:modified xsi:type="dcterms:W3CDTF">2024-11-22T16:57:30Z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2052-12.1.0.19199</vt:lpwstr>
  </property>
</Properties>
</file>
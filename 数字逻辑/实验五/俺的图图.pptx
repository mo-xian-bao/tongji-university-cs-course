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85" r:id="rId34"/>
    <p:sldId id="273" r:id="rId35"/>
    <p:sldId id="274" r:id="rId36"/>
    <p:sldId id="275" r:id="rId37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320" y="737870"/>
            <a:ext cx="8086725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932430" cy="2198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976880" cy="2232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929255" cy="2196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96235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785" y="52070"/>
            <a:ext cx="2999105" cy="2248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740025" cy="2054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012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740025" cy="2054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045" y="257175"/>
            <a:ext cx="9439275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332990" cy="1749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3133090" cy="2348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570480" cy="1927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44800" cy="2132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370455" cy="17773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6264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3591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820" y="2295525"/>
            <a:ext cx="8467725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744470" cy="20580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103120" cy="1576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053590" cy="1539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3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673985" cy="20046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3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75" y="0"/>
            <a:ext cx="2487930" cy="18649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3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376805" cy="17818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4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102485" cy="15767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09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1896110" cy="14217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0" y="1356995"/>
            <a:ext cx="842010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259330" cy="16941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392680" cy="1793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87930" cy="18649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667000" cy="19996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21305" cy="21151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46634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017520" y="508000"/>
            <a:ext cx="2097405" cy="27984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4102117302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0"/>
            <a:ext cx="2873375" cy="21545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染墨相思</cp:lastModifiedBy>
  <cp:revision>3</cp:revision>
  <dcterms:created xsi:type="dcterms:W3CDTF">2023-08-09T12:44:00Z</dcterms:created>
  <dcterms:modified xsi:type="dcterms:W3CDTF">2024-10-21T09:31:37Z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
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914400"/>
            <a:ext cx="108585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121650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91471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91471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91471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520" y="0"/>
            <a:ext cx="51409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520" y="0"/>
            <a:ext cx="51409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91471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520" y="0"/>
            <a:ext cx="51409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7439660" y="560070"/>
            <a:ext cx="1786890" cy="2383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7475220" y="565150"/>
            <a:ext cx="175641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7501255" y="568960"/>
            <a:ext cx="1734185" cy="23133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6504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7501255" y="568960"/>
            <a:ext cx="1734185" cy="23133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1219200"/>
            <a:ext cx="9505950" cy="4419600"/>
          </a:xfrm>
          <a:prstGeom prst="rect">
            <a:avLst/>
          </a:prstGeom>
        </p:spPr>
      </p:pic>
      <p:pic>
        <p:nvPicPr>
          <p:cNvPr id="7" name="图片 6" descr="微信图片_20241012170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680" y="614680"/>
            <a:ext cx="2792095" cy="20935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086985"/>
            <a:ext cx="2361565" cy="17710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184775"/>
            <a:ext cx="2231390" cy="1673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221605"/>
            <a:ext cx="2182495" cy="16363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132070"/>
            <a:ext cx="2301875" cy="17259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325110"/>
            <a:ext cx="2044065" cy="15328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494655"/>
            <a:ext cx="1818005" cy="13633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339715"/>
            <a:ext cx="2025015" cy="15182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473700"/>
            <a:ext cx="1845945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微信图片_202410121701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5235575"/>
            <a:ext cx="2163445" cy="16224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0" y="1299845"/>
            <a:ext cx="9334500" cy="42576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495" y="1095375"/>
            <a:ext cx="9858375" cy="46672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染墨相思</cp:lastModifiedBy>
  <cp:revision>5</cp:revision>
  <dcterms:created xsi:type="dcterms:W3CDTF">2023-08-09T12:44:00Z</dcterms:created>
  <dcterms:modified xsi:type="dcterms:W3CDTF">2024-10-13T03:58:21Z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
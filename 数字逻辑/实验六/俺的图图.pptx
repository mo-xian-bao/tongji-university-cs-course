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67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0" y="2305050"/>
            <a:ext cx="723900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40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404110" cy="1802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40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496185" cy="18713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401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830830" cy="2122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401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680970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3575" y="2324100"/>
            <a:ext cx="832485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4012"/>
          <p:cNvPicPr>
            <a:picLocks noChangeAspect="1"/>
          </p:cNvPicPr>
          <p:nvPr/>
        </p:nvPicPr>
        <p:blipFill>
          <a:blip r:embed="rId1"/>
          <a:srcRect l="521" b="10806"/>
          <a:stretch>
            <a:fillRect/>
          </a:stretch>
        </p:blipFill>
        <p:spPr>
          <a:xfrm>
            <a:off x="1569720" y="0"/>
            <a:ext cx="2996565" cy="2014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4013"/>
          <p:cNvPicPr>
            <a:picLocks noChangeAspect="1"/>
          </p:cNvPicPr>
          <p:nvPr/>
        </p:nvPicPr>
        <p:blipFill>
          <a:blip r:embed="rId1"/>
          <a:srcRect t="7000" r="1493" b="10806"/>
          <a:stretch>
            <a:fillRect/>
          </a:stretch>
        </p:blipFill>
        <p:spPr>
          <a:xfrm>
            <a:off x="1522095" y="480060"/>
            <a:ext cx="2736850" cy="1711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40131"/>
          <p:cNvPicPr>
            <a:picLocks noChangeAspect="1"/>
          </p:cNvPicPr>
          <p:nvPr/>
        </p:nvPicPr>
        <p:blipFill>
          <a:blip r:embed="rId1"/>
          <a:srcRect l="5498" b="13074"/>
          <a:stretch>
            <a:fillRect/>
          </a:stretch>
        </p:blipFill>
        <p:spPr>
          <a:xfrm>
            <a:off x="2014220" y="0"/>
            <a:ext cx="2687320" cy="1851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1640132"/>
          <p:cNvPicPr>
            <a:picLocks noChangeAspect="1"/>
          </p:cNvPicPr>
          <p:nvPr/>
        </p:nvPicPr>
        <p:blipFill>
          <a:blip r:embed="rId1"/>
          <a:srcRect l="3603" t="12944" r="2707" b="12639"/>
          <a:stretch>
            <a:fillRect/>
          </a:stretch>
        </p:blipFill>
        <p:spPr>
          <a:xfrm>
            <a:off x="1851660" y="939165"/>
            <a:ext cx="254254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2190750"/>
            <a:ext cx="82677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410282011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766060" cy="20739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41028201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459355" cy="1844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410282011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567940" cy="1925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410282012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755900" cy="20662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4102820115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484755" cy="18630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4102820115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596515" cy="194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微信图片_2024102820115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530475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20115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653030" cy="19894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82012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653030" cy="19894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945" y="2395220"/>
            <a:ext cx="11711940" cy="1838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染墨相思</cp:lastModifiedBy>
  <cp:revision>4</cp:revision>
  <dcterms:created xsi:type="dcterms:W3CDTF">2023-08-09T12:44:00Z</dcterms:created>
  <dcterms:modified xsi:type="dcterms:W3CDTF">2024-10-28T12:57:36Z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
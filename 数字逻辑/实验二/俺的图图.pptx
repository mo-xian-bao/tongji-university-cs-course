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" y="106045"/>
            <a:ext cx="3342005" cy="3111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830" y="154305"/>
            <a:ext cx="2997200" cy="27470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5" y="3509645"/>
            <a:ext cx="2766695" cy="25831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080" y="3467735"/>
            <a:ext cx="2590165" cy="2485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660" y="182880"/>
            <a:ext cx="3227070" cy="34918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970" y="182880"/>
            <a:ext cx="2790190" cy="31597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345" y="3342640"/>
            <a:ext cx="2874010" cy="3315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550" y="3575050"/>
            <a:ext cx="2699385" cy="3107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888490"/>
            <a:ext cx="10706100" cy="2676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7325995" y="3138170"/>
            <a:ext cx="2630805" cy="35090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089785" y="3068955"/>
            <a:ext cx="2689860" cy="35883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181215" y="-136525"/>
            <a:ext cx="2920365" cy="3895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055" y="537845"/>
            <a:ext cx="364617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295910"/>
            <a:ext cx="3962400" cy="32473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8775"/>
            <a:ext cx="3863340" cy="3070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3713480"/>
            <a:ext cx="3690620" cy="2908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170" y="3712845"/>
            <a:ext cx="3510280" cy="29089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047875"/>
            <a:ext cx="895350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270" y="400050"/>
            <a:ext cx="8124825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染墨相思</cp:lastModifiedBy>
  <cp:revision>9</cp:revision>
  <dcterms:created xsi:type="dcterms:W3CDTF">2023-08-09T12:44:00Z</dcterms:created>
  <dcterms:modified xsi:type="dcterms:W3CDTF">2024-09-30T11:51:14Z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2052-12.1.0.17827</vt:lpwstr>
  </property>
</Properties>
</file>
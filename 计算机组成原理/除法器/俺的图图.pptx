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4545" y="170815"/>
            <a:ext cx="9074150" cy="319468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2355" y="3696970"/>
            <a:ext cx="8615680" cy="30149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Calibri</vt:lpstr>
      <vt:lpstr>微软雅黑</vt:lpstr>
      <vt:lpstr>Arial Unicode MS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maoxingbo</dc:creator>
  <cp:lastModifiedBy>染墨相思</cp:lastModifiedBy>
  <cp:revision>4</cp:revision>
  <dcterms:created xsi:type="dcterms:W3CDTF">2023-08-09T12:44:00Z</dcterms:created>
  <dcterms:modified xsi:type="dcterms:W3CDTF">2025-04-10T10:14:31Z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2052-12.1.0.20305</vt:lpwstr>
  </property>
</Properties>
</file>
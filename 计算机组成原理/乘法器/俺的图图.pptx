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" y="1532890"/>
            <a:ext cx="12082145" cy="27438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824480"/>
            <a:ext cx="10515600" cy="2353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4</cp:revision>
  <dcterms:created xsi:type="dcterms:W3CDTF">2023-08-09T12:44:00Z</dcterms:created>
  <dcterms:modified xsi:type="dcterms:W3CDTF">2025-04-03T12:19:28Z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